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2AagnDvUm8JJUoJ3mLfCArXXM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ctrTitle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subTitle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040"/>
              <a:buNone/>
              <a:defRPr>
                <a:solidFill>
                  <a:srgbClr val="55556F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1700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3" name="Google Shape;23;p17"/>
          <p:cNvCxnSpPr/>
          <p:nvPr/>
        </p:nvCxnSpPr>
        <p:spPr>
          <a:xfrm>
            <a:off x="685800" y="3398520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457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9"/>
          <p:cNvSpPr txBox="1"/>
          <p:nvPr>
            <p:ph idx="2" type="body"/>
          </p:nvPr>
        </p:nvSpPr>
        <p:spPr>
          <a:xfrm>
            <a:off x="4648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722313" y="2362200"/>
            <a:ext cx="7772400" cy="220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b="0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722313" y="462686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04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20"/>
          <p:cNvCxnSpPr/>
          <p:nvPr/>
        </p:nvCxnSpPr>
        <p:spPr>
          <a:xfrm>
            <a:off x="731520" y="4599432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75488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75488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3" name="Google Shape;53;p21"/>
          <p:cNvCxnSpPr/>
          <p:nvPr/>
        </p:nvCxnSpPr>
        <p:spPr>
          <a:xfrm rot="5400000">
            <a:off x="2217817" y="4045823"/>
            <a:ext cx="4709160" cy="794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/>
          <p:nvPr>
            <p:ph type="title"/>
          </p:nvPr>
        </p:nvSpPr>
        <p:spPr>
          <a:xfrm>
            <a:off x="457200" y="792080"/>
            <a:ext cx="213969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2971800" y="792080"/>
            <a:ext cx="5715000" cy="5577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1320" lvl="0" marL="457200" algn="l">
              <a:spcBef>
                <a:spcPts val="640"/>
              </a:spcBef>
              <a:spcAft>
                <a:spcPts val="0"/>
              </a:spcAft>
              <a:buSzPts val="2720"/>
              <a:buChar char="•"/>
              <a:defRPr sz="3200"/>
            </a:lvl1pPr>
            <a:lvl2pPr indent="-379730" lvl="1" marL="9144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2pPr>
            <a:lvl3pPr indent="-365760" lvl="2" marL="1371600" algn="l">
              <a:spcBef>
                <a:spcPts val="480"/>
              </a:spcBef>
              <a:spcAft>
                <a:spcPts val="0"/>
              </a:spcAft>
              <a:buSzPts val="216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24"/>
          <p:cNvSpPr txBox="1"/>
          <p:nvPr>
            <p:ph idx="2" type="body"/>
          </p:nvPr>
        </p:nvSpPr>
        <p:spPr>
          <a:xfrm>
            <a:off x="457201" y="2130552"/>
            <a:ext cx="2139696" cy="424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4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0" name="Google Shape;70;p24"/>
          <p:cNvCxnSpPr/>
          <p:nvPr/>
        </p:nvCxnSpPr>
        <p:spPr>
          <a:xfrm rot="5400000">
            <a:off x="-13116" y="3580206"/>
            <a:ext cx="557784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457200" y="792480"/>
            <a:ext cx="2142680" cy="1264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/>
          <p:nvPr>
            <p:ph idx="2" type="pic"/>
          </p:nvPr>
        </p:nvSpPr>
        <p:spPr>
          <a:xfrm>
            <a:off x="2858610" y="838201"/>
            <a:ext cx="5904390" cy="5500456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12700">
              <a:srgbClr val="000000">
                <a:alpha val="58823"/>
              </a:srgbClr>
            </a:outerShdw>
          </a:effectLst>
        </p:spPr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457200" y="2133600"/>
            <a:ext cx="2139696" cy="424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2133600" y="-76200"/>
            <a:ext cx="4876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type="title"/>
          </p:nvPr>
        </p:nvSpPr>
        <p:spPr>
          <a:xfrm rot="5400000">
            <a:off x="4724400" y="2514600"/>
            <a:ext cx="5867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" type="body"/>
          </p:nvPr>
        </p:nvSpPr>
        <p:spPr>
          <a:xfrm rot="5400000">
            <a:off x="533400" y="533400"/>
            <a:ext cx="5867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6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en-IN"/>
              <a:t>PHP AND MYSQL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IN"/>
              <a:t>Module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PHP MySQL Connection 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2564904"/>
            <a:ext cx="4924425" cy="277177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Methods 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PDO (PHP Data Object)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It will work on 12 different database systems, 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whereas MySQLi will only work with MySQL databases.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1700808"/>
            <a:ext cx="34290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672" y="4797152"/>
            <a:ext cx="5719018" cy="15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Steps to Connect PHP-Mysql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728788"/>
            <a:ext cx="6809556" cy="4148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Steps to create database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Go to browser and type URL- localhost/phpmyadmin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2132856"/>
            <a:ext cx="794385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237976" y="43410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Click on New-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Write database name and click on ‘create’ .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Select database- click on New to create New table.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Enter table name and no. of columns and click on ‘go’.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35" y="799672"/>
            <a:ext cx="56102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9632" y="3983424"/>
            <a:ext cx="5044802" cy="2666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You can see the structure of your table – select ‘Stucture’ tab.</a:t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2564904"/>
            <a:ext cx="72390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Test the connection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994" y="1628800"/>
            <a:ext cx="8727006" cy="3801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412776"/>
            <a:ext cx="67818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6216" y="3302208"/>
            <a:ext cx="2074425" cy="3295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FETCH style for fetch function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792" y="2390774"/>
            <a:ext cx="3115221" cy="260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39" lvl="0" marL="18288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" y="1916832"/>
            <a:ext cx="87820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FETCH_NUM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 echo "{$row[0]}-{$row[1]}-{$row[3]}&lt;br&gt;";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FETC_OBJ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IN"/>
              <a:t> echo "{$row-&gt;'id'}-{$row-&gt;firstname}-{$row-gender}&lt;br&gt;";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Insert new record </a:t>
            </a:r>
            <a:endParaRPr/>
          </a:p>
        </p:txBody>
      </p:sp>
      <p:pic>
        <p:nvPicPr>
          <p:cNvPr id="180" name="Google Shape;18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844824"/>
            <a:ext cx="8333555" cy="3906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IN"/>
              <a:t>Insert record by using form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395536" y="1412776"/>
            <a:ext cx="8291264" cy="5064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IN" sz="2000">
                <a:solidFill>
                  <a:srgbClr val="FF0000"/>
                </a:solidFill>
              </a:rPr>
              <a:t>Insertrec.html</a:t>
            </a:r>
            <a:endParaRPr sz="2900">
              <a:solidFill>
                <a:srgbClr val="FF0000"/>
              </a:solidFill>
            </a:endParaRPr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&lt;html&gt;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&lt;head&gt;&lt;title&gt;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&lt;meta charset="utf-8"&gt;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    &lt;title&gt;PHP Insert Operations using PDO Extension &lt;/title&gt;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        &lt;meta name="viewport" content="width=device-width, initial-scale=1"&gt;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&lt;/head&gt;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&lt;body&gt;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&lt;form action="insertrec.php" method="post"&gt;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&lt;input type="text" name="fname" required placeholder="First Name"&gt;&lt;br&gt;&lt;br&gt;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&lt;input type="text" name="lname" placeholder="last Name"&gt;&lt;br&gt;&lt;br&gt;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&lt;input type="number" name="age" placeholder="Age" min=10 max=90&gt;&lt;br&gt;&lt;br&gt;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&lt;input type="submit" name="Insert" value="Insert"&gt;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&lt;/form&gt;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&lt;/body&gt;</a:t>
            </a:r>
            <a:endParaRPr/>
          </a:p>
          <a:p>
            <a:pPr indent="-182906" lvl="0" marL="182880" rtl="0" algn="l">
              <a:spcBef>
                <a:spcPts val="362"/>
              </a:spcBef>
              <a:spcAft>
                <a:spcPts val="0"/>
              </a:spcAft>
              <a:buSzPct val="85000"/>
              <a:buChar char="•"/>
            </a:pPr>
            <a:r>
              <a:rPr lang="en-IN" sz="2900"/>
              <a:t>&lt;/html&gt;</a:t>
            </a:r>
            <a:endParaRPr/>
          </a:p>
          <a:p>
            <a:pPr indent="-101917" lvl="0" marL="182880" rtl="0" algn="l">
              <a:spcBef>
                <a:spcPts val="3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4208" y="404664"/>
            <a:ext cx="3876675" cy="1914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IN"/>
              <a:t>Insert data using form – </a:t>
            </a:r>
            <a:br>
              <a:rPr lang="en-IN"/>
            </a:br>
            <a:r>
              <a:rPr lang="en-IN" sz="3100">
                <a:solidFill>
                  <a:schemeClr val="dk1"/>
                </a:solidFill>
              </a:rPr>
              <a:t>“insertrec.php”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457200" y="1673352"/>
            <a:ext cx="4038600" cy="4718304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&lt;?php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if(isset($_POST['Insert']))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{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try{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 $servername = "localhost";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 $username = "root";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 $password = "";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$dbname = "mysql:host=$servername;dbname=company";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$conn = new PDO($dbname,$username,$password);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}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catch(PDOException $e) {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 echo "connection failed" . $e-&gt;getMessage();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 exit();</a:t>
            </a:r>
            <a:endParaRPr/>
          </a:p>
          <a:p>
            <a:pPr indent="-99758" lvl="0" marL="182880" rtl="0" algn="l">
              <a:spcBef>
                <a:spcPts val="3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}</a:t>
            </a:r>
            <a:endParaRPr/>
          </a:p>
        </p:txBody>
      </p:sp>
      <p:sp>
        <p:nvSpPr>
          <p:cNvPr id="194" name="Google Shape;194;p15"/>
          <p:cNvSpPr txBox="1"/>
          <p:nvPr>
            <p:ph idx="2" type="body"/>
          </p:nvPr>
        </p:nvSpPr>
        <p:spPr>
          <a:xfrm>
            <a:off x="4648200" y="1673352"/>
            <a:ext cx="4038600" cy="4718304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$fname=$_POST['fname'];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$lname=$_POST['lname'];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$age=$_POST['age'];</a:t>
            </a:r>
            <a:endParaRPr/>
          </a:p>
          <a:p>
            <a:pPr indent="-99758" lvl="0" marL="182880" rtl="0" algn="l">
              <a:spcBef>
                <a:spcPts val="3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$sql="INSERT INTO student(fname,lname,age) VALUES (:fname,:lname,:age)";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$res=$conn-&gt;prepare($sql);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$res-&gt;bindParam(':fname',$fname);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$res-&gt;bindParam(':lname',$lname);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$res-&gt;bindParam(':age',$age);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$res-&gt;execute();</a:t>
            </a:r>
            <a:endParaRPr/>
          </a:p>
          <a:p>
            <a:pPr indent="-99758" lvl="0" marL="182880" rtl="0" algn="l">
              <a:spcBef>
                <a:spcPts val="3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 echo "Data inserted successfully";</a:t>
            </a:r>
            <a:endParaRPr/>
          </a:p>
          <a:p>
            <a:pPr indent="-99758" lvl="0" marL="182880" rtl="0" algn="l">
              <a:spcBef>
                <a:spcPts val="3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}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$conn = null;</a:t>
            </a:r>
            <a:endParaRPr/>
          </a:p>
          <a:p>
            <a:pPr indent="-182880" lvl="0" marL="182880" rtl="0" algn="l">
              <a:spcBef>
                <a:spcPts val="308"/>
              </a:spcBef>
              <a:spcAft>
                <a:spcPts val="0"/>
              </a:spcAft>
              <a:buSzPct val="85000"/>
              <a:buChar char="•"/>
            </a:pPr>
            <a:r>
              <a:rPr lang="en-IN"/>
              <a:t>?&gt;</a:t>
            </a:r>
            <a:endParaRPr/>
          </a:p>
          <a:p>
            <a:pPr indent="-99758" lvl="0" marL="182880" rtl="0" algn="l">
              <a:spcBef>
                <a:spcPts val="3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99758" lvl="0" marL="182880" rtl="0" algn="l">
              <a:spcBef>
                <a:spcPts val="3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2024-03-01T05:25:24Z</dcterms:created>
  <dc:creator>kjscecomp</dc:creator>
</cp:coreProperties>
</file>