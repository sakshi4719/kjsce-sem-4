
<file path=[Content_Types].xml><?xml version="1.0" encoding="utf-8"?>
<Types xmlns="http://schemas.openxmlformats.org/package/2006/content-types">
  <Default ContentType="application/xml" Extension="xml"/>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Lst>
  <p:sldSz cy="6858000" cx="9144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GoogleSlidesCustomDataVersion2">
      <go:slidesCustomData xmlns:go="http://customooxmlschemas.google.com/" r:id="rId17" roundtripDataSignature="AMtx7mjfmTFRELHG5mXkG3dsNGbu2Nip0g=="/>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viewPr>
</file>

<file path=ppt/_rels/presentation.xml.rels><?xml version="1.0" encoding="UTF-8" standalone="yes"?><Relationships xmlns="http://schemas.openxmlformats.org/package/2006/relationships"><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customschemas.google.com/relationships/presentationmetadata" Target="metadata"/><Relationship Id="rId16" Type="http://schemas.openxmlformats.org/officeDocument/2006/relationships/slide" Target="slides/slide1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8" name="Google Shape;88;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8" name="Shape 98"/>
        <p:cNvGrpSpPr/>
        <p:nvPr/>
      </p:nvGrpSpPr>
      <p:grpSpPr>
        <a:xfrm>
          <a:off x="0" y="0"/>
          <a:ext cx="0" cy="0"/>
          <a:chOff x="0" y="0"/>
          <a:chExt cx="0" cy="0"/>
        </a:xfrm>
      </p:grpSpPr>
      <p:sp>
        <p:nvSpPr>
          <p:cNvPr id="99" name="Google Shape;99;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0" name="Google Shape;100;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6" name="Shape 116"/>
        <p:cNvGrpSpPr/>
        <p:nvPr/>
      </p:nvGrpSpPr>
      <p:grpSpPr>
        <a:xfrm>
          <a:off x="0" y="0"/>
          <a:ext cx="0" cy="0"/>
          <a:chOff x="0" y="0"/>
          <a:chExt cx="0" cy="0"/>
        </a:xfrm>
      </p:grpSpPr>
      <p:sp>
        <p:nvSpPr>
          <p:cNvPr id="117" name="Google Shape;117;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2" name="Shape 122"/>
        <p:cNvGrpSpPr/>
        <p:nvPr/>
      </p:nvGrpSpPr>
      <p:grpSpPr>
        <a:xfrm>
          <a:off x="0" y="0"/>
          <a:ext cx="0" cy="0"/>
          <a:chOff x="0" y="0"/>
          <a:chExt cx="0" cy="0"/>
        </a:xfrm>
      </p:grpSpPr>
      <p:sp>
        <p:nvSpPr>
          <p:cNvPr id="123" name="Google Shape;123;g2af037e6eb8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24" name="Google Shape;124;g2af037e6eb8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30" name="Google Shape;130;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g2afbc45284e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6" name="Google Shape;136;g2afbc45284e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0" name="Shape 140"/>
        <p:cNvGrpSpPr/>
        <p:nvPr/>
      </p:nvGrpSpPr>
      <p:grpSpPr>
        <a:xfrm>
          <a:off x="0" y="0"/>
          <a:ext cx="0" cy="0"/>
          <a:chOff x="0" y="0"/>
          <a:chExt cx="0" cy="0"/>
        </a:xfrm>
      </p:grpSpPr>
      <p:sp>
        <p:nvSpPr>
          <p:cNvPr id="141" name="Google Shape;141;g2af037e6eb8_0_11: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2" name="Google Shape;142;g2af037e6eb8_0_1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10"/>
          <p:cNvSpPr txBox="1"/>
          <p:nvPr>
            <p:ph type="ctrTitle"/>
          </p:nvPr>
        </p:nvSpPr>
        <p:spPr>
          <a:xfrm>
            <a:off x="685800" y="2130425"/>
            <a:ext cx="7772400" cy="1470025"/>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3" name="Google Shape;13;p10"/>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lvl1pPr lvl="0" algn="ctr">
              <a:spcBef>
                <a:spcPts val="640"/>
              </a:spcBef>
              <a:spcAft>
                <a:spcPts val="0"/>
              </a:spcAft>
              <a:buClr>
                <a:srgbClr val="888888"/>
              </a:buClr>
              <a:buSzPts val="3200"/>
              <a:buNone/>
              <a:defRPr>
                <a:solidFill>
                  <a:srgbClr val="888888"/>
                </a:solidFill>
              </a:defRPr>
            </a:lvl1pPr>
            <a:lvl2pPr lvl="1" algn="ctr">
              <a:spcBef>
                <a:spcPts val="560"/>
              </a:spcBef>
              <a:spcAft>
                <a:spcPts val="0"/>
              </a:spcAft>
              <a:buClr>
                <a:srgbClr val="888888"/>
              </a:buClr>
              <a:buSzPts val="2800"/>
              <a:buNone/>
              <a:defRPr>
                <a:solidFill>
                  <a:srgbClr val="888888"/>
                </a:solidFill>
              </a:defRPr>
            </a:lvl2pPr>
            <a:lvl3pPr lvl="2" algn="ctr">
              <a:spcBef>
                <a:spcPts val="480"/>
              </a:spcBef>
              <a:spcAft>
                <a:spcPts val="0"/>
              </a:spcAft>
              <a:buClr>
                <a:srgbClr val="888888"/>
              </a:buClr>
              <a:buSzPts val="2400"/>
              <a:buNone/>
              <a:defRPr>
                <a:solidFill>
                  <a:srgbClr val="888888"/>
                </a:solidFill>
              </a:defRPr>
            </a:lvl3pPr>
            <a:lvl4pPr lvl="3" algn="ctr">
              <a:spcBef>
                <a:spcPts val="400"/>
              </a:spcBef>
              <a:spcAft>
                <a:spcPts val="0"/>
              </a:spcAft>
              <a:buClr>
                <a:srgbClr val="888888"/>
              </a:buClr>
              <a:buSzPts val="2000"/>
              <a:buNone/>
              <a:defRPr>
                <a:solidFill>
                  <a:srgbClr val="888888"/>
                </a:solidFill>
              </a:defRPr>
            </a:lvl4pPr>
            <a:lvl5pPr lvl="4" algn="ctr">
              <a:spcBef>
                <a:spcPts val="400"/>
              </a:spcBef>
              <a:spcAft>
                <a:spcPts val="0"/>
              </a:spcAft>
              <a:buClr>
                <a:srgbClr val="888888"/>
              </a:buClr>
              <a:buSzPts val="2000"/>
              <a:buNone/>
              <a:defRPr>
                <a:solidFill>
                  <a:srgbClr val="888888"/>
                </a:solidFill>
              </a:defRPr>
            </a:lvl5pPr>
            <a:lvl6pPr lvl="5" algn="ctr">
              <a:spcBef>
                <a:spcPts val="400"/>
              </a:spcBef>
              <a:spcAft>
                <a:spcPts val="0"/>
              </a:spcAft>
              <a:buClr>
                <a:srgbClr val="888888"/>
              </a:buClr>
              <a:buSzPts val="2000"/>
              <a:buNone/>
              <a:defRPr>
                <a:solidFill>
                  <a:srgbClr val="888888"/>
                </a:solidFill>
              </a:defRPr>
            </a:lvl6pPr>
            <a:lvl7pPr lvl="6" algn="ctr">
              <a:spcBef>
                <a:spcPts val="400"/>
              </a:spcBef>
              <a:spcAft>
                <a:spcPts val="0"/>
              </a:spcAft>
              <a:buClr>
                <a:srgbClr val="888888"/>
              </a:buClr>
              <a:buSzPts val="2000"/>
              <a:buNone/>
              <a:defRPr>
                <a:solidFill>
                  <a:srgbClr val="888888"/>
                </a:solidFill>
              </a:defRPr>
            </a:lvl7pPr>
            <a:lvl8pPr lvl="7" algn="ctr">
              <a:spcBef>
                <a:spcPts val="400"/>
              </a:spcBef>
              <a:spcAft>
                <a:spcPts val="0"/>
              </a:spcAft>
              <a:buClr>
                <a:srgbClr val="888888"/>
              </a:buClr>
              <a:buSzPts val="2000"/>
              <a:buNone/>
              <a:defRPr>
                <a:solidFill>
                  <a:srgbClr val="888888"/>
                </a:solidFill>
              </a:defRPr>
            </a:lvl8pPr>
            <a:lvl9pPr lvl="8" algn="ctr">
              <a:spcBef>
                <a:spcPts val="400"/>
              </a:spcBef>
              <a:spcAft>
                <a:spcPts val="0"/>
              </a:spcAft>
              <a:buClr>
                <a:srgbClr val="888888"/>
              </a:buClr>
              <a:buSzPts val="2000"/>
              <a:buNone/>
              <a:defRPr>
                <a:solidFill>
                  <a:srgbClr val="888888"/>
                </a:solidFill>
              </a:defRPr>
            </a:lvl9pPr>
          </a:lstStyle>
          <a:p/>
        </p:txBody>
      </p:sp>
      <p:sp>
        <p:nvSpPr>
          <p:cNvPr id="14" name="Google Shape;14;p1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5" name="Google Shape;15;p1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16" name="Google Shape;16;p1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11"/>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19" name="Google Shape;19;p11"/>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20" name="Google Shape;20;p11"/>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1" name="Google Shape;21;p11"/>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2" name="Google Shape;22;p11"/>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23" name="Shape 23"/>
        <p:cNvGrpSpPr/>
        <p:nvPr/>
      </p:nvGrpSpPr>
      <p:grpSpPr>
        <a:xfrm>
          <a:off x="0" y="0"/>
          <a:ext cx="0" cy="0"/>
          <a:chOff x="0" y="0"/>
          <a:chExt cx="0" cy="0"/>
        </a:xfrm>
      </p:grpSpPr>
      <p:sp>
        <p:nvSpPr>
          <p:cNvPr id="24" name="Google Shape;24;p12"/>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rmAutofit/>
          </a:bodyPr>
          <a:lstStyle>
            <a:lvl1pPr lvl="0" algn="l">
              <a:spcBef>
                <a:spcPts val="0"/>
              </a:spcBef>
              <a:spcAft>
                <a:spcPts val="0"/>
              </a:spcAft>
              <a:buClr>
                <a:schemeClr val="dk1"/>
              </a:buClr>
              <a:buSzPts val="4000"/>
              <a:buFont typeface="Calibri"/>
              <a:buNone/>
              <a:defRPr b="1" sz="4000" cap="none"/>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25" name="Google Shape;25;p12"/>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rmAutofit/>
          </a:bodyPr>
          <a:lstStyle>
            <a:lvl1pPr indent="-228600" lvl="0" marL="457200" algn="l">
              <a:spcBef>
                <a:spcPts val="400"/>
              </a:spcBef>
              <a:spcAft>
                <a:spcPts val="0"/>
              </a:spcAft>
              <a:buClr>
                <a:srgbClr val="888888"/>
              </a:buClr>
              <a:buSzPts val="2000"/>
              <a:buNone/>
              <a:defRPr sz="2000">
                <a:solidFill>
                  <a:srgbClr val="888888"/>
                </a:solidFill>
              </a:defRPr>
            </a:lvl1pPr>
            <a:lvl2pPr indent="-228600" lvl="1" marL="914400" algn="l">
              <a:spcBef>
                <a:spcPts val="360"/>
              </a:spcBef>
              <a:spcAft>
                <a:spcPts val="0"/>
              </a:spcAft>
              <a:buClr>
                <a:srgbClr val="888888"/>
              </a:buClr>
              <a:buSzPts val="1800"/>
              <a:buNone/>
              <a:defRPr sz="1800">
                <a:solidFill>
                  <a:srgbClr val="888888"/>
                </a:solidFill>
              </a:defRPr>
            </a:lvl2pPr>
            <a:lvl3pPr indent="-228600" lvl="2" marL="1371600" algn="l">
              <a:spcBef>
                <a:spcPts val="320"/>
              </a:spcBef>
              <a:spcAft>
                <a:spcPts val="0"/>
              </a:spcAft>
              <a:buClr>
                <a:srgbClr val="888888"/>
              </a:buClr>
              <a:buSzPts val="1600"/>
              <a:buNone/>
              <a:defRPr sz="1600">
                <a:solidFill>
                  <a:srgbClr val="888888"/>
                </a:solidFill>
              </a:defRPr>
            </a:lvl3pPr>
            <a:lvl4pPr indent="-228600" lvl="3" marL="1828800" algn="l">
              <a:spcBef>
                <a:spcPts val="280"/>
              </a:spcBef>
              <a:spcAft>
                <a:spcPts val="0"/>
              </a:spcAft>
              <a:buClr>
                <a:srgbClr val="888888"/>
              </a:buClr>
              <a:buSzPts val="1400"/>
              <a:buNone/>
              <a:defRPr sz="1400">
                <a:solidFill>
                  <a:srgbClr val="888888"/>
                </a:solidFill>
              </a:defRPr>
            </a:lvl4pPr>
            <a:lvl5pPr indent="-228600" lvl="4" marL="2286000" algn="l">
              <a:spcBef>
                <a:spcPts val="280"/>
              </a:spcBef>
              <a:spcAft>
                <a:spcPts val="0"/>
              </a:spcAft>
              <a:buClr>
                <a:srgbClr val="888888"/>
              </a:buClr>
              <a:buSzPts val="1400"/>
              <a:buNone/>
              <a:defRPr sz="1400">
                <a:solidFill>
                  <a:srgbClr val="888888"/>
                </a:solidFill>
              </a:defRPr>
            </a:lvl5pPr>
            <a:lvl6pPr indent="-228600" lvl="5" marL="2743200" algn="l">
              <a:spcBef>
                <a:spcPts val="280"/>
              </a:spcBef>
              <a:spcAft>
                <a:spcPts val="0"/>
              </a:spcAft>
              <a:buClr>
                <a:srgbClr val="888888"/>
              </a:buClr>
              <a:buSzPts val="1400"/>
              <a:buNone/>
              <a:defRPr sz="1400">
                <a:solidFill>
                  <a:srgbClr val="888888"/>
                </a:solidFill>
              </a:defRPr>
            </a:lvl6pPr>
            <a:lvl7pPr indent="-228600" lvl="6" marL="3200400" algn="l">
              <a:spcBef>
                <a:spcPts val="280"/>
              </a:spcBef>
              <a:spcAft>
                <a:spcPts val="0"/>
              </a:spcAft>
              <a:buClr>
                <a:srgbClr val="888888"/>
              </a:buClr>
              <a:buSzPts val="1400"/>
              <a:buNone/>
              <a:defRPr sz="1400">
                <a:solidFill>
                  <a:srgbClr val="888888"/>
                </a:solidFill>
              </a:defRPr>
            </a:lvl7pPr>
            <a:lvl8pPr indent="-228600" lvl="7" marL="3657600" algn="l">
              <a:spcBef>
                <a:spcPts val="280"/>
              </a:spcBef>
              <a:spcAft>
                <a:spcPts val="0"/>
              </a:spcAft>
              <a:buClr>
                <a:srgbClr val="888888"/>
              </a:buClr>
              <a:buSzPts val="1400"/>
              <a:buNone/>
              <a:defRPr sz="1400">
                <a:solidFill>
                  <a:srgbClr val="888888"/>
                </a:solidFill>
              </a:defRPr>
            </a:lvl8pPr>
            <a:lvl9pPr indent="-228600" lvl="8" marL="4114800" algn="l">
              <a:spcBef>
                <a:spcPts val="280"/>
              </a:spcBef>
              <a:spcAft>
                <a:spcPts val="0"/>
              </a:spcAft>
              <a:buClr>
                <a:srgbClr val="888888"/>
              </a:buClr>
              <a:buSzPts val="1400"/>
              <a:buNone/>
              <a:defRPr sz="1400">
                <a:solidFill>
                  <a:srgbClr val="888888"/>
                </a:solidFill>
              </a:defRPr>
            </a:lvl9pPr>
          </a:lstStyle>
          <a:p/>
        </p:txBody>
      </p:sp>
      <p:sp>
        <p:nvSpPr>
          <p:cNvPr id="26" name="Google Shape;26;p12"/>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7" name="Google Shape;27;p12"/>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28" name="Google Shape;28;p12"/>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29" name="Shape 29"/>
        <p:cNvGrpSpPr/>
        <p:nvPr/>
      </p:nvGrpSpPr>
      <p:grpSpPr>
        <a:xfrm>
          <a:off x="0" y="0"/>
          <a:ext cx="0" cy="0"/>
          <a:chOff x="0" y="0"/>
          <a:chExt cx="0" cy="0"/>
        </a:xfrm>
      </p:grpSpPr>
      <p:sp>
        <p:nvSpPr>
          <p:cNvPr id="30" name="Google Shape;30;p1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1" name="Google Shape;31;p13"/>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2" name="Google Shape;32;p13"/>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rmAutofit/>
          </a:bodyPr>
          <a:lstStyle>
            <a:lvl1pPr indent="-406400" lvl="0" marL="457200" algn="l">
              <a:spcBef>
                <a:spcPts val="560"/>
              </a:spcBef>
              <a:spcAft>
                <a:spcPts val="0"/>
              </a:spcAft>
              <a:buClr>
                <a:schemeClr val="dk1"/>
              </a:buClr>
              <a:buSzPts val="2800"/>
              <a:buChar char="•"/>
              <a:defRPr sz="2800"/>
            </a:lvl1pPr>
            <a:lvl2pPr indent="-381000" lvl="1" marL="914400" algn="l">
              <a:spcBef>
                <a:spcPts val="480"/>
              </a:spcBef>
              <a:spcAft>
                <a:spcPts val="0"/>
              </a:spcAft>
              <a:buClr>
                <a:schemeClr val="dk1"/>
              </a:buClr>
              <a:buSzPts val="2400"/>
              <a:buChar char="–"/>
              <a:defRPr sz="2400"/>
            </a:lvl2pPr>
            <a:lvl3pPr indent="-355600" lvl="2" marL="1371600" algn="l">
              <a:spcBef>
                <a:spcPts val="400"/>
              </a:spcBef>
              <a:spcAft>
                <a:spcPts val="0"/>
              </a:spcAft>
              <a:buClr>
                <a:schemeClr val="dk1"/>
              </a:buClr>
              <a:buSzPts val="2000"/>
              <a:buChar char="•"/>
              <a:defRPr sz="2000"/>
            </a:lvl3pPr>
            <a:lvl4pPr indent="-342900" lvl="3" marL="1828800" algn="l">
              <a:spcBef>
                <a:spcPts val="360"/>
              </a:spcBef>
              <a:spcAft>
                <a:spcPts val="0"/>
              </a:spcAft>
              <a:buClr>
                <a:schemeClr val="dk1"/>
              </a:buClr>
              <a:buSzPts val="1800"/>
              <a:buChar char="–"/>
              <a:defRPr sz="1800"/>
            </a:lvl4pPr>
            <a:lvl5pPr indent="-342900" lvl="4" marL="2286000" algn="l">
              <a:spcBef>
                <a:spcPts val="360"/>
              </a:spcBef>
              <a:spcAft>
                <a:spcPts val="0"/>
              </a:spcAft>
              <a:buClr>
                <a:schemeClr val="dk1"/>
              </a:buClr>
              <a:buSzPts val="1800"/>
              <a:buChar char="»"/>
              <a:defRPr sz="1800"/>
            </a:lvl5pPr>
            <a:lvl6pPr indent="-342900" lvl="5" marL="2743200" algn="l">
              <a:spcBef>
                <a:spcPts val="360"/>
              </a:spcBef>
              <a:spcAft>
                <a:spcPts val="0"/>
              </a:spcAft>
              <a:buClr>
                <a:schemeClr val="dk1"/>
              </a:buClr>
              <a:buSzPts val="1800"/>
              <a:buChar char="•"/>
              <a:defRPr sz="1800"/>
            </a:lvl6pPr>
            <a:lvl7pPr indent="-342900" lvl="6" marL="3200400" algn="l">
              <a:spcBef>
                <a:spcPts val="360"/>
              </a:spcBef>
              <a:spcAft>
                <a:spcPts val="0"/>
              </a:spcAft>
              <a:buClr>
                <a:schemeClr val="dk1"/>
              </a:buClr>
              <a:buSzPts val="1800"/>
              <a:buChar char="•"/>
              <a:defRPr sz="1800"/>
            </a:lvl7pPr>
            <a:lvl8pPr indent="-342900" lvl="7" marL="3657600" algn="l">
              <a:spcBef>
                <a:spcPts val="360"/>
              </a:spcBef>
              <a:spcAft>
                <a:spcPts val="0"/>
              </a:spcAft>
              <a:buClr>
                <a:schemeClr val="dk1"/>
              </a:buClr>
              <a:buSzPts val="1800"/>
              <a:buChar char="•"/>
              <a:defRPr sz="1800"/>
            </a:lvl8pPr>
            <a:lvl9pPr indent="-342900" lvl="8" marL="4114800" algn="l">
              <a:spcBef>
                <a:spcPts val="360"/>
              </a:spcBef>
              <a:spcAft>
                <a:spcPts val="0"/>
              </a:spcAft>
              <a:buClr>
                <a:schemeClr val="dk1"/>
              </a:buClr>
              <a:buSzPts val="1800"/>
              <a:buChar char="•"/>
              <a:defRPr sz="1800"/>
            </a:lvl9pPr>
          </a:lstStyle>
          <a:p/>
        </p:txBody>
      </p:sp>
      <p:sp>
        <p:nvSpPr>
          <p:cNvPr id="33" name="Google Shape;33;p13"/>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4" name="Google Shape;34;p13"/>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35" name="Google Shape;35;p13"/>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36" name="Shape 36"/>
        <p:cNvGrpSpPr/>
        <p:nvPr/>
      </p:nvGrpSpPr>
      <p:grpSpPr>
        <a:xfrm>
          <a:off x="0" y="0"/>
          <a:ext cx="0" cy="0"/>
          <a:chOff x="0" y="0"/>
          <a:chExt cx="0" cy="0"/>
        </a:xfrm>
      </p:grpSpPr>
      <p:sp>
        <p:nvSpPr>
          <p:cNvPr id="37" name="Google Shape;37;p1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4400"/>
              <a:buFont typeface="Calibri"/>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38" name="Google Shape;38;p14"/>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39" name="Google Shape;39;p14"/>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0" name="Google Shape;40;p14"/>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rmAutofit/>
          </a:bodyPr>
          <a:lstStyle>
            <a:lvl1pPr indent="-228600" lvl="0" marL="457200" algn="l">
              <a:spcBef>
                <a:spcPts val="480"/>
              </a:spcBef>
              <a:spcAft>
                <a:spcPts val="0"/>
              </a:spcAft>
              <a:buClr>
                <a:schemeClr val="dk1"/>
              </a:buClr>
              <a:buSzPts val="2400"/>
              <a:buNone/>
              <a:defRPr b="1" sz="2400"/>
            </a:lvl1pPr>
            <a:lvl2pPr indent="-228600" lvl="1" marL="914400" algn="l">
              <a:spcBef>
                <a:spcPts val="400"/>
              </a:spcBef>
              <a:spcAft>
                <a:spcPts val="0"/>
              </a:spcAft>
              <a:buClr>
                <a:schemeClr val="dk1"/>
              </a:buClr>
              <a:buSzPts val="2000"/>
              <a:buNone/>
              <a:defRPr b="1" sz="2000"/>
            </a:lvl2pPr>
            <a:lvl3pPr indent="-228600" lvl="2" marL="1371600" algn="l">
              <a:spcBef>
                <a:spcPts val="360"/>
              </a:spcBef>
              <a:spcAft>
                <a:spcPts val="0"/>
              </a:spcAft>
              <a:buClr>
                <a:schemeClr val="dk1"/>
              </a:buClr>
              <a:buSzPts val="1800"/>
              <a:buNone/>
              <a:defRPr b="1" sz="1800"/>
            </a:lvl3pPr>
            <a:lvl4pPr indent="-228600" lvl="3" marL="1828800" algn="l">
              <a:spcBef>
                <a:spcPts val="320"/>
              </a:spcBef>
              <a:spcAft>
                <a:spcPts val="0"/>
              </a:spcAft>
              <a:buClr>
                <a:schemeClr val="dk1"/>
              </a:buClr>
              <a:buSzPts val="1600"/>
              <a:buNone/>
              <a:defRPr b="1" sz="1600"/>
            </a:lvl4pPr>
            <a:lvl5pPr indent="-228600" lvl="4" marL="2286000" algn="l">
              <a:spcBef>
                <a:spcPts val="320"/>
              </a:spcBef>
              <a:spcAft>
                <a:spcPts val="0"/>
              </a:spcAft>
              <a:buClr>
                <a:schemeClr val="dk1"/>
              </a:buClr>
              <a:buSzPts val="1600"/>
              <a:buNone/>
              <a:defRPr b="1" sz="1600"/>
            </a:lvl5pPr>
            <a:lvl6pPr indent="-228600" lvl="5" marL="2743200" algn="l">
              <a:spcBef>
                <a:spcPts val="320"/>
              </a:spcBef>
              <a:spcAft>
                <a:spcPts val="0"/>
              </a:spcAft>
              <a:buClr>
                <a:schemeClr val="dk1"/>
              </a:buClr>
              <a:buSzPts val="1600"/>
              <a:buNone/>
              <a:defRPr b="1" sz="1600"/>
            </a:lvl6pPr>
            <a:lvl7pPr indent="-228600" lvl="6" marL="3200400" algn="l">
              <a:spcBef>
                <a:spcPts val="320"/>
              </a:spcBef>
              <a:spcAft>
                <a:spcPts val="0"/>
              </a:spcAft>
              <a:buClr>
                <a:schemeClr val="dk1"/>
              </a:buClr>
              <a:buSzPts val="1600"/>
              <a:buNone/>
              <a:defRPr b="1" sz="1600"/>
            </a:lvl7pPr>
            <a:lvl8pPr indent="-228600" lvl="7" marL="3657600" algn="l">
              <a:spcBef>
                <a:spcPts val="320"/>
              </a:spcBef>
              <a:spcAft>
                <a:spcPts val="0"/>
              </a:spcAft>
              <a:buClr>
                <a:schemeClr val="dk1"/>
              </a:buClr>
              <a:buSzPts val="1600"/>
              <a:buNone/>
              <a:defRPr b="1" sz="1600"/>
            </a:lvl8pPr>
            <a:lvl9pPr indent="-228600" lvl="8" marL="4114800" algn="l">
              <a:spcBef>
                <a:spcPts val="320"/>
              </a:spcBef>
              <a:spcAft>
                <a:spcPts val="0"/>
              </a:spcAft>
              <a:buClr>
                <a:schemeClr val="dk1"/>
              </a:buClr>
              <a:buSzPts val="1600"/>
              <a:buNone/>
              <a:defRPr b="1" sz="1600"/>
            </a:lvl9pPr>
          </a:lstStyle>
          <a:p/>
        </p:txBody>
      </p:sp>
      <p:sp>
        <p:nvSpPr>
          <p:cNvPr id="41" name="Google Shape;41;p14"/>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rmAutofit/>
          </a:bodyPr>
          <a:lstStyle>
            <a:lvl1pPr indent="-381000" lvl="0" marL="457200" algn="l">
              <a:spcBef>
                <a:spcPts val="480"/>
              </a:spcBef>
              <a:spcAft>
                <a:spcPts val="0"/>
              </a:spcAft>
              <a:buClr>
                <a:schemeClr val="dk1"/>
              </a:buClr>
              <a:buSzPts val="2400"/>
              <a:buChar char="•"/>
              <a:defRPr sz="2400"/>
            </a:lvl1pPr>
            <a:lvl2pPr indent="-355600" lvl="1" marL="914400" algn="l">
              <a:spcBef>
                <a:spcPts val="400"/>
              </a:spcBef>
              <a:spcAft>
                <a:spcPts val="0"/>
              </a:spcAft>
              <a:buClr>
                <a:schemeClr val="dk1"/>
              </a:buClr>
              <a:buSzPts val="2000"/>
              <a:buChar char="–"/>
              <a:defRPr sz="2000"/>
            </a:lvl2pPr>
            <a:lvl3pPr indent="-342900" lvl="2" marL="1371600" algn="l">
              <a:spcBef>
                <a:spcPts val="360"/>
              </a:spcBef>
              <a:spcAft>
                <a:spcPts val="0"/>
              </a:spcAft>
              <a:buClr>
                <a:schemeClr val="dk1"/>
              </a:buClr>
              <a:buSzPts val="1800"/>
              <a:buChar char="•"/>
              <a:defRPr sz="1800"/>
            </a:lvl3pPr>
            <a:lvl4pPr indent="-330200" lvl="3" marL="1828800" algn="l">
              <a:spcBef>
                <a:spcPts val="320"/>
              </a:spcBef>
              <a:spcAft>
                <a:spcPts val="0"/>
              </a:spcAft>
              <a:buClr>
                <a:schemeClr val="dk1"/>
              </a:buClr>
              <a:buSzPts val="1600"/>
              <a:buChar char="–"/>
              <a:defRPr sz="1600"/>
            </a:lvl4pPr>
            <a:lvl5pPr indent="-330200" lvl="4" marL="2286000" algn="l">
              <a:spcBef>
                <a:spcPts val="320"/>
              </a:spcBef>
              <a:spcAft>
                <a:spcPts val="0"/>
              </a:spcAft>
              <a:buClr>
                <a:schemeClr val="dk1"/>
              </a:buClr>
              <a:buSzPts val="1600"/>
              <a:buChar char="»"/>
              <a:defRPr sz="1600"/>
            </a:lvl5pPr>
            <a:lvl6pPr indent="-330200" lvl="5" marL="2743200" algn="l">
              <a:spcBef>
                <a:spcPts val="320"/>
              </a:spcBef>
              <a:spcAft>
                <a:spcPts val="0"/>
              </a:spcAft>
              <a:buClr>
                <a:schemeClr val="dk1"/>
              </a:buClr>
              <a:buSzPts val="1600"/>
              <a:buChar char="•"/>
              <a:defRPr sz="1600"/>
            </a:lvl6pPr>
            <a:lvl7pPr indent="-330200" lvl="6" marL="3200400" algn="l">
              <a:spcBef>
                <a:spcPts val="320"/>
              </a:spcBef>
              <a:spcAft>
                <a:spcPts val="0"/>
              </a:spcAft>
              <a:buClr>
                <a:schemeClr val="dk1"/>
              </a:buClr>
              <a:buSzPts val="1600"/>
              <a:buChar char="•"/>
              <a:defRPr sz="1600"/>
            </a:lvl7pPr>
            <a:lvl8pPr indent="-330200" lvl="7" marL="3657600" algn="l">
              <a:spcBef>
                <a:spcPts val="320"/>
              </a:spcBef>
              <a:spcAft>
                <a:spcPts val="0"/>
              </a:spcAft>
              <a:buClr>
                <a:schemeClr val="dk1"/>
              </a:buClr>
              <a:buSzPts val="1600"/>
              <a:buChar char="•"/>
              <a:defRPr sz="1600"/>
            </a:lvl8pPr>
            <a:lvl9pPr indent="-330200" lvl="8" marL="4114800" algn="l">
              <a:spcBef>
                <a:spcPts val="320"/>
              </a:spcBef>
              <a:spcAft>
                <a:spcPts val="0"/>
              </a:spcAft>
              <a:buClr>
                <a:schemeClr val="dk1"/>
              </a:buClr>
              <a:buSzPts val="1600"/>
              <a:buChar char="•"/>
              <a:defRPr sz="1600"/>
            </a:lvl9pPr>
          </a:lstStyle>
          <a:p/>
        </p:txBody>
      </p:sp>
      <p:sp>
        <p:nvSpPr>
          <p:cNvPr id="42" name="Google Shape;42;p14"/>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3" name="Google Shape;43;p14"/>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4" name="Google Shape;44;p14"/>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45" name="Shape 45"/>
        <p:cNvGrpSpPr/>
        <p:nvPr/>
      </p:nvGrpSpPr>
      <p:grpSpPr>
        <a:xfrm>
          <a:off x="0" y="0"/>
          <a:ext cx="0" cy="0"/>
          <a:chOff x="0" y="0"/>
          <a:chExt cx="0" cy="0"/>
        </a:xfrm>
      </p:grpSpPr>
      <p:sp>
        <p:nvSpPr>
          <p:cNvPr id="46" name="Google Shape;46;p1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47" name="Google Shape;47;p15"/>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8" name="Google Shape;48;p15"/>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49" name="Google Shape;49;p15"/>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0" name="Shape 50"/>
        <p:cNvGrpSpPr/>
        <p:nvPr/>
      </p:nvGrpSpPr>
      <p:grpSpPr>
        <a:xfrm>
          <a:off x="0" y="0"/>
          <a:ext cx="0" cy="0"/>
          <a:chOff x="0" y="0"/>
          <a:chExt cx="0" cy="0"/>
        </a:xfrm>
      </p:grpSpPr>
      <p:sp>
        <p:nvSpPr>
          <p:cNvPr id="51" name="Google Shape;51;p16"/>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2" name="Google Shape;52;p16"/>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3" name="Google Shape;53;p16"/>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54" name="Shape 54"/>
        <p:cNvGrpSpPr/>
        <p:nvPr/>
      </p:nvGrpSpPr>
      <p:grpSpPr>
        <a:xfrm>
          <a:off x="0" y="0"/>
          <a:ext cx="0" cy="0"/>
          <a:chOff x="0" y="0"/>
          <a:chExt cx="0" cy="0"/>
        </a:xfrm>
      </p:grpSpPr>
      <p:sp>
        <p:nvSpPr>
          <p:cNvPr id="55" name="Google Shape;55;p17"/>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56" name="Google Shape;56;p17"/>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rmAutofit/>
          </a:bodyPr>
          <a:lstStyle>
            <a:lvl1pPr indent="-431800" lvl="0" marL="457200" algn="l">
              <a:spcBef>
                <a:spcPts val="640"/>
              </a:spcBef>
              <a:spcAft>
                <a:spcPts val="0"/>
              </a:spcAft>
              <a:buClr>
                <a:schemeClr val="dk1"/>
              </a:buClr>
              <a:buSzPts val="3200"/>
              <a:buChar char="•"/>
              <a:defRPr sz="3200"/>
            </a:lvl1pPr>
            <a:lvl2pPr indent="-406400" lvl="1" marL="914400" algn="l">
              <a:spcBef>
                <a:spcPts val="560"/>
              </a:spcBef>
              <a:spcAft>
                <a:spcPts val="0"/>
              </a:spcAft>
              <a:buClr>
                <a:schemeClr val="dk1"/>
              </a:buClr>
              <a:buSzPts val="2800"/>
              <a:buChar char="–"/>
              <a:defRPr sz="2800"/>
            </a:lvl2pPr>
            <a:lvl3pPr indent="-381000" lvl="2" marL="1371600" algn="l">
              <a:spcBef>
                <a:spcPts val="480"/>
              </a:spcBef>
              <a:spcAft>
                <a:spcPts val="0"/>
              </a:spcAft>
              <a:buClr>
                <a:schemeClr val="dk1"/>
              </a:buClr>
              <a:buSzPts val="2400"/>
              <a:buChar char="•"/>
              <a:defRPr sz="2400"/>
            </a:lvl3pPr>
            <a:lvl4pPr indent="-355600" lvl="3" marL="1828800" algn="l">
              <a:spcBef>
                <a:spcPts val="400"/>
              </a:spcBef>
              <a:spcAft>
                <a:spcPts val="0"/>
              </a:spcAft>
              <a:buClr>
                <a:schemeClr val="dk1"/>
              </a:buClr>
              <a:buSzPts val="2000"/>
              <a:buChar char="–"/>
              <a:defRPr sz="2000"/>
            </a:lvl4pPr>
            <a:lvl5pPr indent="-355600" lvl="4" marL="2286000" algn="l">
              <a:spcBef>
                <a:spcPts val="400"/>
              </a:spcBef>
              <a:spcAft>
                <a:spcPts val="0"/>
              </a:spcAft>
              <a:buClr>
                <a:schemeClr val="dk1"/>
              </a:buClr>
              <a:buSzPts val="2000"/>
              <a:buChar char="»"/>
              <a:defRPr sz="2000"/>
            </a:lvl5pPr>
            <a:lvl6pPr indent="-355600" lvl="5" marL="2743200" algn="l">
              <a:spcBef>
                <a:spcPts val="400"/>
              </a:spcBef>
              <a:spcAft>
                <a:spcPts val="0"/>
              </a:spcAft>
              <a:buClr>
                <a:schemeClr val="dk1"/>
              </a:buClr>
              <a:buSzPts val="2000"/>
              <a:buChar char="•"/>
              <a:defRPr sz="2000"/>
            </a:lvl6pPr>
            <a:lvl7pPr indent="-355600" lvl="6" marL="3200400" algn="l">
              <a:spcBef>
                <a:spcPts val="400"/>
              </a:spcBef>
              <a:spcAft>
                <a:spcPts val="0"/>
              </a:spcAft>
              <a:buClr>
                <a:schemeClr val="dk1"/>
              </a:buClr>
              <a:buSzPts val="2000"/>
              <a:buChar char="•"/>
              <a:defRPr sz="2000"/>
            </a:lvl7pPr>
            <a:lvl8pPr indent="-355600" lvl="7" marL="3657600" algn="l">
              <a:spcBef>
                <a:spcPts val="400"/>
              </a:spcBef>
              <a:spcAft>
                <a:spcPts val="0"/>
              </a:spcAft>
              <a:buClr>
                <a:schemeClr val="dk1"/>
              </a:buClr>
              <a:buSzPts val="2000"/>
              <a:buChar char="•"/>
              <a:defRPr sz="2000"/>
            </a:lvl8pPr>
            <a:lvl9pPr indent="-355600" lvl="8" marL="4114800" algn="l">
              <a:spcBef>
                <a:spcPts val="400"/>
              </a:spcBef>
              <a:spcAft>
                <a:spcPts val="0"/>
              </a:spcAft>
              <a:buClr>
                <a:schemeClr val="dk1"/>
              </a:buClr>
              <a:buSzPts val="2000"/>
              <a:buChar char="•"/>
              <a:defRPr sz="2000"/>
            </a:lvl9pPr>
          </a:lstStyle>
          <a:p/>
        </p:txBody>
      </p:sp>
      <p:sp>
        <p:nvSpPr>
          <p:cNvPr id="57" name="Google Shape;57;p17"/>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58" name="Google Shape;58;p17"/>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59" name="Google Shape;59;p17"/>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0" name="Google Shape;60;p17"/>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61" name="Shape 61"/>
        <p:cNvGrpSpPr/>
        <p:nvPr/>
      </p:nvGrpSpPr>
      <p:grpSpPr>
        <a:xfrm>
          <a:off x="0" y="0"/>
          <a:ext cx="0" cy="0"/>
          <a:chOff x="0" y="0"/>
          <a:chExt cx="0" cy="0"/>
        </a:xfrm>
      </p:grpSpPr>
      <p:sp>
        <p:nvSpPr>
          <p:cNvPr id="62" name="Google Shape;62;p18"/>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rmAutofit/>
          </a:bodyPr>
          <a:lstStyle>
            <a:lvl1pPr lvl="0" algn="l">
              <a:spcBef>
                <a:spcPts val="0"/>
              </a:spcBef>
              <a:spcAft>
                <a:spcPts val="0"/>
              </a:spcAft>
              <a:buClr>
                <a:schemeClr val="dk1"/>
              </a:buClr>
              <a:buSzPts val="2000"/>
              <a:buFont typeface="Calibri"/>
              <a:buNone/>
              <a:defRPr b="1" sz="2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63" name="Google Shape;63;p18"/>
          <p:cNvSpPr/>
          <p:nvPr>
            <p:ph idx="2" type="pic"/>
          </p:nvPr>
        </p:nvSpPr>
        <p:spPr>
          <a:xfrm>
            <a:off x="1792288" y="612775"/>
            <a:ext cx="5486400" cy="4114800"/>
          </a:xfrm>
          <a:prstGeom prst="rect">
            <a:avLst/>
          </a:prstGeom>
          <a:noFill/>
          <a:ln>
            <a:noFill/>
          </a:ln>
        </p:spPr>
      </p:sp>
      <p:sp>
        <p:nvSpPr>
          <p:cNvPr id="64" name="Google Shape;64;p18"/>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rmAutofit/>
          </a:bodyPr>
          <a:lstStyle>
            <a:lvl1pPr indent="-228600" lvl="0" marL="457200" algn="l">
              <a:spcBef>
                <a:spcPts val="280"/>
              </a:spcBef>
              <a:spcAft>
                <a:spcPts val="0"/>
              </a:spcAft>
              <a:buClr>
                <a:schemeClr val="dk1"/>
              </a:buClr>
              <a:buSzPts val="1400"/>
              <a:buNone/>
              <a:defRPr sz="1400"/>
            </a:lvl1pPr>
            <a:lvl2pPr indent="-228600" lvl="1" marL="914400" algn="l">
              <a:spcBef>
                <a:spcPts val="240"/>
              </a:spcBef>
              <a:spcAft>
                <a:spcPts val="0"/>
              </a:spcAft>
              <a:buClr>
                <a:schemeClr val="dk1"/>
              </a:buClr>
              <a:buSzPts val="1200"/>
              <a:buNone/>
              <a:defRPr sz="1200"/>
            </a:lvl2pPr>
            <a:lvl3pPr indent="-228600" lvl="2" marL="1371600" algn="l">
              <a:spcBef>
                <a:spcPts val="200"/>
              </a:spcBef>
              <a:spcAft>
                <a:spcPts val="0"/>
              </a:spcAft>
              <a:buClr>
                <a:schemeClr val="dk1"/>
              </a:buClr>
              <a:buSzPts val="1000"/>
              <a:buNone/>
              <a:defRPr sz="1000"/>
            </a:lvl3pPr>
            <a:lvl4pPr indent="-228600" lvl="3" marL="1828800" algn="l">
              <a:spcBef>
                <a:spcPts val="180"/>
              </a:spcBef>
              <a:spcAft>
                <a:spcPts val="0"/>
              </a:spcAft>
              <a:buClr>
                <a:schemeClr val="dk1"/>
              </a:buClr>
              <a:buSzPts val="900"/>
              <a:buNone/>
              <a:defRPr sz="900"/>
            </a:lvl4pPr>
            <a:lvl5pPr indent="-228600" lvl="4" marL="2286000" algn="l">
              <a:spcBef>
                <a:spcPts val="180"/>
              </a:spcBef>
              <a:spcAft>
                <a:spcPts val="0"/>
              </a:spcAft>
              <a:buClr>
                <a:schemeClr val="dk1"/>
              </a:buClr>
              <a:buSzPts val="900"/>
              <a:buNone/>
              <a:defRPr sz="900"/>
            </a:lvl5pPr>
            <a:lvl6pPr indent="-228600" lvl="5" marL="2743200" algn="l">
              <a:spcBef>
                <a:spcPts val="180"/>
              </a:spcBef>
              <a:spcAft>
                <a:spcPts val="0"/>
              </a:spcAft>
              <a:buClr>
                <a:schemeClr val="dk1"/>
              </a:buClr>
              <a:buSzPts val="900"/>
              <a:buNone/>
              <a:defRPr sz="900"/>
            </a:lvl6pPr>
            <a:lvl7pPr indent="-228600" lvl="6" marL="3200400" algn="l">
              <a:spcBef>
                <a:spcPts val="180"/>
              </a:spcBef>
              <a:spcAft>
                <a:spcPts val="0"/>
              </a:spcAft>
              <a:buClr>
                <a:schemeClr val="dk1"/>
              </a:buClr>
              <a:buSzPts val="900"/>
              <a:buNone/>
              <a:defRPr sz="900"/>
            </a:lvl7pPr>
            <a:lvl8pPr indent="-228600" lvl="7" marL="3657600" algn="l">
              <a:spcBef>
                <a:spcPts val="180"/>
              </a:spcBef>
              <a:spcAft>
                <a:spcPts val="0"/>
              </a:spcAft>
              <a:buClr>
                <a:schemeClr val="dk1"/>
              </a:buClr>
              <a:buSzPts val="900"/>
              <a:buNone/>
              <a:defRPr sz="900"/>
            </a:lvl8pPr>
            <a:lvl9pPr indent="-228600" lvl="8" marL="4114800" algn="l">
              <a:spcBef>
                <a:spcPts val="180"/>
              </a:spcBef>
              <a:spcAft>
                <a:spcPts val="0"/>
              </a:spcAft>
              <a:buClr>
                <a:schemeClr val="dk1"/>
              </a:buClr>
              <a:buSzPts val="900"/>
              <a:buNone/>
              <a:defRPr sz="900"/>
            </a:lvl9pPr>
          </a:lstStyle>
          <a:p/>
        </p:txBody>
      </p:sp>
      <p:sp>
        <p:nvSpPr>
          <p:cNvPr id="65" name="Google Shape;65;p18"/>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6" name="Google Shape;66;p18"/>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67" name="Google Shape;67;p18"/>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68" name="Shape 68"/>
        <p:cNvGrpSpPr/>
        <p:nvPr/>
      </p:nvGrpSpPr>
      <p:grpSpPr>
        <a:xfrm>
          <a:off x="0" y="0"/>
          <a:ext cx="0" cy="0"/>
          <a:chOff x="0" y="0"/>
          <a:chExt cx="0" cy="0"/>
        </a:xfrm>
      </p:grpSpPr>
      <p:sp>
        <p:nvSpPr>
          <p:cNvPr id="69" name="Google Shape;69;p1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0" name="Google Shape;70;p19"/>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1" name="Google Shape;71;p1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2" name="Google Shape;72;p1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3" name="Google Shape;73;p1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74" name="Shape 74"/>
        <p:cNvGrpSpPr/>
        <p:nvPr/>
      </p:nvGrpSpPr>
      <p:grpSpPr>
        <a:xfrm>
          <a:off x="0" y="0"/>
          <a:ext cx="0" cy="0"/>
          <a:chOff x="0" y="0"/>
          <a:chExt cx="0" cy="0"/>
        </a:xfrm>
      </p:grpSpPr>
      <p:sp>
        <p:nvSpPr>
          <p:cNvPr id="75" name="Google Shape;75;p20"/>
          <p:cNvSpPr txBox="1"/>
          <p:nvPr>
            <p:ph type="title"/>
          </p:nvPr>
        </p:nvSpPr>
        <p:spPr>
          <a:xfrm rot="5400000">
            <a:off x="4732338" y="2171701"/>
            <a:ext cx="5851525" cy="2057400"/>
          </a:xfrm>
          <a:prstGeom prst="rect">
            <a:avLst/>
          </a:prstGeom>
          <a:noFill/>
          <a:ln>
            <a:noFill/>
          </a:ln>
        </p:spPr>
        <p:txBody>
          <a:bodyPr anchorCtr="0" anchor="ctr" bIns="45700" lIns="91425" spcFirstLastPara="1" rIns="91425" wrap="square" tIns="45700">
            <a:normAutofit/>
          </a:bodyPr>
          <a:lstStyle>
            <a:lvl1pPr lvl="0" algn="ctr">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p:txBody>
      </p:sp>
      <p:sp>
        <p:nvSpPr>
          <p:cNvPr id="76" name="Google Shape;76;p20"/>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rmAutofit/>
          </a:bodyPr>
          <a:lstStyle>
            <a:lvl1pPr indent="-342900" lvl="0" marL="457200" algn="l">
              <a:spcBef>
                <a:spcPts val="360"/>
              </a:spcBef>
              <a:spcAft>
                <a:spcPts val="0"/>
              </a:spcAft>
              <a:buClr>
                <a:schemeClr val="dk1"/>
              </a:buClr>
              <a:buSzPts val="1800"/>
              <a:buChar char="•"/>
              <a:defRPr/>
            </a:lvl1pPr>
            <a:lvl2pPr indent="-342900" lvl="1" marL="914400" algn="l">
              <a:spcBef>
                <a:spcPts val="360"/>
              </a:spcBef>
              <a:spcAft>
                <a:spcPts val="0"/>
              </a:spcAft>
              <a:buClr>
                <a:schemeClr val="dk1"/>
              </a:buClr>
              <a:buSzPts val="1800"/>
              <a:buChar char="–"/>
              <a:defRPr/>
            </a:lvl2pPr>
            <a:lvl3pPr indent="-342900" lvl="2" marL="1371600" algn="l">
              <a:spcBef>
                <a:spcPts val="360"/>
              </a:spcBef>
              <a:spcAft>
                <a:spcPts val="0"/>
              </a:spcAft>
              <a:buClr>
                <a:schemeClr val="dk1"/>
              </a:buClr>
              <a:buSzPts val="1800"/>
              <a:buChar char="•"/>
              <a:defRPr/>
            </a:lvl3pPr>
            <a:lvl4pPr indent="-342900" lvl="3" marL="1828800" algn="l">
              <a:spcBef>
                <a:spcPts val="360"/>
              </a:spcBef>
              <a:spcAft>
                <a:spcPts val="0"/>
              </a:spcAft>
              <a:buClr>
                <a:schemeClr val="dk1"/>
              </a:buClr>
              <a:buSzPts val="1800"/>
              <a:buChar char="–"/>
              <a:defRPr/>
            </a:lvl4pPr>
            <a:lvl5pPr indent="-342900" lvl="4" marL="2286000" algn="l">
              <a:spcBef>
                <a:spcPts val="360"/>
              </a:spcBef>
              <a:spcAft>
                <a:spcPts val="0"/>
              </a:spcAft>
              <a:buClr>
                <a:schemeClr val="dk1"/>
              </a:buClr>
              <a:buSzPts val="1800"/>
              <a:buChar char="»"/>
              <a:defRPr/>
            </a:lvl5pPr>
            <a:lvl6pPr indent="-342900" lvl="5" marL="2743200" algn="l">
              <a:spcBef>
                <a:spcPts val="360"/>
              </a:spcBef>
              <a:spcAft>
                <a:spcPts val="0"/>
              </a:spcAft>
              <a:buClr>
                <a:schemeClr val="dk1"/>
              </a:buClr>
              <a:buSzPts val="1800"/>
              <a:buChar char="•"/>
              <a:defRPr/>
            </a:lvl6pPr>
            <a:lvl7pPr indent="-342900" lvl="6" marL="3200400" algn="l">
              <a:spcBef>
                <a:spcPts val="360"/>
              </a:spcBef>
              <a:spcAft>
                <a:spcPts val="0"/>
              </a:spcAft>
              <a:buClr>
                <a:schemeClr val="dk1"/>
              </a:buClr>
              <a:buSzPts val="1800"/>
              <a:buChar char="•"/>
              <a:defRPr/>
            </a:lvl7pPr>
            <a:lvl8pPr indent="-342900" lvl="7" marL="3657600" algn="l">
              <a:spcBef>
                <a:spcPts val="360"/>
              </a:spcBef>
              <a:spcAft>
                <a:spcPts val="0"/>
              </a:spcAft>
              <a:buClr>
                <a:schemeClr val="dk1"/>
              </a:buClr>
              <a:buSzPts val="1800"/>
              <a:buChar char="•"/>
              <a:defRPr/>
            </a:lvl8pPr>
            <a:lvl9pPr indent="-342900" lvl="8" marL="4114800" algn="l">
              <a:spcBef>
                <a:spcPts val="360"/>
              </a:spcBef>
              <a:spcAft>
                <a:spcPts val="0"/>
              </a:spcAft>
              <a:buClr>
                <a:schemeClr val="dk1"/>
              </a:buClr>
              <a:buSzPts val="1800"/>
              <a:buChar char="•"/>
              <a:defRPr/>
            </a:lvl9pPr>
          </a:lstStyle>
          <a:p/>
        </p:txBody>
      </p:sp>
      <p:sp>
        <p:nvSpPr>
          <p:cNvPr id="77" name="Google Shape;77;p20"/>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8" name="Google Shape;78;p20"/>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p:txBody>
      </p:sp>
      <p:sp>
        <p:nvSpPr>
          <p:cNvPr id="79" name="Google Shape;79;p20"/>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algn="r">
              <a:spcBef>
                <a:spcPts val="0"/>
              </a:spcBef>
              <a:buNone/>
              <a:defRPr/>
            </a:lvl1pPr>
            <a:lvl2pPr indent="0" lvl="1" marL="0" algn="r">
              <a:spcBef>
                <a:spcPts val="0"/>
              </a:spcBef>
              <a:buNone/>
              <a:defRPr/>
            </a:lvl2pPr>
            <a:lvl3pPr indent="0" lvl="2" marL="0" algn="r">
              <a:spcBef>
                <a:spcPts val="0"/>
              </a:spcBef>
              <a:buNone/>
              <a:defRPr/>
            </a:lvl3pPr>
            <a:lvl4pPr indent="0" lvl="3" marL="0" algn="r">
              <a:spcBef>
                <a:spcPts val="0"/>
              </a:spcBef>
              <a:buNone/>
              <a:defRPr/>
            </a:lvl4pPr>
            <a:lvl5pPr indent="0" lvl="4" marL="0" algn="r">
              <a:spcBef>
                <a:spcPts val="0"/>
              </a:spcBef>
              <a:buNone/>
              <a:defRPr/>
            </a:lvl5pPr>
            <a:lvl6pPr indent="0" lvl="5" marL="0" algn="r">
              <a:spcBef>
                <a:spcPts val="0"/>
              </a:spcBef>
              <a:buNone/>
              <a:defRPr/>
            </a:lvl6pPr>
            <a:lvl7pPr indent="0" lvl="6" marL="0" algn="r">
              <a:spcBef>
                <a:spcPts val="0"/>
              </a:spcBef>
              <a:buNone/>
              <a:defRPr/>
            </a:lvl7pPr>
            <a:lvl8pPr indent="0" lvl="7" marL="0" algn="r">
              <a:spcBef>
                <a:spcPts val="0"/>
              </a:spcBef>
              <a:buNone/>
              <a:defRPr/>
            </a:lvl8pPr>
            <a:lvl9pPr indent="0" lvl="8" marL="0" algn="r">
              <a:spcBef>
                <a:spcPts val="0"/>
              </a:spcBef>
              <a:buNone/>
              <a:defRPr/>
            </a:lvl9pPr>
          </a:lstStyle>
          <a:p>
            <a:pPr indent="0" lvl="0" marL="0" rtl="0" algn="r">
              <a:spcBef>
                <a:spcPts val="0"/>
              </a:spcBef>
              <a:spcAft>
                <a:spcPts val="0"/>
              </a:spcAft>
              <a:buNone/>
            </a:pPr>
            <a:fld id="{00000000-1234-1234-1234-123412341234}" type="slidenum">
              <a:rPr lang="en-I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9"/>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lvl1pPr lvl="0" marR="0" rtl="0" algn="ctr">
              <a:spcBef>
                <a:spcPts val="0"/>
              </a:spcBef>
              <a:spcAft>
                <a:spcPts val="0"/>
              </a:spcAft>
              <a:buClr>
                <a:schemeClr val="dk1"/>
              </a:buClr>
              <a:buSzPts val="4400"/>
              <a:buFont typeface="Calibri"/>
              <a:buNone/>
              <a:defRPr b="0" i="0" sz="4400" u="none" cap="none" strike="noStrik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p:txBody>
      </p:sp>
      <p:sp>
        <p:nvSpPr>
          <p:cNvPr id="7" name="Google Shape;7;p9"/>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lvl1pPr indent="-431800" lvl="0" marL="457200" marR="0" rtl="0" algn="l">
              <a:spcBef>
                <a:spcPts val="640"/>
              </a:spcBef>
              <a:spcAft>
                <a:spcPts val="0"/>
              </a:spcAft>
              <a:buClr>
                <a:schemeClr val="dk1"/>
              </a:buClr>
              <a:buSzPts val="3200"/>
              <a:buFont typeface="Arial"/>
              <a:buChar char="•"/>
              <a:defRPr b="0" i="0" sz="3200" u="none" cap="none" strike="noStrike">
                <a:solidFill>
                  <a:schemeClr val="dk1"/>
                </a:solidFill>
                <a:latin typeface="Calibri"/>
                <a:ea typeface="Calibri"/>
                <a:cs typeface="Calibri"/>
                <a:sym typeface="Calibri"/>
              </a:defRPr>
            </a:lvl1pPr>
            <a:lvl2pPr indent="-406400" lvl="1" marL="914400" marR="0" rtl="0" algn="l">
              <a:spcBef>
                <a:spcPts val="56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9pPr>
          </a:lstStyle>
          <a:p/>
        </p:txBody>
      </p:sp>
      <p:sp>
        <p:nvSpPr>
          <p:cNvPr id="8" name="Google Shape;8;p9"/>
          <p:cNvSpPr txBox="1"/>
          <p:nvPr>
            <p:ph idx="10" type="dt"/>
          </p:nvPr>
        </p:nvSpPr>
        <p:spPr>
          <a:xfrm>
            <a:off x="457200" y="6356350"/>
            <a:ext cx="2133600" cy="365125"/>
          </a:xfrm>
          <a:prstGeom prst="rect">
            <a:avLst/>
          </a:prstGeom>
          <a:noFill/>
          <a:ln>
            <a:noFill/>
          </a:ln>
        </p:spPr>
        <p:txBody>
          <a:bodyPr anchorCtr="0" anchor="ctr" bIns="45700" lIns="91425" spcFirstLastPara="1" rIns="91425" wrap="square" tIns="45700">
            <a:noAutofit/>
          </a:bodyPr>
          <a:lstStyle>
            <a:lvl1pPr lvl="0" marR="0" rtl="0" algn="l">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9" name="Google Shape;9;p9"/>
          <p:cNvSpPr txBox="1"/>
          <p:nvPr>
            <p:ph idx="11" type="ftr"/>
          </p:nvPr>
        </p:nvSpPr>
        <p:spPr>
          <a:xfrm>
            <a:off x="3124200" y="6356350"/>
            <a:ext cx="2895600" cy="365125"/>
          </a:xfrm>
          <a:prstGeom prst="rect">
            <a:avLst/>
          </a:prstGeom>
          <a:noFill/>
          <a:ln>
            <a:noFill/>
          </a:ln>
        </p:spPr>
        <p:txBody>
          <a:bodyPr anchorCtr="0" anchor="ctr" bIns="45700" lIns="91425" spcFirstLastPara="1" rIns="91425" wrap="square" tIns="45700">
            <a:noAutofit/>
          </a:bodyPr>
          <a:lstStyle>
            <a:lvl1pPr lvl="0" marR="0" rtl="0" algn="ctr">
              <a:spcBef>
                <a:spcPts val="0"/>
              </a:spcBef>
              <a:spcAft>
                <a:spcPts val="0"/>
              </a:spcAft>
              <a:buSzPts val="1400"/>
              <a:buNone/>
              <a:defRPr b="0" i="0" sz="1200" u="none" cap="none" strike="noStrike">
                <a:solidFill>
                  <a:srgbClr val="888888"/>
                </a:solidFill>
                <a:latin typeface="Calibri"/>
                <a:ea typeface="Calibri"/>
                <a:cs typeface="Calibri"/>
                <a:sym typeface="Calibri"/>
              </a:defRPr>
            </a:lvl1pPr>
            <a:lvl2pPr lvl="1"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2pPr>
            <a:lvl3pPr lvl="2"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3pPr>
            <a:lvl4pPr lvl="3"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4pPr>
            <a:lvl5pPr lvl="4"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5pPr>
            <a:lvl6pPr lvl="5"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6pPr>
            <a:lvl7pPr lvl="6"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7pPr>
            <a:lvl8pPr lvl="7"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8pPr>
            <a:lvl9pPr lvl="8" marR="0" rtl="0" algn="l">
              <a:spcBef>
                <a:spcPts val="0"/>
              </a:spcBef>
              <a:spcAft>
                <a:spcPts val="0"/>
              </a:spcAft>
              <a:buSzPts val="1400"/>
              <a:buNone/>
              <a:defRPr b="0" i="0" sz="1800" u="none" cap="none" strike="noStrike">
                <a:solidFill>
                  <a:schemeClr val="dk1"/>
                </a:solidFill>
                <a:latin typeface="Calibri"/>
                <a:ea typeface="Calibri"/>
                <a:cs typeface="Calibri"/>
                <a:sym typeface="Calibri"/>
              </a:defRPr>
            </a:lvl9pPr>
          </a:lstStyle>
          <a:p/>
        </p:txBody>
      </p:sp>
      <p:sp>
        <p:nvSpPr>
          <p:cNvPr id="10" name="Google Shape;10;p9"/>
          <p:cNvSpPr txBox="1"/>
          <p:nvPr>
            <p:ph idx="12" type="sldNum"/>
          </p:nvPr>
        </p:nvSpPr>
        <p:spPr>
          <a:xfrm>
            <a:off x="6553200" y="6356350"/>
            <a:ext cx="2133600" cy="365125"/>
          </a:xfrm>
          <a:prstGeom prst="rect">
            <a:avLst/>
          </a:prstGeom>
          <a:noFill/>
          <a:ln>
            <a:noFill/>
          </a:ln>
        </p:spPr>
        <p:txBody>
          <a:bodyPr anchorCtr="0" anchor="ctr" bIns="45700" lIns="91425" spcFirstLastPara="1" rIns="91425" wrap="square" tIns="45700">
            <a:noAutofit/>
          </a:bodyPr>
          <a:lstStyle>
            <a:lvl1pPr indent="0" lvl="0" marL="0" marR="0" rtl="0" algn="r">
              <a:spcBef>
                <a:spcPts val="0"/>
              </a:spcBef>
              <a:buNone/>
              <a:defRPr b="0" i="0" sz="1200" u="none" cap="none" strike="noStrike">
                <a:solidFill>
                  <a:srgbClr val="888888"/>
                </a:solidFill>
                <a:latin typeface="Calibri"/>
                <a:ea typeface="Calibri"/>
                <a:cs typeface="Calibri"/>
                <a:sym typeface="Calibri"/>
              </a:defRPr>
            </a:lvl1pPr>
            <a:lvl2pPr indent="0" lvl="1" marL="0" marR="0" rtl="0" algn="r">
              <a:spcBef>
                <a:spcPts val="0"/>
              </a:spcBef>
              <a:buNone/>
              <a:defRPr b="0" i="0" sz="1200" u="none" cap="none" strike="noStrike">
                <a:solidFill>
                  <a:srgbClr val="888888"/>
                </a:solidFill>
                <a:latin typeface="Calibri"/>
                <a:ea typeface="Calibri"/>
                <a:cs typeface="Calibri"/>
                <a:sym typeface="Calibri"/>
              </a:defRPr>
            </a:lvl2pPr>
            <a:lvl3pPr indent="0" lvl="2" marL="0" marR="0" rtl="0" algn="r">
              <a:spcBef>
                <a:spcPts val="0"/>
              </a:spcBef>
              <a:buNone/>
              <a:defRPr b="0" i="0" sz="1200" u="none" cap="none" strike="noStrike">
                <a:solidFill>
                  <a:srgbClr val="888888"/>
                </a:solidFill>
                <a:latin typeface="Calibri"/>
                <a:ea typeface="Calibri"/>
                <a:cs typeface="Calibri"/>
                <a:sym typeface="Calibri"/>
              </a:defRPr>
            </a:lvl3pPr>
            <a:lvl4pPr indent="0" lvl="3" marL="0" marR="0" rtl="0" algn="r">
              <a:spcBef>
                <a:spcPts val="0"/>
              </a:spcBef>
              <a:buNone/>
              <a:defRPr b="0" i="0" sz="1200" u="none" cap="none" strike="noStrike">
                <a:solidFill>
                  <a:srgbClr val="888888"/>
                </a:solidFill>
                <a:latin typeface="Calibri"/>
                <a:ea typeface="Calibri"/>
                <a:cs typeface="Calibri"/>
                <a:sym typeface="Calibri"/>
              </a:defRPr>
            </a:lvl4pPr>
            <a:lvl5pPr indent="0" lvl="4" marL="0" marR="0" rtl="0" algn="r">
              <a:spcBef>
                <a:spcPts val="0"/>
              </a:spcBef>
              <a:buNone/>
              <a:defRPr b="0" i="0" sz="1200" u="none" cap="none" strike="noStrike">
                <a:solidFill>
                  <a:srgbClr val="888888"/>
                </a:solidFill>
                <a:latin typeface="Calibri"/>
                <a:ea typeface="Calibri"/>
                <a:cs typeface="Calibri"/>
                <a:sym typeface="Calibri"/>
              </a:defRPr>
            </a:lvl5pPr>
            <a:lvl6pPr indent="0" lvl="5" marL="0" marR="0" rtl="0" algn="r">
              <a:spcBef>
                <a:spcPts val="0"/>
              </a:spcBef>
              <a:buNone/>
              <a:defRPr b="0" i="0" sz="1200" u="none" cap="none" strike="noStrike">
                <a:solidFill>
                  <a:srgbClr val="888888"/>
                </a:solidFill>
                <a:latin typeface="Calibri"/>
                <a:ea typeface="Calibri"/>
                <a:cs typeface="Calibri"/>
                <a:sym typeface="Calibri"/>
              </a:defRPr>
            </a:lvl6pPr>
            <a:lvl7pPr indent="0" lvl="6" marL="0" marR="0" rtl="0" algn="r">
              <a:spcBef>
                <a:spcPts val="0"/>
              </a:spcBef>
              <a:buNone/>
              <a:defRPr b="0" i="0" sz="1200" u="none" cap="none" strike="noStrike">
                <a:solidFill>
                  <a:srgbClr val="888888"/>
                </a:solidFill>
                <a:latin typeface="Calibri"/>
                <a:ea typeface="Calibri"/>
                <a:cs typeface="Calibri"/>
                <a:sym typeface="Calibri"/>
              </a:defRPr>
            </a:lvl7pPr>
            <a:lvl8pPr indent="0" lvl="7" marL="0" marR="0" rtl="0" algn="r">
              <a:spcBef>
                <a:spcPts val="0"/>
              </a:spcBef>
              <a:buNone/>
              <a:defRPr b="0" i="0" sz="1200" u="none" cap="none" strike="noStrike">
                <a:solidFill>
                  <a:srgbClr val="888888"/>
                </a:solidFill>
                <a:latin typeface="Calibri"/>
                <a:ea typeface="Calibri"/>
                <a:cs typeface="Calibri"/>
                <a:sym typeface="Calibri"/>
              </a:defRPr>
            </a:lvl8pPr>
            <a:lvl9pPr indent="0" lvl="8" marL="0" marR="0" rtl="0" algn="r">
              <a:spcBef>
                <a:spcPts val="0"/>
              </a:spcBef>
              <a:buNone/>
              <a:defRPr b="0" i="0" sz="1200" u="none" cap="none" strike="noStrike">
                <a:solidFill>
                  <a:srgbClr val="888888"/>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IN"/>
              <a:t>‹#›</a:t>
            </a:fld>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685800" y="1628801"/>
            <a:ext cx="7772400" cy="197165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Mini Project </a:t>
            </a:r>
            <a:br>
              <a:rPr lang="en-IN"/>
            </a:br>
            <a:r>
              <a:rPr lang="en-IN"/>
              <a:t>Semester IV</a:t>
            </a:r>
            <a:br>
              <a:rPr lang="en-IN"/>
            </a:br>
            <a:endParaRPr/>
          </a:p>
        </p:txBody>
      </p:sp>
      <p:sp>
        <p:nvSpPr>
          <p:cNvPr id="85" name="Google Shape;85;p1"/>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rmAutofit/>
          </a:bodyPr>
          <a:lstStyle/>
          <a:p>
            <a:pPr indent="0" lvl="0" marL="0" rtl="0" algn="ctr">
              <a:spcBef>
                <a:spcPts val="0"/>
              </a:spcBef>
              <a:spcAft>
                <a:spcPts val="0"/>
              </a:spcAft>
              <a:buClr>
                <a:srgbClr val="888888"/>
              </a:buClr>
              <a:buSzPts val="3200"/>
              <a:buNone/>
            </a:pPr>
            <a:r>
              <a:rPr lang="en-IN"/>
              <a:t>Theory / Tutorial - 3</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2"/>
          <p:cNvSpPr txBox="1"/>
          <p:nvPr>
            <p:ph type="title"/>
          </p:nvPr>
        </p:nvSpPr>
        <p:spPr>
          <a:xfrm>
            <a:off x="457200" y="274638"/>
            <a:ext cx="8229600" cy="70609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Problem </a:t>
            </a:r>
            <a:r>
              <a:rPr lang="en-IN"/>
              <a:t>Definition</a:t>
            </a:r>
            <a:r>
              <a:rPr lang="en-IN"/>
              <a:t> </a:t>
            </a:r>
            <a:endParaRPr/>
          </a:p>
        </p:txBody>
      </p:sp>
      <p:sp>
        <p:nvSpPr>
          <p:cNvPr id="91" name="Google Shape;91;p2"/>
          <p:cNvSpPr txBox="1"/>
          <p:nvPr>
            <p:ph idx="1" type="body"/>
          </p:nvPr>
        </p:nvSpPr>
        <p:spPr>
          <a:xfrm>
            <a:off x="395525" y="1196750"/>
            <a:ext cx="8229600" cy="3589500"/>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A key approach that you can take when defining your problem is to ask 'why' questions to identify and gain an in-depth understanding of the issue. You could ask a series of 'why' questions that follow on from each other.</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sp>
        <p:nvSpPr>
          <p:cNvPr id="96" name="Google Shape;96;p3"/>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Identifying</a:t>
            </a:r>
            <a:r>
              <a:rPr lang="en-IN"/>
              <a:t> users</a:t>
            </a:r>
            <a:endParaRPr/>
          </a:p>
        </p:txBody>
      </p:sp>
      <p:sp>
        <p:nvSpPr>
          <p:cNvPr id="97" name="Google Shape;97;p3"/>
          <p:cNvSpPr txBox="1"/>
          <p:nvPr>
            <p:ph idx="1" type="body"/>
          </p:nvPr>
        </p:nvSpPr>
        <p:spPr>
          <a:xfrm>
            <a:off x="457200" y="1600200"/>
            <a:ext cx="8579296" cy="4525963"/>
          </a:xfrm>
          <a:prstGeom prst="rect">
            <a:avLst/>
          </a:prstGeom>
          <a:noFill/>
          <a:ln>
            <a:noFill/>
          </a:ln>
        </p:spPr>
        <p:txBody>
          <a:bodyPr anchorCtr="0" anchor="t" bIns="45700" lIns="91425" spcFirstLastPara="1" rIns="91425" wrap="square" tIns="45700">
            <a:normAutofit/>
          </a:bodyPr>
          <a:lstStyle/>
          <a:p>
            <a:pPr indent="-342900" lvl="0" marL="342900" rtl="0" algn="l">
              <a:spcBef>
                <a:spcPts val="0"/>
              </a:spcBef>
              <a:spcAft>
                <a:spcPts val="0"/>
              </a:spcAft>
              <a:buClr>
                <a:schemeClr val="dk1"/>
              </a:buClr>
              <a:buSzPts val="3200"/>
              <a:buChar char="•"/>
            </a:pPr>
            <a:r>
              <a:rPr lang="en-IN"/>
              <a:t>Stakeholders</a:t>
            </a:r>
            <a:endParaRPr/>
          </a:p>
          <a:p>
            <a:pPr indent="-342900" lvl="0" marL="342900" rtl="0" algn="l">
              <a:spcBef>
                <a:spcPts val="640"/>
              </a:spcBef>
              <a:spcAft>
                <a:spcPts val="0"/>
              </a:spcAft>
              <a:buClr>
                <a:schemeClr val="dk1"/>
              </a:buClr>
              <a:buSzPts val="3200"/>
              <a:buChar char="•"/>
            </a:pPr>
            <a:r>
              <a:rPr lang="en-IN"/>
              <a:t>Who will use ?</a:t>
            </a:r>
            <a:endParaRPr/>
          </a:p>
          <a:p>
            <a:pPr indent="-342900" lvl="0" marL="342900" rtl="0" algn="l">
              <a:spcBef>
                <a:spcPts val="640"/>
              </a:spcBef>
              <a:spcAft>
                <a:spcPts val="0"/>
              </a:spcAft>
              <a:buClr>
                <a:schemeClr val="dk1"/>
              </a:buClr>
              <a:buSzPts val="3200"/>
              <a:buChar char="•"/>
            </a:pPr>
            <a:r>
              <a:rPr lang="en-IN"/>
              <a:t>Who will develop ?</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1" name="Shape 101"/>
        <p:cNvGrpSpPr/>
        <p:nvPr/>
      </p:nvGrpSpPr>
      <p:grpSpPr>
        <a:xfrm>
          <a:off x="0" y="0"/>
          <a:ext cx="0" cy="0"/>
          <a:chOff x="0" y="0"/>
          <a:chExt cx="0" cy="0"/>
        </a:xfrm>
      </p:grpSpPr>
      <p:sp>
        <p:nvSpPr>
          <p:cNvPr id="102" name="Google Shape;102;p4"/>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Users at client side</a:t>
            </a:r>
            <a:endParaRPr/>
          </a:p>
        </p:txBody>
      </p:sp>
      <p:sp>
        <p:nvSpPr>
          <p:cNvPr id="103" name="Google Shape;103;p4"/>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IN"/>
              <a:t>Example </a:t>
            </a:r>
            <a:endParaRPr/>
          </a:p>
          <a:p>
            <a:pPr indent="0" lvl="0" marL="0" rtl="0" algn="l">
              <a:spcBef>
                <a:spcPts val="640"/>
              </a:spcBef>
              <a:spcAft>
                <a:spcPts val="0"/>
              </a:spcAft>
              <a:buClr>
                <a:schemeClr val="dk1"/>
              </a:buClr>
              <a:buSzPts val="3200"/>
              <a:buNone/>
            </a:pPr>
            <a:r>
              <a:rPr lang="en-IN"/>
              <a:t>LMS in KJSCE</a:t>
            </a:r>
            <a:endParaRPr/>
          </a:p>
          <a:p>
            <a:pPr indent="0" lvl="0" marL="0" rtl="0" algn="l">
              <a:spcBef>
                <a:spcPts val="640"/>
              </a:spcBef>
              <a:spcAft>
                <a:spcPts val="0"/>
              </a:spcAft>
              <a:buClr>
                <a:schemeClr val="dk1"/>
              </a:buClr>
              <a:buSzPts val="3200"/>
              <a:buNone/>
            </a:pPr>
            <a:r>
              <a:rPr lang="en-IN"/>
              <a:t>Stakeholders</a:t>
            </a:r>
            <a:endParaRPr/>
          </a:p>
          <a:p>
            <a:pPr indent="-342900" lvl="0" marL="457200" rtl="0" algn="l">
              <a:spcBef>
                <a:spcPts val="640"/>
              </a:spcBef>
              <a:spcAft>
                <a:spcPts val="0"/>
              </a:spcAft>
              <a:buSzPts val="1800"/>
              <a:buAutoNum type="arabicPeriod"/>
            </a:pPr>
            <a:r>
              <a:rPr lang="en-IN"/>
              <a:t>Student</a:t>
            </a:r>
            <a:endParaRPr/>
          </a:p>
          <a:p>
            <a:pPr indent="-342900" lvl="0" marL="457200" rtl="0" algn="l">
              <a:spcBef>
                <a:spcPts val="0"/>
              </a:spcBef>
              <a:spcAft>
                <a:spcPts val="0"/>
              </a:spcAft>
              <a:buSzPts val="1800"/>
              <a:buAutoNum type="arabicPeriod"/>
            </a:pPr>
            <a:r>
              <a:rPr lang="en-IN"/>
              <a:t>faculty</a:t>
            </a:r>
            <a:endParaRPr/>
          </a:p>
          <a:p>
            <a:pPr indent="-342900" lvl="0" marL="457200" rtl="0" algn="l">
              <a:spcBef>
                <a:spcPts val="0"/>
              </a:spcBef>
              <a:spcAft>
                <a:spcPts val="0"/>
              </a:spcAft>
              <a:buSzPts val="1800"/>
              <a:buAutoNum type="arabicPeriod"/>
            </a:pPr>
            <a:r>
              <a:rPr lang="en-IN"/>
              <a:t>Support staff</a:t>
            </a:r>
            <a:endParaRPr/>
          </a:p>
          <a:p>
            <a:pPr indent="-342900" lvl="0" marL="457200" rtl="0" algn="l">
              <a:spcBef>
                <a:spcPts val="0"/>
              </a:spcBef>
              <a:spcAft>
                <a:spcPts val="0"/>
              </a:spcAft>
              <a:buSzPts val="1800"/>
              <a:buAutoNum type="arabicPeriod"/>
            </a:pPr>
            <a:r>
              <a:rPr lang="en-IN"/>
              <a:t>Admin </a:t>
            </a:r>
            <a:endParaRPr/>
          </a:p>
          <a:p>
            <a:pPr indent="-342900" lvl="0" marL="457200" rtl="0" algn="l">
              <a:spcBef>
                <a:spcPts val="0"/>
              </a:spcBef>
              <a:spcAft>
                <a:spcPts val="0"/>
              </a:spcAft>
              <a:buSzPts val="1800"/>
              <a:buAutoNum type="arabicPeriod"/>
            </a:pPr>
            <a:r>
              <a:rPr lang="en-IN"/>
              <a:t>Maintenance</a:t>
            </a:r>
            <a:r>
              <a:rPr lang="en-IN"/>
              <a:t> staff ..etc</a:t>
            </a:r>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Users at client side</a:t>
            </a:r>
            <a:endParaRPr/>
          </a:p>
        </p:txBody>
      </p:sp>
      <p:sp>
        <p:nvSpPr>
          <p:cNvPr id="109" name="Google Shape;109;p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IN"/>
              <a:t>Example </a:t>
            </a:r>
            <a:endParaRPr/>
          </a:p>
          <a:p>
            <a:pPr indent="0" lvl="0" marL="0" rtl="0" algn="l">
              <a:spcBef>
                <a:spcPts val="640"/>
              </a:spcBef>
              <a:spcAft>
                <a:spcPts val="0"/>
              </a:spcAft>
              <a:buClr>
                <a:schemeClr val="dk1"/>
              </a:buClr>
              <a:buSzPts val="3200"/>
              <a:buNone/>
            </a:pPr>
            <a:r>
              <a:rPr lang="en-IN"/>
              <a:t>MS Teams</a:t>
            </a:r>
            <a:endParaRPr/>
          </a:p>
          <a:p>
            <a:pPr indent="0" lvl="0" marL="0" rtl="0" algn="l">
              <a:spcBef>
                <a:spcPts val="640"/>
              </a:spcBef>
              <a:spcAft>
                <a:spcPts val="0"/>
              </a:spcAft>
              <a:buClr>
                <a:schemeClr val="dk1"/>
              </a:buClr>
              <a:buSzPts val="3200"/>
              <a:buNone/>
            </a:pPr>
            <a:r>
              <a:rPr lang="en-IN"/>
              <a:t>In the same way there can be stakeholders in MS Teams</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sp>
        <p:nvSpPr>
          <p:cNvPr id="114" name="Google Shape;114;p6"/>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Users at client side</a:t>
            </a:r>
            <a:endParaRPr/>
          </a:p>
        </p:txBody>
      </p:sp>
      <p:sp>
        <p:nvSpPr>
          <p:cNvPr id="115" name="Google Shape;115;p6"/>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lnSpcReduction="20000"/>
          </a:bodyPr>
          <a:lstStyle/>
          <a:p>
            <a:pPr indent="0" lvl="0" marL="0" rtl="0" algn="l">
              <a:spcBef>
                <a:spcPts val="0"/>
              </a:spcBef>
              <a:spcAft>
                <a:spcPts val="0"/>
              </a:spcAft>
              <a:buClr>
                <a:schemeClr val="dk1"/>
              </a:buClr>
              <a:buSzPts val="3200"/>
              <a:buNone/>
            </a:pPr>
            <a:r>
              <a:rPr lang="en-IN"/>
              <a:t>Example </a:t>
            </a:r>
            <a:endParaRPr/>
          </a:p>
          <a:p>
            <a:pPr indent="0" lvl="0" marL="0" rtl="0" algn="l">
              <a:spcBef>
                <a:spcPts val="640"/>
              </a:spcBef>
              <a:spcAft>
                <a:spcPts val="0"/>
              </a:spcAft>
              <a:buClr>
                <a:schemeClr val="dk1"/>
              </a:buClr>
              <a:buSzPts val="3200"/>
              <a:buNone/>
            </a:pPr>
            <a:r>
              <a:rPr lang="en-IN"/>
              <a:t>Somaiya Website users</a:t>
            </a:r>
            <a:endParaRPr/>
          </a:p>
          <a:p>
            <a:pPr indent="0" lvl="0" marL="0" rtl="0" algn="l">
              <a:spcBef>
                <a:spcPts val="640"/>
              </a:spcBef>
              <a:spcAft>
                <a:spcPts val="0"/>
              </a:spcAft>
              <a:buClr>
                <a:schemeClr val="dk1"/>
              </a:buClr>
              <a:buSzPts val="3200"/>
              <a:buNone/>
            </a:pPr>
            <a:r>
              <a:rPr lang="en-IN"/>
              <a:t>View user</a:t>
            </a:r>
            <a:endParaRPr/>
          </a:p>
          <a:p>
            <a:pPr indent="0" lvl="0" marL="0" rtl="0" algn="l">
              <a:spcBef>
                <a:spcPts val="640"/>
              </a:spcBef>
              <a:spcAft>
                <a:spcPts val="0"/>
              </a:spcAft>
              <a:buClr>
                <a:schemeClr val="dk1"/>
              </a:buClr>
              <a:buSzPts val="3200"/>
              <a:buNone/>
            </a:pPr>
            <a:r>
              <a:rPr lang="en-IN"/>
              <a:t>Student</a:t>
            </a:r>
            <a:endParaRPr/>
          </a:p>
          <a:p>
            <a:pPr indent="0" lvl="0" marL="0" rtl="0" algn="l">
              <a:spcBef>
                <a:spcPts val="640"/>
              </a:spcBef>
              <a:spcAft>
                <a:spcPts val="0"/>
              </a:spcAft>
              <a:buClr>
                <a:schemeClr val="dk1"/>
              </a:buClr>
              <a:buSzPts val="3200"/>
              <a:buNone/>
            </a:pPr>
            <a:r>
              <a:rPr lang="en-IN"/>
              <a:t>Faculty</a:t>
            </a:r>
            <a:endParaRPr/>
          </a:p>
          <a:p>
            <a:pPr indent="0" lvl="0" marL="0" rtl="0" algn="l">
              <a:spcBef>
                <a:spcPts val="640"/>
              </a:spcBef>
              <a:spcAft>
                <a:spcPts val="0"/>
              </a:spcAft>
              <a:buClr>
                <a:schemeClr val="dk1"/>
              </a:buClr>
              <a:buSzPts val="3200"/>
              <a:buNone/>
            </a:pPr>
            <a:r>
              <a:rPr lang="en-IN"/>
              <a:t>Admin staff</a:t>
            </a:r>
            <a:endParaRPr/>
          </a:p>
          <a:p>
            <a:pPr indent="0" lvl="0" marL="0" rtl="0" algn="l">
              <a:spcBef>
                <a:spcPts val="640"/>
              </a:spcBef>
              <a:spcAft>
                <a:spcPts val="0"/>
              </a:spcAft>
              <a:buClr>
                <a:schemeClr val="dk1"/>
              </a:buClr>
              <a:buSzPts val="3200"/>
              <a:buNone/>
            </a:pPr>
            <a:r>
              <a:rPr lang="en-IN"/>
              <a:t>Placement cell</a:t>
            </a:r>
            <a:endParaRPr/>
          </a:p>
          <a:p>
            <a:pPr indent="0" lvl="0" marL="0" rtl="0" algn="l">
              <a:spcBef>
                <a:spcPts val="640"/>
              </a:spcBef>
              <a:spcAft>
                <a:spcPts val="0"/>
              </a:spcAft>
              <a:buClr>
                <a:schemeClr val="dk1"/>
              </a:buClr>
              <a:buSzPts val="3200"/>
              <a:buNone/>
            </a:pPr>
            <a:r>
              <a:rPr lang="en-IN"/>
              <a:t>Internship cell</a:t>
            </a:r>
            <a:endParaRPr/>
          </a:p>
          <a:p>
            <a:pPr indent="0" lvl="0" marL="0" rtl="0" algn="l">
              <a:spcBef>
                <a:spcPts val="640"/>
              </a:spcBef>
              <a:spcAft>
                <a:spcPts val="0"/>
              </a:spcAft>
              <a:buClr>
                <a:schemeClr val="dk1"/>
              </a:buClr>
              <a:buSzPts val="3200"/>
              <a:buNone/>
            </a:pPr>
            <a:r>
              <a:rPr lang="en-IN"/>
              <a:t>…etc</a:t>
            </a:r>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9" name="Shape 119"/>
        <p:cNvGrpSpPr/>
        <p:nvPr/>
      </p:nvGrpSpPr>
      <p:grpSpPr>
        <a:xfrm>
          <a:off x="0" y="0"/>
          <a:ext cx="0" cy="0"/>
          <a:chOff x="0" y="0"/>
          <a:chExt cx="0" cy="0"/>
        </a:xfrm>
      </p:grpSpPr>
      <p:sp>
        <p:nvSpPr>
          <p:cNvPr id="120" name="Google Shape;120;p7"/>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fontScale="90000"/>
          </a:bodyPr>
          <a:lstStyle/>
          <a:p>
            <a:pPr indent="0" lvl="0" marL="0" rtl="0" algn="ctr">
              <a:spcBef>
                <a:spcPts val="0"/>
              </a:spcBef>
              <a:spcAft>
                <a:spcPts val="0"/>
              </a:spcAft>
              <a:buClr>
                <a:schemeClr val="dk1"/>
              </a:buClr>
              <a:buSzPct val="100000"/>
              <a:buFont typeface="Calibri"/>
              <a:buNone/>
            </a:pPr>
            <a:r>
              <a:rPr lang="en-IN"/>
              <a:t>What is system requirement specification</a:t>
            </a:r>
            <a:endParaRPr/>
          </a:p>
        </p:txBody>
      </p:sp>
      <p:sp>
        <p:nvSpPr>
          <p:cNvPr id="121" name="Google Shape;121;p7"/>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IN"/>
              <a:t>SRS, For whom ?</a:t>
            </a:r>
            <a:endParaRPr/>
          </a:p>
          <a:p>
            <a:pPr indent="0" lvl="0" marL="0" rtl="0" algn="l">
              <a:spcBef>
                <a:spcPts val="640"/>
              </a:spcBef>
              <a:spcAft>
                <a:spcPts val="0"/>
              </a:spcAft>
              <a:buClr>
                <a:schemeClr val="dk1"/>
              </a:buClr>
              <a:buSzPts val="3200"/>
              <a:buNone/>
            </a:pPr>
            <a:r>
              <a:rPr lang="en-IN"/>
              <a:t>Who writes SRS?</a:t>
            </a:r>
            <a:endParaRPr/>
          </a:p>
          <a:p>
            <a:pPr indent="0" lvl="0" marL="0" rtl="0" algn="l">
              <a:spcBef>
                <a:spcPts val="640"/>
              </a:spcBef>
              <a:spcAft>
                <a:spcPts val="0"/>
              </a:spcAft>
              <a:buClr>
                <a:schemeClr val="dk1"/>
              </a:buClr>
              <a:buSzPts val="3200"/>
              <a:buNone/>
            </a:pPr>
            <a:r>
              <a:rPr lang="en-IN"/>
              <a:t>Who use ? For what ?</a:t>
            </a:r>
            <a:endParaRPr/>
          </a:p>
          <a:p>
            <a:pPr indent="0" lvl="0" marL="0" rtl="0" algn="l">
              <a:spcBef>
                <a:spcPts val="640"/>
              </a:spcBef>
              <a:spcAft>
                <a:spcPts val="0"/>
              </a:spcAft>
              <a:buClr>
                <a:schemeClr val="dk1"/>
              </a:buClr>
              <a:buSzPts val="3200"/>
              <a:buNone/>
            </a:pPr>
            <a:r>
              <a:t/>
            </a:r>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5" name="Shape 125"/>
        <p:cNvGrpSpPr/>
        <p:nvPr/>
      </p:nvGrpSpPr>
      <p:grpSpPr>
        <a:xfrm>
          <a:off x="0" y="0"/>
          <a:ext cx="0" cy="0"/>
          <a:chOff x="0" y="0"/>
          <a:chExt cx="0" cy="0"/>
        </a:xfrm>
      </p:grpSpPr>
      <p:sp>
        <p:nvSpPr>
          <p:cNvPr id="126" name="Google Shape;126;g2af037e6eb8_0_0"/>
          <p:cNvSpPr txBox="1"/>
          <p:nvPr/>
        </p:nvSpPr>
        <p:spPr>
          <a:xfrm>
            <a:off x="760400" y="668225"/>
            <a:ext cx="7833300" cy="2157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2100">
                <a:solidFill>
                  <a:srgbClr val="273239"/>
                </a:solidFill>
                <a:highlight>
                  <a:srgbClr val="FFFFFF"/>
                </a:highlight>
                <a:latin typeface="Times New Roman"/>
                <a:ea typeface="Times New Roman"/>
                <a:cs typeface="Times New Roman"/>
                <a:sym typeface="Times New Roman"/>
              </a:rPr>
              <a:t>1. Why is it important to define the scope of an SRS document?</a:t>
            </a:r>
            <a:endParaRPr b="1" sz="2100">
              <a:solidFill>
                <a:srgbClr val="273239"/>
              </a:solidFill>
              <a:highlight>
                <a:srgbClr val="FFFFFF"/>
              </a:highlight>
              <a:latin typeface="Times New Roman"/>
              <a:ea typeface="Times New Roman"/>
              <a:cs typeface="Times New Roman"/>
              <a:sym typeface="Times New Roman"/>
            </a:endParaRPr>
          </a:p>
          <a:p>
            <a:pPr indent="0" lvl="0" marL="228600" marR="228600" rtl="0" algn="just">
              <a:lnSpc>
                <a:spcPct val="115000"/>
              </a:lnSpc>
              <a:spcBef>
                <a:spcPts val="1800"/>
              </a:spcBef>
              <a:spcAft>
                <a:spcPts val="2600"/>
              </a:spcAft>
              <a:buNone/>
            </a:pPr>
            <a:r>
              <a:rPr i="1" lang="en-IN" sz="2000">
                <a:solidFill>
                  <a:srgbClr val="273239"/>
                </a:solidFill>
                <a:latin typeface="Times New Roman"/>
                <a:ea typeface="Times New Roman"/>
                <a:cs typeface="Times New Roman"/>
                <a:sym typeface="Times New Roman"/>
              </a:rPr>
              <a:t>Defining the scope in an SRS document helps the customer understand the goals and worth of the software. It also has details about how much it will cost to create and how long it will take, so that the project’s limits are clear.</a:t>
            </a:r>
            <a:endParaRPr i="1" sz="2000">
              <a:solidFill>
                <a:srgbClr val="273239"/>
              </a:solidFill>
              <a:latin typeface="Times New Roman"/>
              <a:ea typeface="Times New Roman"/>
              <a:cs typeface="Times New Roman"/>
              <a:sym typeface="Times New Roman"/>
            </a:endParaRPr>
          </a:p>
        </p:txBody>
      </p:sp>
      <p:sp>
        <p:nvSpPr>
          <p:cNvPr id="127" name="Google Shape;127;g2af037e6eb8_0_0"/>
          <p:cNvSpPr txBox="1"/>
          <p:nvPr/>
        </p:nvSpPr>
        <p:spPr>
          <a:xfrm>
            <a:off x="836000" y="3361250"/>
            <a:ext cx="7682100" cy="242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IN" sz="2000">
                <a:solidFill>
                  <a:srgbClr val="273239"/>
                </a:solidFill>
                <a:highlight>
                  <a:srgbClr val="FFFFFF"/>
                </a:highlight>
                <a:latin typeface="Times New Roman"/>
                <a:ea typeface="Times New Roman"/>
                <a:cs typeface="Times New Roman"/>
                <a:sym typeface="Times New Roman"/>
              </a:rPr>
              <a:t>2. What are functional requirements in an SRS document, and why are they important?</a:t>
            </a:r>
            <a:endParaRPr b="1" sz="2000">
              <a:solidFill>
                <a:srgbClr val="273239"/>
              </a:solidFill>
              <a:highlight>
                <a:srgbClr val="FFFFFF"/>
              </a:highlight>
              <a:latin typeface="Times New Roman"/>
              <a:ea typeface="Times New Roman"/>
              <a:cs typeface="Times New Roman"/>
              <a:sym typeface="Times New Roman"/>
            </a:endParaRPr>
          </a:p>
          <a:p>
            <a:pPr indent="0" lvl="0" marL="228600" marR="228600" rtl="0" algn="just">
              <a:lnSpc>
                <a:spcPct val="115000"/>
              </a:lnSpc>
              <a:spcBef>
                <a:spcPts val="1800"/>
              </a:spcBef>
              <a:spcAft>
                <a:spcPts val="2600"/>
              </a:spcAft>
              <a:buNone/>
            </a:pPr>
            <a:r>
              <a:rPr i="1" lang="en-IN" sz="1900">
                <a:solidFill>
                  <a:srgbClr val="273239"/>
                </a:solidFill>
                <a:latin typeface="Times New Roman"/>
                <a:ea typeface="Times New Roman"/>
                <a:cs typeface="Times New Roman"/>
                <a:sym typeface="Times New Roman"/>
              </a:rPr>
              <a:t>Functional requirements describe how the software system is supposed to work, including how it should react to inputs and make outputs. They help you figure out what the software needs to do and give you a place to start building and testing it.</a:t>
            </a:r>
            <a:endParaRPr i="1" sz="1900">
              <a:solidFill>
                <a:srgbClr val="273239"/>
              </a:solidFill>
              <a:latin typeface="Times New Roman"/>
              <a:ea typeface="Times New Roman"/>
              <a:cs typeface="Times New Roman"/>
              <a:sym typeface="Times New Roman"/>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8"/>
          <p:cNvSpPr txBox="1"/>
          <p:nvPr>
            <p:ph type="title"/>
          </p:nvPr>
        </p:nvSpPr>
        <p:spPr>
          <a:xfrm>
            <a:off x="457200" y="274638"/>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lang="en-IN"/>
              <a:t>Contents of SRS Document</a:t>
            </a:r>
            <a:endParaRPr/>
          </a:p>
        </p:txBody>
      </p:sp>
      <p:sp>
        <p:nvSpPr>
          <p:cNvPr id="133" name="Google Shape;133;p8"/>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Clr>
                <a:schemeClr val="dk1"/>
              </a:buClr>
              <a:buSzPts val="3200"/>
              <a:buNone/>
            </a:pPr>
            <a:r>
              <a:rPr lang="en-IN"/>
              <a:t>Major points</a:t>
            </a:r>
            <a:endParaRPr/>
          </a:p>
          <a:p>
            <a:pPr indent="0" lvl="0" marL="0" rtl="0" algn="l">
              <a:spcBef>
                <a:spcPts val="640"/>
              </a:spcBef>
              <a:spcAft>
                <a:spcPts val="0"/>
              </a:spcAft>
              <a:buClr>
                <a:schemeClr val="dk1"/>
              </a:buClr>
              <a:buSzPts val="3200"/>
              <a:buNone/>
            </a:pPr>
            <a:r>
              <a:rPr lang="en-IN"/>
              <a:t>Definition</a:t>
            </a:r>
            <a:endParaRPr/>
          </a:p>
          <a:p>
            <a:pPr indent="0" lvl="0" marL="0" rtl="0" algn="l">
              <a:spcBef>
                <a:spcPts val="640"/>
              </a:spcBef>
              <a:spcAft>
                <a:spcPts val="0"/>
              </a:spcAft>
              <a:buClr>
                <a:schemeClr val="dk1"/>
              </a:buClr>
              <a:buSzPts val="3200"/>
              <a:buNone/>
            </a:pPr>
            <a:r>
              <a:rPr lang="en-IN"/>
              <a:t>Background</a:t>
            </a:r>
            <a:endParaRPr/>
          </a:p>
          <a:p>
            <a:pPr indent="0" lvl="0" marL="0" rtl="0" algn="l">
              <a:spcBef>
                <a:spcPts val="640"/>
              </a:spcBef>
              <a:spcAft>
                <a:spcPts val="0"/>
              </a:spcAft>
              <a:buClr>
                <a:schemeClr val="dk1"/>
              </a:buClr>
              <a:buSzPts val="3200"/>
              <a:buNone/>
            </a:pPr>
            <a:r>
              <a:rPr lang="en-IN"/>
              <a:t>Functional specifications</a:t>
            </a:r>
            <a:endParaRPr/>
          </a:p>
          <a:p>
            <a:pPr indent="0" lvl="0" marL="0" rtl="0" algn="l">
              <a:spcBef>
                <a:spcPts val="640"/>
              </a:spcBef>
              <a:spcAft>
                <a:spcPts val="0"/>
              </a:spcAft>
              <a:buClr>
                <a:schemeClr val="dk1"/>
              </a:buClr>
              <a:buSzPts val="3200"/>
              <a:buNone/>
            </a:pPr>
            <a:r>
              <a:rPr lang="en-IN"/>
              <a:t>User interfaces etc.</a:t>
            </a:r>
            <a:endParaRPr/>
          </a:p>
          <a:p>
            <a:pPr indent="0" lvl="0" marL="0" rtl="0" algn="l">
              <a:spcBef>
                <a:spcPts val="640"/>
              </a:spcBef>
              <a:spcAft>
                <a:spcPts val="0"/>
              </a:spcAft>
              <a:buClr>
                <a:schemeClr val="dk1"/>
              </a:buClr>
              <a:buSzPts val="3200"/>
              <a:buNone/>
            </a:pPr>
            <a:r>
              <a:rPr lang="en-IN"/>
              <a:t>Cont…</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sp>
        <p:nvSpPr>
          <p:cNvPr id="138" name="Google Shape;138;g2afbc45284e_0_0"/>
          <p:cNvSpPr txBox="1"/>
          <p:nvPr>
            <p:ph idx="4294967295" type="title"/>
          </p:nvPr>
        </p:nvSpPr>
        <p:spPr>
          <a:xfrm>
            <a:off x="457200" y="-258762"/>
            <a:ext cx="8229600" cy="1143000"/>
          </a:xfrm>
          <a:prstGeom prst="rect">
            <a:avLst/>
          </a:prstGeom>
          <a:noFill/>
          <a:ln>
            <a:noFill/>
          </a:ln>
        </p:spPr>
        <p:txBody>
          <a:bodyPr anchorCtr="0" anchor="ctr" bIns="45700" lIns="91425" spcFirstLastPara="1" rIns="91425" wrap="square" tIns="45700">
            <a:normAutofit/>
          </a:bodyPr>
          <a:lstStyle/>
          <a:p>
            <a:pPr indent="0" lvl="0" marL="0" rtl="0" algn="ctr">
              <a:spcBef>
                <a:spcPts val="0"/>
              </a:spcBef>
              <a:spcAft>
                <a:spcPts val="0"/>
              </a:spcAft>
              <a:buClr>
                <a:schemeClr val="dk1"/>
              </a:buClr>
              <a:buSzPts val="4400"/>
              <a:buFont typeface="Calibri"/>
              <a:buNone/>
            </a:pPr>
            <a:r>
              <a:rPr b="1" lang="en-IN" sz="4200"/>
              <a:t>S</a:t>
            </a:r>
            <a:r>
              <a:rPr b="1" lang="en-IN" sz="4200"/>
              <a:t>RS Structure</a:t>
            </a:r>
            <a:endParaRPr b="1" sz="4200"/>
          </a:p>
        </p:txBody>
      </p:sp>
      <p:sp>
        <p:nvSpPr>
          <p:cNvPr id="139" name="Google Shape;139;g2afbc45284e_0_0"/>
          <p:cNvSpPr txBox="1"/>
          <p:nvPr>
            <p:ph idx="4294967295" type="body"/>
          </p:nvPr>
        </p:nvSpPr>
        <p:spPr>
          <a:xfrm>
            <a:off x="457200" y="609600"/>
            <a:ext cx="8229600" cy="6319800"/>
          </a:xfrm>
          <a:prstGeom prst="rect">
            <a:avLst/>
          </a:prstGeom>
          <a:noFill/>
          <a:ln>
            <a:noFill/>
          </a:ln>
        </p:spPr>
        <p:txBody>
          <a:bodyPr anchorCtr="0" anchor="t" bIns="45700" lIns="91425" spcFirstLastPara="1" rIns="91425" wrap="square" tIns="45700">
            <a:noAutofit/>
          </a:bodyPr>
          <a:lstStyle/>
          <a:p>
            <a:pPr indent="-374650" lvl="0" marL="457200" rtl="0" algn="l">
              <a:lnSpc>
                <a:spcPct val="80000"/>
              </a:lnSpc>
              <a:spcBef>
                <a:spcPts val="0"/>
              </a:spcBef>
              <a:spcAft>
                <a:spcPts val="0"/>
              </a:spcAft>
              <a:buSzPts val="2300"/>
              <a:buAutoNum type="arabicPeriod"/>
            </a:pPr>
            <a:r>
              <a:rPr b="1" lang="en-IN" sz="2300"/>
              <a:t>Introduction</a:t>
            </a:r>
            <a:endParaRPr b="1" sz="2300"/>
          </a:p>
          <a:p>
            <a:pPr indent="0" lvl="0" marL="457200" rtl="0" algn="l">
              <a:lnSpc>
                <a:spcPct val="80000"/>
              </a:lnSpc>
              <a:spcBef>
                <a:spcPts val="0"/>
              </a:spcBef>
              <a:spcAft>
                <a:spcPts val="0"/>
              </a:spcAft>
              <a:buSzPts val="688"/>
              <a:buNone/>
            </a:pPr>
            <a:r>
              <a:rPr b="1" lang="en-IN" sz="2300"/>
              <a:t>1.1 Purpose</a:t>
            </a:r>
            <a:endParaRPr b="1" sz="2300"/>
          </a:p>
          <a:p>
            <a:pPr indent="0" lvl="0" marL="457200" rtl="0" algn="l">
              <a:lnSpc>
                <a:spcPct val="80000"/>
              </a:lnSpc>
              <a:spcBef>
                <a:spcPts val="0"/>
              </a:spcBef>
              <a:spcAft>
                <a:spcPts val="0"/>
              </a:spcAft>
              <a:buSzPts val="688"/>
              <a:buNone/>
            </a:pPr>
            <a:r>
              <a:rPr b="1" lang="en-IN" sz="2300"/>
              <a:t>1.2 Intended Audience</a:t>
            </a:r>
            <a:endParaRPr b="1" sz="2300"/>
          </a:p>
          <a:p>
            <a:pPr indent="0" lvl="0" marL="457200" rtl="0" algn="l">
              <a:lnSpc>
                <a:spcPct val="80000"/>
              </a:lnSpc>
              <a:spcBef>
                <a:spcPts val="0"/>
              </a:spcBef>
              <a:spcAft>
                <a:spcPts val="0"/>
              </a:spcAft>
              <a:buSzPts val="688"/>
              <a:buNone/>
            </a:pPr>
            <a:r>
              <a:rPr b="1" lang="en-IN" sz="2300"/>
              <a:t>1.3 Scope	</a:t>
            </a:r>
            <a:endParaRPr b="1" sz="2300"/>
          </a:p>
          <a:p>
            <a:pPr indent="0" lvl="0" marL="457200" rtl="0" algn="l">
              <a:lnSpc>
                <a:spcPct val="80000"/>
              </a:lnSpc>
              <a:spcBef>
                <a:spcPts val="0"/>
              </a:spcBef>
              <a:spcAft>
                <a:spcPts val="0"/>
              </a:spcAft>
              <a:buSzPts val="688"/>
              <a:buNone/>
            </a:pPr>
            <a:r>
              <a:rPr b="1" lang="en-IN" sz="2300"/>
              <a:t>1.4 Definition</a:t>
            </a:r>
            <a:endParaRPr b="1" sz="2300"/>
          </a:p>
          <a:p>
            <a:pPr indent="0" lvl="0" marL="457200" rtl="0" algn="l">
              <a:lnSpc>
                <a:spcPct val="80000"/>
              </a:lnSpc>
              <a:spcBef>
                <a:spcPts val="0"/>
              </a:spcBef>
              <a:spcAft>
                <a:spcPts val="0"/>
              </a:spcAft>
              <a:buSzPts val="688"/>
              <a:buNone/>
            </a:pPr>
            <a:r>
              <a:rPr b="1" lang="en-IN" sz="2300"/>
              <a:t>1.5 References</a:t>
            </a:r>
            <a:endParaRPr b="1" sz="2300"/>
          </a:p>
          <a:p>
            <a:pPr indent="0" lvl="0" marL="457200" rtl="0" algn="l">
              <a:lnSpc>
                <a:spcPct val="80000"/>
              </a:lnSpc>
              <a:spcBef>
                <a:spcPts val="0"/>
              </a:spcBef>
              <a:spcAft>
                <a:spcPts val="0"/>
              </a:spcAft>
              <a:buSzPts val="688"/>
              <a:buNone/>
            </a:pPr>
            <a:r>
              <a:t/>
            </a:r>
            <a:endParaRPr b="1" sz="2300"/>
          </a:p>
          <a:p>
            <a:pPr indent="-374650" lvl="0" marL="457200" rtl="0" algn="l">
              <a:lnSpc>
                <a:spcPct val="80000"/>
              </a:lnSpc>
              <a:spcBef>
                <a:spcPts val="0"/>
              </a:spcBef>
              <a:spcAft>
                <a:spcPts val="0"/>
              </a:spcAft>
              <a:buSzPts val="2300"/>
              <a:buAutoNum type="arabicPeriod"/>
            </a:pPr>
            <a:r>
              <a:rPr b="1" lang="en-IN" sz="2300"/>
              <a:t>Overall Description</a:t>
            </a:r>
            <a:endParaRPr b="1" sz="2300"/>
          </a:p>
          <a:p>
            <a:pPr indent="0" lvl="0" marL="457200" rtl="0" algn="l">
              <a:lnSpc>
                <a:spcPct val="80000"/>
              </a:lnSpc>
              <a:spcBef>
                <a:spcPts val="0"/>
              </a:spcBef>
              <a:spcAft>
                <a:spcPts val="0"/>
              </a:spcAft>
              <a:buSzPts val="688"/>
              <a:buNone/>
            </a:pPr>
            <a:r>
              <a:rPr b="1" lang="en-IN" sz="2300"/>
              <a:t>2.1 User Interfaces</a:t>
            </a:r>
            <a:endParaRPr b="1" sz="2300"/>
          </a:p>
          <a:p>
            <a:pPr indent="0" lvl="0" marL="457200" rtl="0" algn="l">
              <a:lnSpc>
                <a:spcPct val="80000"/>
              </a:lnSpc>
              <a:spcBef>
                <a:spcPts val="0"/>
              </a:spcBef>
              <a:spcAft>
                <a:spcPts val="0"/>
              </a:spcAft>
              <a:buSzPts val="688"/>
              <a:buNone/>
            </a:pPr>
            <a:r>
              <a:rPr b="1" lang="en-IN" sz="2300"/>
              <a:t>2.2 System Interfaces</a:t>
            </a:r>
            <a:endParaRPr b="1" sz="2300"/>
          </a:p>
          <a:p>
            <a:pPr indent="0" lvl="0" marL="457200" rtl="0" algn="l">
              <a:lnSpc>
                <a:spcPct val="80000"/>
              </a:lnSpc>
              <a:spcBef>
                <a:spcPts val="0"/>
              </a:spcBef>
              <a:spcAft>
                <a:spcPts val="0"/>
              </a:spcAft>
              <a:buSzPts val="688"/>
              <a:buNone/>
            </a:pPr>
            <a:r>
              <a:rPr b="1" lang="en-IN" sz="2300"/>
              <a:t>2.3 Constraints, Assumptions and </a:t>
            </a:r>
            <a:r>
              <a:rPr b="1" lang="en-IN" sz="2300"/>
              <a:t>Dependencies</a:t>
            </a:r>
            <a:endParaRPr b="1" sz="2300"/>
          </a:p>
          <a:p>
            <a:pPr indent="0" lvl="0" marL="457200" rtl="0" algn="l">
              <a:lnSpc>
                <a:spcPct val="80000"/>
              </a:lnSpc>
              <a:spcBef>
                <a:spcPts val="0"/>
              </a:spcBef>
              <a:spcAft>
                <a:spcPts val="0"/>
              </a:spcAft>
              <a:buSzPts val="688"/>
              <a:buNone/>
            </a:pPr>
            <a:r>
              <a:rPr b="1" lang="en-IN" sz="2300"/>
              <a:t>2.4 User Characteristics</a:t>
            </a:r>
            <a:endParaRPr b="1" sz="2300"/>
          </a:p>
          <a:p>
            <a:pPr indent="0" lvl="0" marL="457200" rtl="0" algn="l">
              <a:lnSpc>
                <a:spcPct val="80000"/>
              </a:lnSpc>
              <a:spcBef>
                <a:spcPts val="0"/>
              </a:spcBef>
              <a:spcAft>
                <a:spcPts val="0"/>
              </a:spcAft>
              <a:buSzPts val="688"/>
              <a:buNone/>
            </a:pPr>
            <a:r>
              <a:rPr b="1" lang="en-IN" sz="2300"/>
              <a:t>2.5 Hardware Interfaces</a:t>
            </a:r>
            <a:endParaRPr b="1" sz="2300"/>
          </a:p>
          <a:p>
            <a:pPr indent="0" lvl="0" marL="457200" rtl="0" algn="l">
              <a:lnSpc>
                <a:spcPct val="80000"/>
              </a:lnSpc>
              <a:spcBef>
                <a:spcPts val="0"/>
              </a:spcBef>
              <a:spcAft>
                <a:spcPts val="0"/>
              </a:spcAft>
              <a:buSzPts val="688"/>
              <a:buNone/>
            </a:pPr>
            <a:r>
              <a:t/>
            </a:r>
            <a:endParaRPr b="1" sz="2300"/>
          </a:p>
          <a:p>
            <a:pPr indent="-374650" lvl="0" marL="457200" rtl="0" algn="l">
              <a:lnSpc>
                <a:spcPct val="80000"/>
              </a:lnSpc>
              <a:spcBef>
                <a:spcPts val="0"/>
              </a:spcBef>
              <a:spcAft>
                <a:spcPts val="0"/>
              </a:spcAft>
              <a:buSzPts val="2300"/>
              <a:buAutoNum type="arabicPeriod"/>
            </a:pPr>
            <a:r>
              <a:rPr b="1" lang="en-IN" sz="2300"/>
              <a:t>System Features &amp; Requirements</a:t>
            </a:r>
            <a:endParaRPr b="1" sz="2300"/>
          </a:p>
          <a:p>
            <a:pPr indent="0" lvl="0" marL="457200" rtl="0" algn="l">
              <a:lnSpc>
                <a:spcPct val="80000"/>
              </a:lnSpc>
              <a:spcBef>
                <a:spcPts val="0"/>
              </a:spcBef>
              <a:spcAft>
                <a:spcPts val="0"/>
              </a:spcAft>
              <a:buSzPts val="688"/>
              <a:buNone/>
            </a:pPr>
            <a:r>
              <a:rPr b="1" lang="en-IN" sz="2300"/>
              <a:t>3.1 Functional Requirements</a:t>
            </a:r>
            <a:endParaRPr b="1" sz="2300"/>
          </a:p>
          <a:p>
            <a:pPr indent="0" lvl="0" marL="457200" rtl="0" algn="l">
              <a:lnSpc>
                <a:spcPct val="80000"/>
              </a:lnSpc>
              <a:spcBef>
                <a:spcPts val="0"/>
              </a:spcBef>
              <a:spcAft>
                <a:spcPts val="0"/>
              </a:spcAft>
              <a:buSzPts val="688"/>
              <a:buNone/>
            </a:pPr>
            <a:r>
              <a:rPr b="1" lang="en-IN" sz="2300"/>
              <a:t>3.2 Use cases</a:t>
            </a:r>
            <a:endParaRPr b="1" sz="2300"/>
          </a:p>
          <a:p>
            <a:pPr indent="0" lvl="0" marL="457200" rtl="0" algn="l">
              <a:lnSpc>
                <a:spcPct val="80000"/>
              </a:lnSpc>
              <a:spcBef>
                <a:spcPts val="0"/>
              </a:spcBef>
              <a:spcAft>
                <a:spcPts val="0"/>
              </a:spcAft>
              <a:buSzPts val="688"/>
              <a:buNone/>
            </a:pPr>
            <a:r>
              <a:rPr b="1" lang="en-IN" sz="2300"/>
              <a:t>3.3 External interface requirements</a:t>
            </a:r>
            <a:endParaRPr b="1" sz="2300"/>
          </a:p>
          <a:p>
            <a:pPr indent="0" lvl="0" marL="0" rtl="0" algn="l">
              <a:lnSpc>
                <a:spcPct val="80000"/>
              </a:lnSpc>
              <a:spcBef>
                <a:spcPts val="0"/>
              </a:spcBef>
              <a:spcAft>
                <a:spcPts val="0"/>
              </a:spcAft>
              <a:buSzPts val="688"/>
              <a:buNone/>
            </a:pPr>
            <a:r>
              <a:rPr b="1" lang="en-IN" sz="2300"/>
              <a:t>	3.4 Logical Database Requirements</a:t>
            </a:r>
            <a:endParaRPr b="1" sz="2300"/>
          </a:p>
          <a:p>
            <a:pPr indent="0" lvl="0" marL="0" rtl="0" algn="l">
              <a:lnSpc>
                <a:spcPct val="80000"/>
              </a:lnSpc>
              <a:spcBef>
                <a:spcPts val="0"/>
              </a:spcBef>
              <a:spcAft>
                <a:spcPts val="0"/>
              </a:spcAft>
              <a:buSzPts val="688"/>
              <a:buNone/>
            </a:pPr>
            <a:r>
              <a:rPr b="1" lang="en-IN" sz="2300"/>
              <a:t>	3.5 Non-functional Requirements</a:t>
            </a:r>
            <a:endParaRPr b="1" sz="2300"/>
          </a:p>
          <a:p>
            <a:pPr indent="0" lvl="0" marL="0" rtl="0" algn="l">
              <a:lnSpc>
                <a:spcPct val="80000"/>
              </a:lnSpc>
              <a:spcBef>
                <a:spcPts val="0"/>
              </a:spcBef>
              <a:spcAft>
                <a:spcPts val="0"/>
              </a:spcAft>
              <a:buSzPts val="688"/>
              <a:buNone/>
            </a:pPr>
            <a:r>
              <a:t/>
            </a:r>
            <a:endParaRPr b="1" sz="2300"/>
          </a:p>
          <a:p>
            <a:pPr indent="-374650" lvl="0" marL="457200" rtl="0" algn="l">
              <a:lnSpc>
                <a:spcPct val="80000"/>
              </a:lnSpc>
              <a:spcBef>
                <a:spcPts val="0"/>
              </a:spcBef>
              <a:spcAft>
                <a:spcPts val="0"/>
              </a:spcAft>
              <a:buSzPts val="2300"/>
              <a:buAutoNum type="arabicPeriod"/>
            </a:pPr>
            <a:r>
              <a:rPr b="1" lang="en-IN" sz="2300"/>
              <a:t>Deliver for approval</a:t>
            </a:r>
            <a:endParaRPr b="1" sz="2300"/>
          </a:p>
          <a:p>
            <a:pPr indent="0" lvl="0" marL="0" rtl="0" algn="l">
              <a:lnSpc>
                <a:spcPct val="80000"/>
              </a:lnSpc>
              <a:spcBef>
                <a:spcPts val="0"/>
              </a:spcBef>
              <a:spcAft>
                <a:spcPts val="0"/>
              </a:spcAft>
              <a:buSzPts val="688"/>
              <a:buNone/>
            </a:pPr>
            <a:r>
              <a:t/>
            </a:r>
            <a:endParaRPr b="1" sz="2300"/>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3" name="Shape 143"/>
        <p:cNvGrpSpPr/>
        <p:nvPr/>
      </p:nvGrpSpPr>
      <p:grpSpPr>
        <a:xfrm>
          <a:off x="0" y="0"/>
          <a:ext cx="0" cy="0"/>
          <a:chOff x="0" y="0"/>
          <a:chExt cx="0" cy="0"/>
        </a:xfrm>
      </p:grpSpPr>
      <p:sp>
        <p:nvSpPr>
          <p:cNvPr id="144" name="Google Shape;144;g2af037e6eb8_0_11"/>
          <p:cNvSpPr txBox="1"/>
          <p:nvPr/>
        </p:nvSpPr>
        <p:spPr>
          <a:xfrm>
            <a:off x="655200" y="837750"/>
            <a:ext cx="7862100" cy="5136300"/>
          </a:xfrm>
          <a:prstGeom prst="rect">
            <a:avLst/>
          </a:prstGeom>
          <a:noFill/>
          <a:ln>
            <a:noFill/>
          </a:ln>
        </p:spPr>
        <p:txBody>
          <a:bodyPr anchorCtr="0" anchor="t" bIns="91425" lIns="91425" spcFirstLastPara="1" rIns="91425" wrap="square" tIns="91425">
            <a:spAutoFit/>
          </a:bodyPr>
          <a:lstStyle/>
          <a:p>
            <a:pPr indent="0" lvl="0" marL="0" rtl="0" algn="ctr">
              <a:lnSpc>
                <a:spcPct val="115000"/>
              </a:lnSpc>
              <a:spcBef>
                <a:spcPts val="0"/>
              </a:spcBef>
              <a:spcAft>
                <a:spcPts val="0"/>
              </a:spcAft>
              <a:buNone/>
            </a:pPr>
            <a:r>
              <a:rPr b="1" lang="en-IN" sz="3700">
                <a:solidFill>
                  <a:srgbClr val="273239"/>
                </a:solidFill>
                <a:highlight>
                  <a:srgbClr val="FFFFFF"/>
                </a:highlight>
                <a:latin typeface="Times New Roman"/>
                <a:ea typeface="Times New Roman"/>
                <a:cs typeface="Times New Roman"/>
                <a:sym typeface="Times New Roman"/>
              </a:rPr>
              <a:t>Conclusio</a:t>
            </a:r>
            <a:r>
              <a:rPr b="1" lang="en-IN" sz="3700">
                <a:solidFill>
                  <a:srgbClr val="273239"/>
                </a:solidFill>
                <a:highlight>
                  <a:srgbClr val="FFFFFF"/>
                </a:highlight>
                <a:latin typeface="Times New Roman"/>
                <a:ea typeface="Times New Roman"/>
                <a:cs typeface="Times New Roman"/>
                <a:sym typeface="Times New Roman"/>
              </a:rPr>
              <a:t>n</a:t>
            </a:r>
            <a:endParaRPr b="1" sz="3700">
              <a:solidFill>
                <a:srgbClr val="273239"/>
              </a:solidFill>
              <a:highlight>
                <a:srgbClr val="FFFFFF"/>
              </a:highlight>
              <a:latin typeface="Times New Roman"/>
              <a:ea typeface="Times New Roman"/>
              <a:cs typeface="Times New Roman"/>
              <a:sym typeface="Times New Roman"/>
            </a:endParaRPr>
          </a:p>
          <a:p>
            <a:pPr indent="0" lvl="0" marL="0" rtl="0" algn="l">
              <a:lnSpc>
                <a:spcPct val="115000"/>
              </a:lnSpc>
              <a:spcBef>
                <a:spcPts val="0"/>
              </a:spcBef>
              <a:spcAft>
                <a:spcPts val="0"/>
              </a:spcAft>
              <a:buNone/>
            </a:pPr>
            <a:r>
              <a:t/>
            </a:r>
            <a:endParaRPr b="1" sz="2100">
              <a:solidFill>
                <a:srgbClr val="273239"/>
              </a:solidFill>
              <a:highlight>
                <a:srgbClr val="FFFFFF"/>
              </a:highlight>
              <a:latin typeface="Times New Roman"/>
              <a:ea typeface="Times New Roman"/>
              <a:cs typeface="Times New Roman"/>
              <a:sym typeface="Times New Roman"/>
            </a:endParaRPr>
          </a:p>
          <a:p>
            <a:pPr indent="0" lvl="0" marL="0" rtl="0" algn="just">
              <a:lnSpc>
                <a:spcPct val="115000"/>
              </a:lnSpc>
              <a:spcBef>
                <a:spcPts val="0"/>
              </a:spcBef>
              <a:spcAft>
                <a:spcPts val="800"/>
              </a:spcAft>
              <a:buNone/>
            </a:pPr>
            <a:r>
              <a:rPr lang="en-IN" sz="2500">
                <a:solidFill>
                  <a:srgbClr val="273239"/>
                </a:solidFill>
                <a:highlight>
                  <a:srgbClr val="FFFFFF"/>
                </a:highlight>
                <a:latin typeface="Times New Roman"/>
                <a:ea typeface="Times New Roman"/>
                <a:cs typeface="Times New Roman"/>
                <a:sym typeface="Times New Roman"/>
              </a:rPr>
              <a:t>Software development requires a well-structured Software Requirement Specification (SRS). It helps stakeholders communicate, provides a roadmap for development teams, guides testers in creating effective test plans, guides maintenance and support employees, informs project management decisions, and sets customer expectations. The SRS document helps ensure that the software meets functional and non-functional requirements, resulting in a quality product on time and within budget.</a:t>
            </a:r>
            <a:endParaRPr sz="2500">
              <a:solidFill>
                <a:srgbClr val="273239"/>
              </a:solidFill>
              <a:highlight>
                <a:srgbClr val="FFFFFF"/>
              </a:highlight>
              <a:latin typeface="Times New Roman"/>
              <a:ea typeface="Times New Roman"/>
              <a:cs typeface="Times New Roman"/>
              <a:sym typeface="Times New Roman"/>
            </a:endParaRPr>
          </a:p>
        </p:txBody>
      </p:sp>
    </p:spTree>
  </p:cSld>
  <p:clrMapOvr>
    <a:masterClrMapping/>
  </p:clrMapOvr>
</p:sld>
</file>

<file path=ppt/theme/theme1.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2024-01-08T06:34:49Z</dcterms:created>
  <dc:creator>Uday Joshi</dc:creator>
</cp:coreProperties>
</file>