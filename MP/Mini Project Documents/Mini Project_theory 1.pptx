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P/hw8HFYlKcoRul+ZLkP7i7aS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F09B8AAF-047B-4A51-8726-CEE72CCEFADE}">
  <a:tblStyle styleId="{F09B8AAF-047B-4A51-8726-CEE72CCEFAD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6777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Mini Project </a:t>
            </a:r>
            <a:br>
              <a:rPr lang="en-IN"/>
            </a:br>
            <a:r>
              <a:rPr lang="en-IN"/>
              <a:t/>
            </a:r>
            <a:br>
              <a:rPr lang="en-IN"/>
            </a:br>
            <a:r>
              <a:rPr lang="en-IN"/>
              <a:t>Course Code:116U01P401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4869160"/>
            <a:ext cx="7016824" cy="76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IN" dirty="0"/>
              <a:t>Computer Engineering Semester </a:t>
            </a:r>
            <a:r>
              <a:rPr lang="en-IN" dirty="0" smtClean="0"/>
              <a:t>IV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Course Delivery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Per Week</a:t>
            </a:r>
            <a:endParaRPr dirty="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IN" dirty="0"/>
              <a:t>Theory/ Tutorial: 1 </a:t>
            </a:r>
            <a:r>
              <a:rPr lang="en-IN" dirty="0" err="1"/>
              <a:t>Hr</a:t>
            </a:r>
            <a:endParaRPr dirty="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IN" dirty="0"/>
              <a:t>Laboratory: 2 </a:t>
            </a:r>
            <a:r>
              <a:rPr lang="en-IN" dirty="0" err="1"/>
              <a:t>Hr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Assessment</a:t>
            </a:r>
            <a:endParaRPr dirty="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IN" dirty="0"/>
              <a:t>In Semester Assessment: </a:t>
            </a:r>
            <a:r>
              <a:rPr lang="en-IN" dirty="0" smtClean="0"/>
              <a:t>50</a:t>
            </a:r>
            <a:r>
              <a:rPr lang="en-IN" dirty="0" smtClean="0"/>
              <a:t> </a:t>
            </a:r>
            <a:r>
              <a:rPr lang="en-IN" dirty="0"/>
              <a:t>Marks</a:t>
            </a:r>
            <a:endParaRPr dirty="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IN" dirty="0"/>
              <a:t>End Semester Assessment: </a:t>
            </a:r>
            <a:r>
              <a:rPr lang="en-IN" dirty="0" smtClean="0"/>
              <a:t>50</a:t>
            </a:r>
            <a:r>
              <a:rPr lang="en-IN" dirty="0" smtClean="0"/>
              <a:t> </a:t>
            </a:r>
            <a:r>
              <a:rPr lang="en-IN" dirty="0"/>
              <a:t>Marks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Activity:</a:t>
            </a:r>
            <a:endParaRPr dirty="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IN" b="1" dirty="0"/>
              <a:t>At the end of the semester a small working model of a software/ hardware fulfilling requirements </a:t>
            </a:r>
            <a:endParaRPr dirty="0"/>
          </a:p>
          <a:p>
            <a:pPr marL="457200" lvl="1" indent="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/>
              <a:t> 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Course Delivery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 dirty="0"/>
              <a:t>Faculty In-charges  for laboratory (</a:t>
            </a:r>
            <a:r>
              <a:rPr lang="en-IN" dirty="0" err="1"/>
              <a:t>Div</a:t>
            </a:r>
            <a:r>
              <a:rPr lang="en-IN" dirty="0"/>
              <a:t> </a:t>
            </a:r>
            <a:r>
              <a:rPr lang="en-IN" dirty="0" smtClean="0"/>
              <a:t>A)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 dirty="0"/>
              <a:t>Theory/ Tutorial will be conducted together</a:t>
            </a:r>
            <a:endParaRPr dirty="0"/>
          </a:p>
        </p:txBody>
      </p:sp>
      <p:graphicFrame>
        <p:nvGraphicFramePr>
          <p:cNvPr id="98" name="Google Shape;98;p3"/>
          <p:cNvGraphicFramePr/>
          <p:nvPr>
            <p:extLst>
              <p:ext uri="{D42A27DB-BD31-4B8C-83A1-F6EECF244321}">
                <p14:modId xmlns:p14="http://schemas.microsoft.com/office/powerpoint/2010/main" val="1302924708"/>
              </p:ext>
            </p:extLst>
          </p:nvPr>
        </p:nvGraphicFramePr>
        <p:xfrm>
          <a:off x="1043608" y="2420888"/>
          <a:ext cx="6096000" cy="2194600"/>
        </p:xfrm>
        <a:graphic>
          <a:graphicData uri="http://schemas.openxmlformats.org/drawingml/2006/table">
            <a:tbl>
              <a:tblPr firstRow="1" bandRow="1">
                <a:noFill/>
                <a:tableStyleId>{F09B8AAF-047B-4A51-8726-CEE72CCEFADE}</a:tableStyleId>
              </a:tblPr>
              <a:tblGrid>
                <a:gridCol w="3888425"/>
                <a:gridCol w="22075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strike="noStrike" cap="none" dirty="0"/>
                        <a:t>Name of The Faculty Member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/>
                        <a:t>Batch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smtClean="0"/>
                        <a:t>Grishma</a:t>
                      </a:r>
                      <a:r>
                        <a:rPr lang="en-US" sz="2400" baseline="0" dirty="0" smtClean="0"/>
                        <a:t> Sharma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/>
                        <a:t>A</a:t>
                      </a:r>
                      <a:r>
                        <a:rPr lang="en-IN" sz="2400" dirty="0" smtClean="0"/>
                        <a:t>1</a:t>
                      </a:r>
                      <a:endParaRPr dirty="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err="1" smtClean="0"/>
                        <a:t>Kiran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thale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/>
                        <a:t>A</a:t>
                      </a:r>
                      <a:r>
                        <a:rPr lang="en-IN" sz="2400" dirty="0" smtClean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err="1" smtClean="0"/>
                        <a:t>Poonam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aseline="0" dirty="0" err="1" smtClean="0"/>
                        <a:t>Bhogale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/>
                        <a:t>A</a:t>
                      </a:r>
                      <a:r>
                        <a:rPr lang="en-IN" sz="2400" dirty="0" smtClean="0"/>
                        <a:t>3</a:t>
                      </a:r>
                      <a:endParaRPr dirty="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Tutorial/ Theory 1</a:t>
            </a:r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Definition of a project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Types of projects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Differentiation between a project, product, and a program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Motivation for doing mini project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Hands on experience on development of a product working in a team with constraints of time  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Project as a Team activity</a:t>
            </a:r>
            <a:endParaRPr/>
          </a:p>
        </p:txBody>
      </p:sp>
      <p:sp>
        <p:nvSpPr>
          <p:cNvPr id="117" name="Google Shape;11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Selection of a team: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Method followed by students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Form a group and then select a project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Method to be followed in reality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Decide atopic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Select appropriate team members</a:t>
            </a:r>
            <a:endParaRPr/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Sustainable Development Goals</a:t>
            </a:r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0528" y="0"/>
            <a:ext cx="9485312" cy="592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>
            <a:spLocks noGrp="1"/>
          </p:cNvSpPr>
          <p:nvPr>
            <p:ph type="title"/>
          </p:nvPr>
        </p:nvSpPr>
        <p:spPr>
          <a:xfrm>
            <a:off x="251520" y="11266"/>
            <a:ext cx="8229600" cy="68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SDG</a:t>
            </a:r>
            <a:endParaRPr/>
          </a:p>
        </p:txBody>
      </p:sp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764704"/>
            <a:ext cx="8826961" cy="5820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SDG</a:t>
            </a:r>
            <a:endParaRPr/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535" y="980728"/>
            <a:ext cx="8545037" cy="504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>
            <a:spLocks noGrp="1"/>
          </p:cNvSpPr>
          <p:nvPr>
            <p:ph type="title"/>
          </p:nvPr>
        </p:nvSpPr>
        <p:spPr>
          <a:xfrm>
            <a:off x="457200" y="-27384"/>
            <a:ext cx="8229600" cy="72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SDG</a:t>
            </a:r>
            <a:endParaRPr/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528" y="692696"/>
            <a:ext cx="8701804" cy="4896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Timeline of Activities</a:t>
            </a:r>
            <a:endParaRPr/>
          </a:p>
        </p:txBody>
      </p:sp>
      <p:sp>
        <p:nvSpPr>
          <p:cNvPr id="148" name="Google Shape;148;p11"/>
          <p:cNvSpPr txBox="1">
            <a:spLocks noGrp="1"/>
          </p:cNvSpPr>
          <p:nvPr>
            <p:ph type="body" idx="1"/>
          </p:nvPr>
        </p:nvSpPr>
        <p:spPr>
          <a:xfrm>
            <a:off x="395536" y="105273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Duration of the semester: 15 weeks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In semester Assessment: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Mostly close to ISE of other theory examination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End Semester Assessment: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Last week if the semester: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 b="1"/>
              <a:t>Students should demonstrate 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 b="1"/>
              <a:t>the working model by end of the semester</a:t>
            </a:r>
            <a:r>
              <a:rPr lang="en-I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Line of Action</a:t>
            </a:r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1"/>
          </p:nvPr>
        </p:nvSpPr>
        <p:spPr>
          <a:xfrm>
            <a:off x="395536" y="1052736"/>
            <a:ext cx="8229600" cy="5256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Select a topic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Select a team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Define the Project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Scope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Team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Deliverables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Plan the Activities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Perform the Activities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Lessons Learnt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Selection of Topic</a:t>
            </a:r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body" idx="1"/>
          </p:nvPr>
        </p:nvSpPr>
        <p:spPr>
          <a:xfrm>
            <a:off x="395536" y="1052736"/>
            <a:ext cx="8229600" cy="5256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Your interest,  aim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Search what is in demand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Find how others are doing that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Whats RoI</a:t>
            </a:r>
            <a:endParaRPr b="1">
              <a:solidFill>
                <a:srgbClr val="002060"/>
              </a:solidFill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Searching for Topic</a:t>
            </a:r>
            <a:endParaRPr/>
          </a:p>
        </p:txBody>
      </p:sp>
      <p:sp>
        <p:nvSpPr>
          <p:cNvPr id="166" name="Google Shape;166;p14"/>
          <p:cNvSpPr txBox="1">
            <a:spLocks noGrp="1"/>
          </p:cNvSpPr>
          <p:nvPr>
            <p:ph type="body" idx="1"/>
          </p:nvPr>
        </p:nvSpPr>
        <p:spPr>
          <a:xfrm>
            <a:off x="395536" y="1052736"/>
            <a:ext cx="8229600" cy="5256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</a:pPr>
            <a:r>
              <a:rPr lang="en-IN" b="1">
                <a:solidFill>
                  <a:srgbClr val="002060"/>
                </a:solidFill>
              </a:rPr>
              <a:t>Use authentic source for topic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b="1">
                <a:solidFill>
                  <a:srgbClr val="002060"/>
                </a:solidFill>
              </a:rPr>
              <a:t>Ways to search 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IN" b="1">
                <a:solidFill>
                  <a:srgbClr val="002060"/>
                </a:solidFill>
              </a:rPr>
              <a:t>Google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IN" b="1">
                <a:solidFill>
                  <a:srgbClr val="002060"/>
                </a:solidFill>
              </a:rPr>
              <a:t>Google Scholar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b="1">
                <a:solidFill>
                  <a:srgbClr val="002060"/>
                </a:solidFill>
              </a:rPr>
              <a:t>Browse through various papers/online </a:t>
            </a:r>
            <a:endParaRPr b="1">
              <a:solidFill>
                <a:srgbClr val="002060"/>
              </a:solidFill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b="1">
                <a:solidFill>
                  <a:srgbClr val="002060"/>
                </a:solidFill>
              </a:rPr>
              <a:t>Segregate papers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IN" b="1">
                <a:solidFill>
                  <a:srgbClr val="002060"/>
                </a:solidFill>
              </a:rPr>
              <a:t>Relevant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IN" b="1">
                <a:solidFill>
                  <a:srgbClr val="002060"/>
                </a:solidFill>
              </a:rPr>
              <a:t>Irrelevant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b="1">
                <a:solidFill>
                  <a:srgbClr val="002060"/>
                </a:solidFill>
              </a:rPr>
              <a:t>Tabulate the papers/ online documents</a:t>
            </a:r>
            <a:endParaRPr b="1">
              <a:solidFill>
                <a:srgbClr val="002060"/>
              </a:solidFill>
            </a:endParaRPr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solidFill>
                <a:srgbClr val="002060"/>
              </a:solidFill>
            </a:endParaRPr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On-screen Show (4:3)</PresentationFormat>
  <Paragraphs>80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Mini Project   Course Code:116U01P401</vt:lpstr>
      <vt:lpstr>Course Delivery</vt:lpstr>
      <vt:lpstr>Course Delivery</vt:lpstr>
      <vt:lpstr>Tutorial/ Theory 1</vt:lpstr>
      <vt:lpstr>Project as a Team activity</vt:lpstr>
      <vt:lpstr>Sustainable Development Goals</vt:lpstr>
      <vt:lpstr>SDG</vt:lpstr>
      <vt:lpstr>SDG</vt:lpstr>
      <vt:lpstr>SDG</vt:lpstr>
      <vt:lpstr>Timeline of Activities</vt:lpstr>
      <vt:lpstr>Line of Action</vt:lpstr>
      <vt:lpstr>Selection of Topic</vt:lpstr>
      <vt:lpstr>Searching for Topic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  Course Code:116U01P401</dc:title>
  <dc:creator>Uday Joshi</dc:creator>
  <cp:lastModifiedBy>Admin</cp:lastModifiedBy>
  <cp:revision>1</cp:revision>
  <dcterms:created xsi:type="dcterms:W3CDTF">2024-01-02T05:52:00Z</dcterms:created>
  <dcterms:modified xsi:type="dcterms:W3CDTF">2024-01-12T06:04:30Z</dcterms:modified>
</cp:coreProperties>
</file>