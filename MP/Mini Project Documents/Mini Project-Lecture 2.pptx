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344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B27EC-09D0-400B-B703-1E2013314060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DD5A7-4A0F-44E9-8DFB-C34118F76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45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B27EC-09D0-400B-B703-1E2013314060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DD5A7-4A0F-44E9-8DFB-C34118F76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36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B27EC-09D0-400B-B703-1E2013314060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DD5A7-4A0F-44E9-8DFB-C34118F76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92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B27EC-09D0-400B-B703-1E2013314060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DD5A7-4A0F-44E9-8DFB-C34118F76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306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B27EC-09D0-400B-B703-1E2013314060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DD5A7-4A0F-44E9-8DFB-C34118F76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984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B27EC-09D0-400B-B703-1E2013314060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DD5A7-4A0F-44E9-8DFB-C34118F76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554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B27EC-09D0-400B-B703-1E2013314060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DD5A7-4A0F-44E9-8DFB-C34118F76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877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B27EC-09D0-400B-B703-1E2013314060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DD5A7-4A0F-44E9-8DFB-C34118F76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523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B27EC-09D0-400B-B703-1E2013314060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DD5A7-4A0F-44E9-8DFB-C34118F76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70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B27EC-09D0-400B-B703-1E2013314060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DD5A7-4A0F-44E9-8DFB-C34118F76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058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B27EC-09D0-400B-B703-1E2013314060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DD5A7-4A0F-44E9-8DFB-C34118F76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00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B27EC-09D0-400B-B703-1E2013314060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DD5A7-4A0F-44E9-8DFB-C34118F76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30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28801"/>
            <a:ext cx="7772400" cy="197165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Mini Project </a:t>
            </a:r>
            <a:br>
              <a:rPr lang="en-IN" dirty="0" smtClean="0"/>
            </a:br>
            <a:r>
              <a:rPr lang="en-IN" dirty="0" smtClean="0"/>
              <a:t>Semester IV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Theory / Tutorial - 2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288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Project Development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8229600" cy="4525963"/>
          </a:xfrm>
        </p:spPr>
        <p:txBody>
          <a:bodyPr/>
          <a:lstStyle/>
          <a:p>
            <a:r>
              <a:rPr lang="en-IN" dirty="0" smtClean="0"/>
              <a:t>Program/ Product: Software code, End services or something tangible</a:t>
            </a:r>
          </a:p>
          <a:p>
            <a:r>
              <a:rPr lang="en-IN" dirty="0" smtClean="0"/>
              <a:t>People: Developer, Clients and End Users</a:t>
            </a:r>
          </a:p>
          <a:p>
            <a:r>
              <a:rPr lang="en-IN" dirty="0" smtClean="0"/>
              <a:t>Process: Hardware, product building</a:t>
            </a:r>
            <a:r>
              <a:rPr lang="en-IN" dirty="0"/>
              <a:t>,</a:t>
            </a:r>
            <a:r>
              <a:rPr lang="en-IN" dirty="0" smtClean="0"/>
              <a:t> assembly, development of software</a:t>
            </a:r>
          </a:p>
          <a:p>
            <a:r>
              <a:rPr lang="en-IN" dirty="0" smtClean="0"/>
              <a:t>Project: People + Process + Product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117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Project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r>
              <a:rPr lang="en-US" b="1" dirty="0"/>
              <a:t>“A project is a temporary endeavor undertaken to create a unique product or a service”</a:t>
            </a:r>
            <a:endParaRPr lang="en-US" b="0" dirty="0" smtClean="0">
              <a:effectLst/>
            </a:endParaRPr>
          </a:p>
          <a:p>
            <a:pPr lvl="1" fontAlgn="base"/>
            <a:r>
              <a:rPr lang="en-US" dirty="0"/>
              <a:t>Projects are often implemented as a means of achieving an organization’s strategic plan</a:t>
            </a:r>
          </a:p>
          <a:p>
            <a:pPr lvl="1" fontAlgn="base"/>
            <a:r>
              <a:rPr lang="en-US" dirty="0"/>
              <a:t>May involve a single person or thousands of people</a:t>
            </a:r>
          </a:p>
          <a:p>
            <a:pPr lvl="1" fontAlgn="base"/>
            <a:r>
              <a:rPr lang="en-US" dirty="0"/>
              <a:t>Duration may range from a few weeks to few years </a:t>
            </a:r>
          </a:p>
          <a:p>
            <a:pPr lvl="1" fontAlgn="base"/>
            <a:r>
              <a:rPr lang="en-US" dirty="0"/>
              <a:t>May involve a single unit in the organization or may cross organizational boundaries, as in a joint ventures and partnering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535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Project</a:t>
            </a:r>
            <a:endParaRPr lang="en-IN" dirty="0"/>
          </a:p>
        </p:txBody>
      </p:sp>
      <p:pic>
        <p:nvPicPr>
          <p:cNvPr id="1026" name="Picture 2" descr="https://lh7-us.googleusercontent.com/d6tHfUwPncwvWPxqLU5k5LvjQcCVGY8qyFwXiS0fTcc6cLbLhXQZmyUnb1XqVcPn4E_o2KWdPHLQqK8NcPistwx3ImnugL58i_xaqjyki2xCsjXYMulGm1JIk4RIH_pGDIIcOFD_yD3J2nI-R6r6zOfd=s204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40" t="16619" r="28876" b="44073"/>
          <a:stretch/>
        </p:blipFill>
        <p:spPr bwMode="auto">
          <a:xfrm>
            <a:off x="467544" y="1359024"/>
            <a:ext cx="8532235" cy="4578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06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848" y="0"/>
            <a:ext cx="8229600" cy="764704"/>
          </a:xfrm>
        </p:spPr>
        <p:txBody>
          <a:bodyPr/>
          <a:lstStyle/>
          <a:p>
            <a:r>
              <a:rPr lang="en-IN" dirty="0" smtClean="0"/>
              <a:t>Project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467544" y="620688"/>
            <a:ext cx="835292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Phase A: Conception Phase:</a:t>
            </a:r>
          </a:p>
          <a:p>
            <a:r>
              <a:rPr lang="en-US" sz="2000" b="1" dirty="0" smtClean="0"/>
              <a:t>Initiation: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Concept or idea ( very vague): Typically a problem faced by someone in completing something.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Generally described by  a lay-man in </a:t>
            </a:r>
            <a:r>
              <a:rPr lang="en-US" dirty="0"/>
              <a:t>E</a:t>
            </a:r>
            <a:r>
              <a:rPr lang="en-US" dirty="0" smtClean="0"/>
              <a:t>nglish </a:t>
            </a:r>
          </a:p>
          <a:p>
            <a:endParaRPr lang="en-US" sz="2000" b="1" dirty="0"/>
          </a:p>
          <a:p>
            <a:r>
              <a:rPr lang="en-US" sz="2000" b="1" dirty="0" smtClean="0"/>
              <a:t>Feasibility: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Technical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Operational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Economic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Legal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Schedule Feasibility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000" b="1" dirty="0"/>
              <a:t>Proposal Preparation: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Solution developed by the same person who is having some difficulties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Ask solution from some experts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Investor/ Sponsor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Solution Providing Organization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Client/ End User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0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318" y="0"/>
            <a:ext cx="8229600" cy="764704"/>
          </a:xfrm>
        </p:spPr>
        <p:txBody>
          <a:bodyPr/>
          <a:lstStyle/>
          <a:p>
            <a:r>
              <a:rPr lang="en-IN" dirty="0" smtClean="0"/>
              <a:t>Project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51520" y="836712"/>
            <a:ext cx="8352928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Phase B: Definition Phase:</a:t>
            </a:r>
          </a:p>
          <a:p>
            <a:r>
              <a:rPr lang="en-US" sz="2000" b="1" dirty="0" smtClean="0"/>
              <a:t>Project Definition: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Prepare a reference document to be used by solution providing organization or by sponsor to understand </a:t>
            </a:r>
            <a:r>
              <a:rPr lang="en-US" b="1" dirty="0" smtClean="0"/>
              <a:t>WHAT kind of issues are faced </a:t>
            </a:r>
          </a:p>
          <a:p>
            <a:endParaRPr lang="en-US" sz="2000" b="1" dirty="0"/>
          </a:p>
          <a:p>
            <a:r>
              <a:rPr lang="en-US" sz="2000" b="1" dirty="0" smtClean="0"/>
              <a:t>System Definition: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Details of what exactly the solution should provide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000" b="1" dirty="0" smtClean="0"/>
              <a:t>User and System Requirements: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Facilities to be provided in the system/ solution required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31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318" y="0"/>
            <a:ext cx="8229600" cy="764704"/>
          </a:xfrm>
        </p:spPr>
        <p:txBody>
          <a:bodyPr/>
          <a:lstStyle/>
          <a:p>
            <a:r>
              <a:rPr lang="en-IN" dirty="0" smtClean="0"/>
              <a:t>Project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51520" y="836712"/>
            <a:ext cx="8352928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Phase C: Execution Phase:</a:t>
            </a:r>
          </a:p>
          <a:p>
            <a:r>
              <a:rPr lang="en-US" sz="2000" b="1" dirty="0" smtClean="0"/>
              <a:t>Design Phase: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Concept or idea ( very vague): Typically a problem faced by someone in completing something.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Generally described by  a lay-man in </a:t>
            </a:r>
            <a:r>
              <a:rPr lang="en-US" dirty="0"/>
              <a:t>E</a:t>
            </a:r>
            <a:r>
              <a:rPr lang="en-US" dirty="0" smtClean="0"/>
              <a:t>nglish </a:t>
            </a:r>
          </a:p>
          <a:p>
            <a:endParaRPr lang="en-US" sz="2000" b="1" dirty="0"/>
          </a:p>
          <a:p>
            <a:r>
              <a:rPr lang="en-US" sz="2000" b="1" dirty="0" smtClean="0"/>
              <a:t>Production/ Build Stage: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Fabrication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000" b="1" dirty="0" smtClean="0"/>
              <a:t>Implementation Stage (Commissioning):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Acceptance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Installation </a:t>
            </a:r>
          </a:p>
          <a:p>
            <a:endParaRPr lang="en-US" dirty="0" smtClean="0"/>
          </a:p>
          <a:p>
            <a:r>
              <a:rPr lang="en-US" sz="2000" b="1" dirty="0"/>
              <a:t>Termination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6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318" y="0"/>
            <a:ext cx="8229600" cy="764704"/>
          </a:xfrm>
        </p:spPr>
        <p:txBody>
          <a:bodyPr/>
          <a:lstStyle/>
          <a:p>
            <a:r>
              <a:rPr lang="en-IN" dirty="0" smtClean="0"/>
              <a:t>Project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51520" y="836712"/>
            <a:ext cx="8352928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Phase D: Operation Phase:</a:t>
            </a:r>
          </a:p>
          <a:p>
            <a:r>
              <a:rPr lang="en-US" sz="2000" b="1" dirty="0"/>
              <a:t>S</a:t>
            </a:r>
            <a:r>
              <a:rPr lang="en-US" sz="2000" b="1" dirty="0" smtClean="0"/>
              <a:t>ystem maintenance and evaluation: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System Improvement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System Termination 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83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318" y="0"/>
            <a:ext cx="8229600" cy="764704"/>
          </a:xfrm>
        </p:spPr>
        <p:txBody>
          <a:bodyPr/>
          <a:lstStyle/>
          <a:p>
            <a:r>
              <a:rPr lang="en-IN" dirty="0" smtClean="0"/>
              <a:t>Project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51520" y="836712"/>
            <a:ext cx="8352928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Problem Definition:</a:t>
            </a:r>
          </a:p>
          <a:p>
            <a:endParaRPr lang="en-US" sz="2400" b="1" dirty="0" smtClean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Clearly mention requirements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Requirement gathering mechanism: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Surveys and questionnaire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Interviews</a:t>
            </a:r>
            <a:endParaRPr lang="en-US" dirty="0" smtClean="0"/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Market Analysis 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Competitors</a:t>
            </a:r>
          </a:p>
          <a:p>
            <a:pPr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Solution Design: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Plan to provide successful product covering all requirements (SCOPE) in specified TIME, and in agreed upon COST 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Parallel implementation of various module</a:t>
            </a:r>
            <a:endParaRPr lang="en-US" dirty="0"/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230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318" y="0"/>
            <a:ext cx="8229600" cy="764704"/>
          </a:xfrm>
        </p:spPr>
        <p:txBody>
          <a:bodyPr/>
          <a:lstStyle/>
          <a:p>
            <a:r>
              <a:rPr lang="en-IN" dirty="0" smtClean="0"/>
              <a:t>Project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51520" y="836712"/>
            <a:ext cx="8352928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Problem Implementation: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Code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Implementation of Design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smtClean="0"/>
              <a:t>Testing: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Acceptance testing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Modules testing 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System testing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Improvements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60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1250</TotalTime>
  <Words>362</Words>
  <Application>Microsoft Office PowerPoint</Application>
  <PresentationFormat>On-screen Show (4:3)</PresentationFormat>
  <Paragraphs>90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Mini Project  Semester IV </vt:lpstr>
      <vt:lpstr>Project Development </vt:lpstr>
      <vt:lpstr>Project</vt:lpstr>
      <vt:lpstr>Project</vt:lpstr>
      <vt:lpstr>Project</vt:lpstr>
      <vt:lpstr>Project</vt:lpstr>
      <vt:lpstr>Project</vt:lpstr>
      <vt:lpstr>Project</vt:lpstr>
      <vt:lpstr>Project</vt:lpstr>
      <vt:lpstr>Project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 Semester IV</dc:title>
  <dc:creator>Uday Joshi</dc:creator>
  <cp:lastModifiedBy>Uday Joshi</cp:lastModifiedBy>
  <cp:revision>7</cp:revision>
  <dcterms:created xsi:type="dcterms:W3CDTF">2024-01-08T06:34:49Z</dcterms:created>
  <dcterms:modified xsi:type="dcterms:W3CDTF">2024-01-09T03:24:56Z</dcterms:modified>
</cp:coreProperties>
</file>