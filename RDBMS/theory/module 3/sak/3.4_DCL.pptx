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6858000" cx="9144000"/>
  <p:notesSz cx="6858000" cy="9144000"/>
  <p:embeddedFontLst>
    <p:embeddedFont>
      <p:font typeface="Tahoma"/>
      <p:regular r:id="rId85"/>
      <p:bold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87" roundtripDataSignature="AMtx7mihpO0ye4qT+LDRw24lvVlEbAwT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CD0539-DB5C-4694-AC88-EC60A41D49A1}">
  <a:tblStyle styleId="{4BCD0539-DB5C-4694-AC88-EC60A41D49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font" Target="fonts/Tahoma-bold.fntdata"/><Relationship Id="rId41" Type="http://schemas.openxmlformats.org/officeDocument/2006/relationships/slide" Target="slides/slide35.xml"/><Relationship Id="rId85" Type="http://schemas.openxmlformats.org/officeDocument/2006/relationships/font" Target="fonts/Tahoma-regular.fntdata"/><Relationship Id="rId44" Type="http://schemas.openxmlformats.org/officeDocument/2006/relationships/slide" Target="slides/slide38.xml"/><Relationship Id="rId43" Type="http://schemas.openxmlformats.org/officeDocument/2006/relationships/slide" Target="slides/slide37.xml"/><Relationship Id="rId87" Type="http://customschemas.google.com/relationships/presentationmetadata" Target="metadata"/><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87" name="Google Shape;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40" name="Google Shape;1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55" name="Google Shape;15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177" name="Google Shape;17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d144da1dd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d144da1dde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2d144da1dde_1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ahoma"/>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8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81"/>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1"/>
          <p:cNvSpPr txBox="1"/>
          <p:nvPr>
            <p:ph idx="1" type="subTitle"/>
          </p:nvPr>
        </p:nvSpPr>
        <p:spPr>
          <a:xfrm>
            <a:off x="1143000" y="3602038"/>
            <a:ext cx="6858000" cy="1655762"/>
          </a:xfrm>
          <a:prstGeom prst="rect">
            <a:avLst/>
          </a:prstGeom>
          <a:noFill/>
          <a:ln>
            <a:noFill/>
          </a:ln>
        </p:spPr>
        <p:txBody>
          <a:bodyPr anchorCtr="0" anchor="t" bIns="45700" lIns="91425" spcFirstLastPara="1" rIns="0" wrap="square" tIns="45700">
            <a:noAutofit/>
          </a:bodyPr>
          <a:lstStyle>
            <a:lvl1pPr lvl="0" algn="ctr">
              <a:lnSpc>
                <a:spcPct val="100000"/>
              </a:lnSpc>
              <a:spcBef>
                <a:spcPts val="560"/>
              </a:spcBef>
              <a:spcAft>
                <a:spcPts val="0"/>
              </a:spcAft>
              <a:buSzPts val="1680"/>
              <a:buNone/>
              <a:defRPr sz="2400"/>
            </a:lvl1pPr>
            <a:lvl2pPr lvl="1" algn="ctr">
              <a:lnSpc>
                <a:spcPct val="100000"/>
              </a:lnSpc>
              <a:spcBef>
                <a:spcPts val="520"/>
              </a:spcBef>
              <a:spcAft>
                <a:spcPts val="0"/>
              </a:spcAft>
              <a:buSzPts val="1430"/>
              <a:buNone/>
              <a:defRPr sz="2000"/>
            </a:lvl2pPr>
            <a:lvl3pPr lvl="2" algn="ctr">
              <a:lnSpc>
                <a:spcPct val="100000"/>
              </a:lnSpc>
              <a:spcBef>
                <a:spcPts val="480"/>
              </a:spcBef>
              <a:spcAft>
                <a:spcPts val="0"/>
              </a:spcAft>
              <a:buSzPts val="1200"/>
              <a:buNone/>
              <a:defRPr sz="1800"/>
            </a:lvl3pPr>
            <a:lvl4pPr lvl="3" algn="ctr">
              <a:lnSpc>
                <a:spcPct val="100000"/>
              </a:lnSpc>
              <a:spcBef>
                <a:spcPts val="400"/>
              </a:spcBef>
              <a:spcAft>
                <a:spcPts val="0"/>
              </a:spcAft>
              <a:buSzPts val="1100"/>
              <a:buNone/>
              <a:defRPr sz="1600"/>
            </a:lvl4pPr>
            <a:lvl5pPr lvl="4" algn="ctr">
              <a:lnSpc>
                <a:spcPct val="100000"/>
              </a:lnSpc>
              <a:spcBef>
                <a:spcPts val="400"/>
              </a:spcBef>
              <a:spcAft>
                <a:spcPts val="0"/>
              </a:spcAft>
              <a:buSzPts val="1000"/>
              <a:buNone/>
              <a:defRPr sz="1600"/>
            </a:lvl5pPr>
            <a:lvl6pPr lvl="5" algn="ctr">
              <a:lnSpc>
                <a:spcPct val="100000"/>
              </a:lnSpc>
              <a:spcBef>
                <a:spcPts val="400"/>
              </a:spcBef>
              <a:spcAft>
                <a:spcPts val="0"/>
              </a:spcAft>
              <a:buSzPts val="1000"/>
              <a:buNone/>
              <a:defRPr sz="1600"/>
            </a:lvl6pPr>
            <a:lvl7pPr lvl="6" algn="ctr">
              <a:lnSpc>
                <a:spcPct val="100000"/>
              </a:lnSpc>
              <a:spcBef>
                <a:spcPts val="400"/>
              </a:spcBef>
              <a:spcAft>
                <a:spcPts val="0"/>
              </a:spcAft>
              <a:buSzPts val="1000"/>
              <a:buNone/>
              <a:defRPr sz="1600"/>
            </a:lvl7pPr>
            <a:lvl8pPr lvl="7" algn="ctr">
              <a:lnSpc>
                <a:spcPct val="100000"/>
              </a:lnSpc>
              <a:spcBef>
                <a:spcPts val="400"/>
              </a:spcBef>
              <a:spcAft>
                <a:spcPts val="0"/>
              </a:spcAft>
              <a:buSzPts val="1000"/>
              <a:buNone/>
              <a:defRPr sz="1600"/>
            </a:lvl8pPr>
            <a:lvl9pPr lvl="8" algn="ctr">
              <a:lnSpc>
                <a:spcPct val="100000"/>
              </a:lnSpc>
              <a:spcBef>
                <a:spcPts val="400"/>
              </a:spcBef>
              <a:spcAft>
                <a:spcPts val="0"/>
              </a:spcAft>
              <a:buSzPts val="1000"/>
              <a:buNone/>
              <a:defRPr sz="1600"/>
            </a:lvl9pPr>
          </a:lstStyle>
          <a:p/>
        </p:txBody>
      </p:sp>
      <p:sp>
        <p:nvSpPr>
          <p:cNvPr id="26" name="Google Shape;26;p81"/>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7" name="Google Shape;27;p81"/>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8" name="Google Shape;28;p8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a:lvl1pPr>
            <a:lvl2pPr indent="0" lvl="1" marL="0" marR="0" algn="r">
              <a:lnSpc>
                <a:spcPct val="100000"/>
              </a:lnSpc>
              <a:spcBef>
                <a:spcPts val="0"/>
              </a:spcBef>
              <a:spcAft>
                <a:spcPts val="0"/>
              </a:spcAft>
              <a:buClr>
                <a:srgbClr val="990033"/>
              </a:buClr>
              <a:buSzPts val="1400"/>
              <a:buFont typeface="Arial"/>
              <a:buNone/>
              <a:defRPr/>
            </a:lvl2pPr>
            <a:lvl3pPr indent="0" lvl="2" marL="0" marR="0" algn="r">
              <a:lnSpc>
                <a:spcPct val="100000"/>
              </a:lnSpc>
              <a:spcBef>
                <a:spcPts val="0"/>
              </a:spcBef>
              <a:spcAft>
                <a:spcPts val="0"/>
              </a:spcAft>
              <a:buClr>
                <a:srgbClr val="990033"/>
              </a:buClr>
              <a:buSzPts val="1400"/>
              <a:buFont typeface="Arial"/>
              <a:buNone/>
              <a:defRPr/>
            </a:lvl3pPr>
            <a:lvl4pPr indent="0" lvl="3" marL="0" marR="0" algn="r">
              <a:lnSpc>
                <a:spcPct val="100000"/>
              </a:lnSpc>
              <a:spcBef>
                <a:spcPts val="0"/>
              </a:spcBef>
              <a:spcAft>
                <a:spcPts val="0"/>
              </a:spcAft>
              <a:buClr>
                <a:srgbClr val="990033"/>
              </a:buClr>
              <a:buSzPts val="1400"/>
              <a:buFont typeface="Arial"/>
              <a:buNone/>
              <a:defRPr/>
            </a:lvl4pPr>
            <a:lvl5pPr indent="0" lvl="4" marL="0" marR="0" algn="r">
              <a:lnSpc>
                <a:spcPct val="100000"/>
              </a:lnSpc>
              <a:spcBef>
                <a:spcPts val="0"/>
              </a:spcBef>
              <a:spcAft>
                <a:spcPts val="0"/>
              </a:spcAft>
              <a:buClr>
                <a:srgbClr val="990033"/>
              </a:buClr>
              <a:buSzPts val="1400"/>
              <a:buFont typeface="Arial"/>
              <a:buNone/>
              <a:defRPr/>
            </a:lvl5pPr>
            <a:lvl6pPr indent="0" lvl="5" marL="0" marR="0" algn="r">
              <a:lnSpc>
                <a:spcPct val="100000"/>
              </a:lnSpc>
              <a:spcBef>
                <a:spcPts val="0"/>
              </a:spcBef>
              <a:spcAft>
                <a:spcPts val="0"/>
              </a:spcAft>
              <a:buClr>
                <a:srgbClr val="990033"/>
              </a:buClr>
              <a:buSzPts val="1400"/>
              <a:buFont typeface="Arial"/>
              <a:buNone/>
              <a:defRPr/>
            </a:lvl6pPr>
            <a:lvl7pPr indent="0" lvl="6" marL="0" marR="0" algn="r">
              <a:lnSpc>
                <a:spcPct val="100000"/>
              </a:lnSpc>
              <a:spcBef>
                <a:spcPts val="0"/>
              </a:spcBef>
              <a:spcAft>
                <a:spcPts val="0"/>
              </a:spcAft>
              <a:buClr>
                <a:srgbClr val="990033"/>
              </a:buClr>
              <a:buSzPts val="1400"/>
              <a:buFont typeface="Arial"/>
              <a:buNone/>
              <a:defRPr/>
            </a:lvl7pPr>
            <a:lvl8pPr indent="0" lvl="7" marL="0" marR="0" algn="r">
              <a:lnSpc>
                <a:spcPct val="100000"/>
              </a:lnSpc>
              <a:spcBef>
                <a:spcPts val="0"/>
              </a:spcBef>
              <a:spcAft>
                <a:spcPts val="0"/>
              </a:spcAft>
              <a:buClr>
                <a:srgbClr val="990033"/>
              </a:buClr>
              <a:buSzPts val="1400"/>
              <a:buFont typeface="Arial"/>
              <a:buNone/>
              <a:defRPr/>
            </a:lvl8pPr>
            <a:lvl9pPr indent="0" lvl="8" marL="0" marR="0" algn="r">
              <a:lnSpc>
                <a:spcPct val="100000"/>
              </a:lnSpc>
              <a:spcBef>
                <a:spcPts val="0"/>
              </a:spcBef>
              <a:spcAft>
                <a:spcPts val="0"/>
              </a:spcAft>
              <a:buClr>
                <a:srgbClr val="990033"/>
              </a:buClr>
              <a:buSzPts val="1400"/>
              <a:buFont typeface="Aria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8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32" name="Google Shape;32;p8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33" name="Shape 33"/>
        <p:cNvGrpSpPr/>
        <p:nvPr/>
      </p:nvGrpSpPr>
      <p:grpSpPr>
        <a:xfrm>
          <a:off x="0" y="0"/>
          <a:ext cx="0" cy="0"/>
          <a:chOff x="0" y="0"/>
          <a:chExt cx="0" cy="0"/>
        </a:xfrm>
      </p:grpSpPr>
      <p:sp>
        <p:nvSpPr>
          <p:cNvPr id="34" name="Google Shape;34;p83"/>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SzPts val="1400"/>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 name="Google Shape;35;p83"/>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6" name="Google Shape;36;p83"/>
          <p:cNvSpPr txBox="1"/>
          <p:nvPr>
            <p:ph idx="12" type="sldNum"/>
          </p:nvPr>
        </p:nvSpPr>
        <p:spPr>
          <a:xfrm>
            <a:off x="6934200" y="6400800"/>
            <a:ext cx="1905000" cy="457200"/>
          </a:xfrm>
          <a:prstGeom prst="rect">
            <a:avLst/>
          </a:prstGeom>
          <a:noFill/>
          <a:ln>
            <a:noFill/>
          </a:ln>
        </p:spPr>
        <p:txBody>
          <a:bodyPr anchorCtr="0" anchor="b" bIns="0" lIns="0" spcFirstLastPara="1" rIns="0" wrap="square" tIns="0">
            <a:noAutofit/>
          </a:bodyPr>
          <a:lstStyle>
            <a:lvl1pPr indent="0" lvl="0" marL="0" algn="r">
              <a:lnSpc>
                <a:spcPct val="100000"/>
              </a:lnSpc>
              <a:spcBef>
                <a:spcPts val="0"/>
              </a:spcBef>
              <a:spcAft>
                <a:spcPts val="0"/>
              </a:spcAft>
              <a:buSzPts val="1400"/>
              <a:buNone/>
              <a:defRPr>
                <a:solidFill>
                  <a:srgbClr val="888888"/>
                </a:solidFill>
              </a:defRPr>
            </a:lvl1pPr>
            <a:lvl2pPr indent="0" lvl="1" marL="0" algn="r">
              <a:lnSpc>
                <a:spcPct val="100000"/>
              </a:lnSpc>
              <a:spcBef>
                <a:spcPts val="0"/>
              </a:spcBef>
              <a:spcAft>
                <a:spcPts val="0"/>
              </a:spcAft>
              <a:buSzPts val="1400"/>
              <a:buNone/>
              <a:defRPr>
                <a:solidFill>
                  <a:srgbClr val="888888"/>
                </a:solidFill>
              </a:defRPr>
            </a:lvl2pPr>
            <a:lvl3pPr indent="0" lvl="2" marL="0" algn="r">
              <a:lnSpc>
                <a:spcPct val="100000"/>
              </a:lnSpc>
              <a:spcBef>
                <a:spcPts val="0"/>
              </a:spcBef>
              <a:spcAft>
                <a:spcPts val="0"/>
              </a:spcAft>
              <a:buSzPts val="1400"/>
              <a:buNone/>
              <a:defRPr>
                <a:solidFill>
                  <a:srgbClr val="888888"/>
                </a:solidFill>
              </a:defRPr>
            </a:lvl3pPr>
            <a:lvl4pPr indent="0" lvl="3" marL="0" algn="r">
              <a:lnSpc>
                <a:spcPct val="100000"/>
              </a:lnSpc>
              <a:spcBef>
                <a:spcPts val="0"/>
              </a:spcBef>
              <a:spcAft>
                <a:spcPts val="0"/>
              </a:spcAft>
              <a:buSzPts val="1400"/>
              <a:buNone/>
              <a:defRPr>
                <a:solidFill>
                  <a:srgbClr val="888888"/>
                </a:solidFill>
              </a:defRPr>
            </a:lvl4pPr>
            <a:lvl5pPr indent="0" lvl="4" marL="0" algn="r">
              <a:lnSpc>
                <a:spcPct val="100000"/>
              </a:lnSpc>
              <a:spcBef>
                <a:spcPts val="0"/>
              </a:spcBef>
              <a:spcAft>
                <a:spcPts val="0"/>
              </a:spcAft>
              <a:buSzPts val="1400"/>
              <a:buNone/>
              <a:defRPr>
                <a:solidFill>
                  <a:srgbClr val="888888"/>
                </a:solidFill>
              </a:defRPr>
            </a:lvl5pPr>
            <a:lvl6pPr indent="0" lvl="5" marL="0" algn="r">
              <a:lnSpc>
                <a:spcPct val="100000"/>
              </a:lnSpc>
              <a:spcBef>
                <a:spcPts val="0"/>
              </a:spcBef>
              <a:spcAft>
                <a:spcPts val="0"/>
              </a:spcAft>
              <a:buSzPts val="1400"/>
              <a:buNone/>
              <a:defRPr>
                <a:solidFill>
                  <a:srgbClr val="888888"/>
                </a:solidFill>
              </a:defRPr>
            </a:lvl6pPr>
            <a:lvl7pPr indent="0" lvl="6" marL="0" algn="r">
              <a:lnSpc>
                <a:spcPct val="100000"/>
              </a:lnSpc>
              <a:spcBef>
                <a:spcPts val="0"/>
              </a:spcBef>
              <a:spcAft>
                <a:spcPts val="0"/>
              </a:spcAft>
              <a:buSzPts val="1400"/>
              <a:buNone/>
              <a:defRPr>
                <a:solidFill>
                  <a:srgbClr val="888888"/>
                </a:solidFill>
              </a:defRPr>
            </a:lvl7pPr>
            <a:lvl8pPr indent="0" lvl="7" marL="0" algn="r">
              <a:lnSpc>
                <a:spcPct val="100000"/>
              </a:lnSpc>
              <a:spcBef>
                <a:spcPts val="0"/>
              </a:spcBef>
              <a:spcAft>
                <a:spcPts val="0"/>
              </a:spcAft>
              <a:buSzPts val="1400"/>
              <a:buNone/>
              <a:defRPr>
                <a:solidFill>
                  <a:srgbClr val="888888"/>
                </a:solidFill>
              </a:defRPr>
            </a:lvl8pPr>
            <a:lvl9pPr indent="0" lvl="8" marL="0" algn="r">
              <a:lnSpc>
                <a:spcPct val="100000"/>
              </a:lnSpc>
              <a:spcBef>
                <a:spcPts val="0"/>
              </a:spcBef>
              <a:spcAft>
                <a:spcPts val="0"/>
              </a:spcAft>
              <a:buSzPts val="14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1" i="0" sz="1400" u="none" cap="none" strike="noStrike">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37" name="Shape 37"/>
        <p:cNvGrpSpPr/>
        <p:nvPr/>
      </p:nvGrpSpPr>
      <p:grpSpPr>
        <a:xfrm>
          <a:off x="0" y="0"/>
          <a:ext cx="0" cy="0"/>
          <a:chOff x="0" y="0"/>
          <a:chExt cx="0" cy="0"/>
        </a:xfrm>
      </p:grpSpPr>
      <p:sp>
        <p:nvSpPr>
          <p:cNvPr id="38" name="Google Shape;38;p84"/>
          <p:cNvSpPr txBox="1"/>
          <p:nvPr>
            <p:ph type="title"/>
          </p:nvPr>
        </p:nvSpPr>
        <p:spPr>
          <a:xfrm>
            <a:off x="228600" y="303212"/>
            <a:ext cx="7796212" cy="99218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b="0" i="0" sz="44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4"/>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SzPts val="1400"/>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0" name="Google Shape;40;p84"/>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1" name="Google Shape;41;p84"/>
          <p:cNvSpPr txBox="1"/>
          <p:nvPr>
            <p:ph idx="12" type="sldNum"/>
          </p:nvPr>
        </p:nvSpPr>
        <p:spPr>
          <a:xfrm>
            <a:off x="6934200" y="6400800"/>
            <a:ext cx="1905000" cy="457200"/>
          </a:xfrm>
          <a:prstGeom prst="rect">
            <a:avLst/>
          </a:prstGeom>
          <a:noFill/>
          <a:ln>
            <a:noFill/>
          </a:ln>
        </p:spPr>
        <p:txBody>
          <a:bodyPr anchorCtr="0" anchor="b" bIns="0" lIns="0" spcFirstLastPara="1" rIns="0" wrap="square" tIns="0">
            <a:noAutofit/>
          </a:bodyPr>
          <a:lstStyle>
            <a:lvl1pPr indent="0" lvl="0" marL="0" algn="r">
              <a:lnSpc>
                <a:spcPct val="100000"/>
              </a:lnSpc>
              <a:spcBef>
                <a:spcPts val="0"/>
              </a:spcBef>
              <a:spcAft>
                <a:spcPts val="0"/>
              </a:spcAft>
              <a:buSzPts val="1400"/>
              <a:buNone/>
              <a:defRPr>
                <a:solidFill>
                  <a:srgbClr val="888888"/>
                </a:solidFill>
              </a:defRPr>
            </a:lvl1pPr>
            <a:lvl2pPr indent="0" lvl="1" marL="0" algn="r">
              <a:lnSpc>
                <a:spcPct val="100000"/>
              </a:lnSpc>
              <a:spcBef>
                <a:spcPts val="0"/>
              </a:spcBef>
              <a:spcAft>
                <a:spcPts val="0"/>
              </a:spcAft>
              <a:buSzPts val="1400"/>
              <a:buNone/>
              <a:defRPr>
                <a:solidFill>
                  <a:srgbClr val="888888"/>
                </a:solidFill>
              </a:defRPr>
            </a:lvl2pPr>
            <a:lvl3pPr indent="0" lvl="2" marL="0" algn="r">
              <a:lnSpc>
                <a:spcPct val="100000"/>
              </a:lnSpc>
              <a:spcBef>
                <a:spcPts val="0"/>
              </a:spcBef>
              <a:spcAft>
                <a:spcPts val="0"/>
              </a:spcAft>
              <a:buSzPts val="1400"/>
              <a:buNone/>
              <a:defRPr>
                <a:solidFill>
                  <a:srgbClr val="888888"/>
                </a:solidFill>
              </a:defRPr>
            </a:lvl3pPr>
            <a:lvl4pPr indent="0" lvl="3" marL="0" algn="r">
              <a:lnSpc>
                <a:spcPct val="100000"/>
              </a:lnSpc>
              <a:spcBef>
                <a:spcPts val="0"/>
              </a:spcBef>
              <a:spcAft>
                <a:spcPts val="0"/>
              </a:spcAft>
              <a:buSzPts val="1400"/>
              <a:buNone/>
              <a:defRPr>
                <a:solidFill>
                  <a:srgbClr val="888888"/>
                </a:solidFill>
              </a:defRPr>
            </a:lvl4pPr>
            <a:lvl5pPr indent="0" lvl="4" marL="0" algn="r">
              <a:lnSpc>
                <a:spcPct val="100000"/>
              </a:lnSpc>
              <a:spcBef>
                <a:spcPts val="0"/>
              </a:spcBef>
              <a:spcAft>
                <a:spcPts val="0"/>
              </a:spcAft>
              <a:buSzPts val="1400"/>
              <a:buNone/>
              <a:defRPr>
                <a:solidFill>
                  <a:srgbClr val="888888"/>
                </a:solidFill>
              </a:defRPr>
            </a:lvl5pPr>
            <a:lvl6pPr indent="0" lvl="5" marL="0" algn="r">
              <a:lnSpc>
                <a:spcPct val="100000"/>
              </a:lnSpc>
              <a:spcBef>
                <a:spcPts val="0"/>
              </a:spcBef>
              <a:spcAft>
                <a:spcPts val="0"/>
              </a:spcAft>
              <a:buSzPts val="1400"/>
              <a:buNone/>
              <a:defRPr>
                <a:solidFill>
                  <a:srgbClr val="888888"/>
                </a:solidFill>
              </a:defRPr>
            </a:lvl6pPr>
            <a:lvl7pPr indent="0" lvl="6" marL="0" algn="r">
              <a:lnSpc>
                <a:spcPct val="100000"/>
              </a:lnSpc>
              <a:spcBef>
                <a:spcPts val="0"/>
              </a:spcBef>
              <a:spcAft>
                <a:spcPts val="0"/>
              </a:spcAft>
              <a:buSzPts val="1400"/>
              <a:buNone/>
              <a:defRPr>
                <a:solidFill>
                  <a:srgbClr val="888888"/>
                </a:solidFill>
              </a:defRPr>
            </a:lvl7pPr>
            <a:lvl8pPr indent="0" lvl="7" marL="0" algn="r">
              <a:lnSpc>
                <a:spcPct val="100000"/>
              </a:lnSpc>
              <a:spcBef>
                <a:spcPts val="0"/>
              </a:spcBef>
              <a:spcAft>
                <a:spcPts val="0"/>
              </a:spcAft>
              <a:buSzPts val="1400"/>
              <a:buNone/>
              <a:defRPr>
                <a:solidFill>
                  <a:srgbClr val="888888"/>
                </a:solidFill>
              </a:defRPr>
            </a:lvl8pPr>
            <a:lvl9pPr indent="0" lvl="8" marL="0" algn="r">
              <a:lnSpc>
                <a:spcPct val="100000"/>
              </a:lnSpc>
              <a:spcBef>
                <a:spcPts val="0"/>
              </a:spcBef>
              <a:spcAft>
                <a:spcPts val="0"/>
              </a:spcAft>
              <a:buSzPts val="14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1" i="0" sz="1400" u="none" cap="none" strike="noStrike">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8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5"/>
          <p:cNvSpPr txBox="1"/>
          <p:nvPr>
            <p:ph idx="1" type="body"/>
          </p:nvPr>
        </p:nvSpPr>
        <p:spPr>
          <a:xfrm>
            <a:off x="239713" y="1600200"/>
            <a:ext cx="4070350" cy="4572000"/>
          </a:xfrm>
          <a:prstGeom prst="rect">
            <a:avLst/>
          </a:prstGeom>
          <a:noFill/>
          <a:ln>
            <a:noFill/>
          </a:ln>
        </p:spPr>
        <p:txBody>
          <a:bodyPr anchorCtr="0" anchor="t" bIns="45700" lIns="91425" spcFirstLastPara="1" rIns="0" wrap="square" tIns="45700">
            <a:noAutofit/>
          </a:bodyPr>
          <a:lstStyle>
            <a:lvl1pPr indent="-335280" lvl="0" marL="457200" algn="l">
              <a:lnSpc>
                <a:spcPct val="100000"/>
              </a:lnSpc>
              <a:spcBef>
                <a:spcPts val="560"/>
              </a:spcBef>
              <a:spcAft>
                <a:spcPts val="0"/>
              </a:spcAft>
              <a:buSzPts val="1680"/>
              <a:buChar char="■"/>
              <a:defRPr sz="2800"/>
            </a:lvl1pPr>
            <a:lvl2pPr indent="-312419" lvl="1" marL="914400" algn="l">
              <a:lnSpc>
                <a:spcPct val="100000"/>
              </a:lnSpc>
              <a:spcBef>
                <a:spcPts val="480"/>
              </a:spcBef>
              <a:spcAft>
                <a:spcPts val="0"/>
              </a:spcAft>
              <a:buSzPts val="1320"/>
              <a:buChar char="■"/>
              <a:defRPr sz="2400"/>
            </a:lvl2pPr>
            <a:lvl3pPr indent="-292100" lvl="2" marL="1371600" algn="l">
              <a:lnSpc>
                <a:spcPct val="100000"/>
              </a:lnSpc>
              <a:spcBef>
                <a:spcPts val="400"/>
              </a:spcBef>
              <a:spcAft>
                <a:spcPts val="0"/>
              </a:spcAft>
              <a:buSzPts val="1000"/>
              <a:buChar char="■"/>
              <a:defRPr sz="2000"/>
            </a:lvl3pPr>
            <a:lvl4pPr indent="-291464" lvl="3" marL="1828800" algn="l">
              <a:lnSpc>
                <a:spcPct val="100000"/>
              </a:lnSpc>
              <a:spcBef>
                <a:spcPts val="360"/>
              </a:spcBef>
              <a:spcAft>
                <a:spcPts val="0"/>
              </a:spcAft>
              <a:buSzPts val="990"/>
              <a:buChar char="■"/>
              <a:defRPr sz="1800"/>
            </a:lvl4pPr>
            <a:lvl5pPr indent="-285750" lvl="4" marL="2286000" algn="l">
              <a:lnSpc>
                <a:spcPct val="100000"/>
              </a:lnSpc>
              <a:spcBef>
                <a:spcPts val="360"/>
              </a:spcBef>
              <a:spcAft>
                <a:spcPts val="0"/>
              </a:spcAft>
              <a:buSzPts val="900"/>
              <a:buChar char="■"/>
              <a:defRPr sz="1800"/>
            </a:lvl5pPr>
            <a:lvl6pPr indent="-285750" lvl="5" marL="2743200" algn="l">
              <a:lnSpc>
                <a:spcPct val="100000"/>
              </a:lnSpc>
              <a:spcBef>
                <a:spcPts val="360"/>
              </a:spcBef>
              <a:spcAft>
                <a:spcPts val="0"/>
              </a:spcAft>
              <a:buSzPts val="900"/>
              <a:buChar char="■"/>
              <a:defRPr sz="1800"/>
            </a:lvl6pPr>
            <a:lvl7pPr indent="-285750" lvl="6" marL="3200400" algn="l">
              <a:lnSpc>
                <a:spcPct val="100000"/>
              </a:lnSpc>
              <a:spcBef>
                <a:spcPts val="360"/>
              </a:spcBef>
              <a:spcAft>
                <a:spcPts val="0"/>
              </a:spcAft>
              <a:buSzPts val="900"/>
              <a:buChar char="■"/>
              <a:defRPr sz="1800"/>
            </a:lvl7pPr>
            <a:lvl8pPr indent="-285750" lvl="7" marL="3657600" algn="l">
              <a:lnSpc>
                <a:spcPct val="100000"/>
              </a:lnSpc>
              <a:spcBef>
                <a:spcPts val="360"/>
              </a:spcBef>
              <a:spcAft>
                <a:spcPts val="0"/>
              </a:spcAft>
              <a:buSzPts val="900"/>
              <a:buChar char="■"/>
              <a:defRPr sz="1800"/>
            </a:lvl8pPr>
            <a:lvl9pPr indent="-285750" lvl="8" marL="4114800" algn="l">
              <a:lnSpc>
                <a:spcPct val="100000"/>
              </a:lnSpc>
              <a:spcBef>
                <a:spcPts val="360"/>
              </a:spcBef>
              <a:spcAft>
                <a:spcPts val="0"/>
              </a:spcAft>
              <a:buSzPts val="900"/>
              <a:buChar char="■"/>
              <a:defRPr sz="1800"/>
            </a:lvl9pPr>
          </a:lstStyle>
          <a:p/>
        </p:txBody>
      </p:sp>
      <p:sp>
        <p:nvSpPr>
          <p:cNvPr id="45" name="Google Shape;45;p85"/>
          <p:cNvSpPr txBox="1"/>
          <p:nvPr>
            <p:ph idx="2" type="body"/>
          </p:nvPr>
        </p:nvSpPr>
        <p:spPr>
          <a:xfrm>
            <a:off x="4462463" y="1600200"/>
            <a:ext cx="4071937" cy="4572000"/>
          </a:xfrm>
          <a:prstGeom prst="rect">
            <a:avLst/>
          </a:prstGeom>
          <a:noFill/>
          <a:ln>
            <a:noFill/>
          </a:ln>
        </p:spPr>
        <p:txBody>
          <a:bodyPr anchorCtr="0" anchor="t" bIns="45700" lIns="91425" spcFirstLastPara="1" rIns="0" wrap="square" tIns="45700">
            <a:noAutofit/>
          </a:bodyPr>
          <a:lstStyle>
            <a:lvl1pPr indent="-335280" lvl="0" marL="457200" algn="l">
              <a:lnSpc>
                <a:spcPct val="100000"/>
              </a:lnSpc>
              <a:spcBef>
                <a:spcPts val="560"/>
              </a:spcBef>
              <a:spcAft>
                <a:spcPts val="0"/>
              </a:spcAft>
              <a:buSzPts val="1680"/>
              <a:buChar char="■"/>
              <a:defRPr sz="2800"/>
            </a:lvl1pPr>
            <a:lvl2pPr indent="-312419" lvl="1" marL="914400" algn="l">
              <a:lnSpc>
                <a:spcPct val="100000"/>
              </a:lnSpc>
              <a:spcBef>
                <a:spcPts val="480"/>
              </a:spcBef>
              <a:spcAft>
                <a:spcPts val="0"/>
              </a:spcAft>
              <a:buSzPts val="1320"/>
              <a:buChar char="■"/>
              <a:defRPr sz="2400"/>
            </a:lvl2pPr>
            <a:lvl3pPr indent="-292100" lvl="2" marL="1371600" algn="l">
              <a:lnSpc>
                <a:spcPct val="100000"/>
              </a:lnSpc>
              <a:spcBef>
                <a:spcPts val="400"/>
              </a:spcBef>
              <a:spcAft>
                <a:spcPts val="0"/>
              </a:spcAft>
              <a:buSzPts val="1000"/>
              <a:buChar char="■"/>
              <a:defRPr sz="2000"/>
            </a:lvl3pPr>
            <a:lvl4pPr indent="-291464" lvl="3" marL="1828800" algn="l">
              <a:lnSpc>
                <a:spcPct val="100000"/>
              </a:lnSpc>
              <a:spcBef>
                <a:spcPts val="360"/>
              </a:spcBef>
              <a:spcAft>
                <a:spcPts val="0"/>
              </a:spcAft>
              <a:buSzPts val="990"/>
              <a:buChar char="■"/>
              <a:defRPr sz="1800"/>
            </a:lvl4pPr>
            <a:lvl5pPr indent="-285750" lvl="4" marL="2286000" algn="l">
              <a:lnSpc>
                <a:spcPct val="100000"/>
              </a:lnSpc>
              <a:spcBef>
                <a:spcPts val="360"/>
              </a:spcBef>
              <a:spcAft>
                <a:spcPts val="0"/>
              </a:spcAft>
              <a:buSzPts val="900"/>
              <a:buChar char="■"/>
              <a:defRPr sz="1800"/>
            </a:lvl5pPr>
            <a:lvl6pPr indent="-285750" lvl="5" marL="2743200" algn="l">
              <a:lnSpc>
                <a:spcPct val="100000"/>
              </a:lnSpc>
              <a:spcBef>
                <a:spcPts val="360"/>
              </a:spcBef>
              <a:spcAft>
                <a:spcPts val="0"/>
              </a:spcAft>
              <a:buSzPts val="900"/>
              <a:buChar char="■"/>
              <a:defRPr sz="1800"/>
            </a:lvl6pPr>
            <a:lvl7pPr indent="-285750" lvl="6" marL="3200400" algn="l">
              <a:lnSpc>
                <a:spcPct val="100000"/>
              </a:lnSpc>
              <a:spcBef>
                <a:spcPts val="360"/>
              </a:spcBef>
              <a:spcAft>
                <a:spcPts val="0"/>
              </a:spcAft>
              <a:buSzPts val="900"/>
              <a:buChar char="■"/>
              <a:defRPr sz="1800"/>
            </a:lvl7pPr>
            <a:lvl8pPr indent="-285750" lvl="7" marL="3657600" algn="l">
              <a:lnSpc>
                <a:spcPct val="100000"/>
              </a:lnSpc>
              <a:spcBef>
                <a:spcPts val="360"/>
              </a:spcBef>
              <a:spcAft>
                <a:spcPts val="0"/>
              </a:spcAft>
              <a:buSzPts val="900"/>
              <a:buChar char="■"/>
              <a:defRPr sz="1800"/>
            </a:lvl8pPr>
            <a:lvl9pPr indent="-285750" lvl="8" marL="4114800" algn="l">
              <a:lnSpc>
                <a:spcPct val="100000"/>
              </a:lnSpc>
              <a:spcBef>
                <a:spcPts val="360"/>
              </a:spcBef>
              <a:spcAft>
                <a:spcPts val="0"/>
              </a:spcAft>
              <a:buSzPts val="900"/>
              <a:buChar char="■"/>
              <a:defRPr sz="1800"/>
            </a:lvl9pPr>
          </a:lstStyle>
          <a:p/>
        </p:txBody>
      </p:sp>
      <p:sp>
        <p:nvSpPr>
          <p:cNvPr id="46" name="Google Shape;46;p8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47" name="Shape 47"/>
        <p:cNvGrpSpPr/>
        <p:nvPr/>
      </p:nvGrpSpPr>
      <p:grpSpPr>
        <a:xfrm>
          <a:off x="0" y="0"/>
          <a:ext cx="0" cy="0"/>
          <a:chOff x="0" y="0"/>
          <a:chExt cx="0" cy="0"/>
        </a:xfrm>
      </p:grpSpPr>
      <p:sp>
        <p:nvSpPr>
          <p:cNvPr id="48" name="Google Shape;48;p86"/>
          <p:cNvSpPr txBox="1"/>
          <p:nvPr>
            <p:ph type="title"/>
          </p:nvPr>
        </p:nvSpPr>
        <p:spPr>
          <a:xfrm>
            <a:off x="228600" y="303212"/>
            <a:ext cx="7796212" cy="99218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b="0" i="0" sz="44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6"/>
          <p:cNvSpPr txBox="1"/>
          <p:nvPr>
            <p:ph idx="1" type="body"/>
          </p:nvPr>
        </p:nvSpPr>
        <p:spPr>
          <a:xfrm>
            <a:off x="457200" y="1577340"/>
            <a:ext cx="3977640" cy="507831"/>
          </a:xfrm>
          <a:prstGeom prst="rect">
            <a:avLst/>
          </a:prstGeom>
          <a:noFill/>
          <a:ln>
            <a:noFill/>
          </a:ln>
        </p:spPr>
        <p:txBody>
          <a:bodyPr anchorCtr="0" anchor="t" bIns="0" lIns="0" spcFirstLastPara="1" rIns="0" wrap="square" tIns="0">
            <a:spAutoFit/>
          </a:bodyPr>
          <a:lstStyle>
            <a:lvl1pPr indent="-335280" lvl="0" marL="457200" algn="l">
              <a:lnSpc>
                <a:spcPct val="100000"/>
              </a:lnSpc>
              <a:spcBef>
                <a:spcPts val="560"/>
              </a:spcBef>
              <a:spcAft>
                <a:spcPts val="0"/>
              </a:spcAft>
              <a:buSzPts val="1680"/>
              <a:buChar char="■"/>
              <a:defRPr/>
            </a:lvl1pPr>
            <a:lvl2pPr indent="-319405" lvl="1" marL="914400" algn="l">
              <a:lnSpc>
                <a:spcPct val="100000"/>
              </a:lnSpc>
              <a:spcBef>
                <a:spcPts val="520"/>
              </a:spcBef>
              <a:spcAft>
                <a:spcPts val="0"/>
              </a:spcAft>
              <a:buSzPts val="1430"/>
              <a:buChar char="■"/>
              <a:defRPr/>
            </a:lvl2pPr>
            <a:lvl3pPr indent="-304800" lvl="2" marL="1371600" algn="l">
              <a:lnSpc>
                <a:spcPct val="100000"/>
              </a:lnSpc>
              <a:spcBef>
                <a:spcPts val="480"/>
              </a:spcBef>
              <a:spcAft>
                <a:spcPts val="0"/>
              </a:spcAft>
              <a:buSzPts val="1200"/>
              <a:buChar char="■"/>
              <a:defRPr/>
            </a:lvl3pPr>
            <a:lvl4pPr indent="-298450" lvl="3" marL="1828800" algn="l">
              <a:lnSpc>
                <a:spcPct val="100000"/>
              </a:lnSpc>
              <a:spcBef>
                <a:spcPts val="400"/>
              </a:spcBef>
              <a:spcAft>
                <a:spcPts val="0"/>
              </a:spcAft>
              <a:buSzPts val="1100"/>
              <a:buChar char="■"/>
              <a:defRPr/>
            </a:lvl4pPr>
            <a:lvl5pPr indent="-292100" lvl="4" marL="2286000" algn="l">
              <a:lnSpc>
                <a:spcPct val="100000"/>
              </a:lnSpc>
              <a:spcBef>
                <a:spcPts val="400"/>
              </a:spcBef>
              <a:spcAft>
                <a:spcPts val="0"/>
              </a:spcAft>
              <a:buSzPts val="1000"/>
              <a:buChar char="■"/>
              <a:defRPr/>
            </a:lvl5pPr>
            <a:lvl6pPr indent="-292100" lvl="5" marL="2743200" algn="l">
              <a:lnSpc>
                <a:spcPct val="100000"/>
              </a:lnSpc>
              <a:spcBef>
                <a:spcPts val="400"/>
              </a:spcBef>
              <a:spcAft>
                <a:spcPts val="0"/>
              </a:spcAft>
              <a:buSzPts val="1000"/>
              <a:buChar char="■"/>
              <a:defRPr/>
            </a:lvl6pPr>
            <a:lvl7pPr indent="-292100" lvl="6" marL="3200400" algn="l">
              <a:lnSpc>
                <a:spcPct val="100000"/>
              </a:lnSpc>
              <a:spcBef>
                <a:spcPts val="400"/>
              </a:spcBef>
              <a:spcAft>
                <a:spcPts val="0"/>
              </a:spcAft>
              <a:buSzPts val="1000"/>
              <a:buChar char="■"/>
              <a:defRPr/>
            </a:lvl7pPr>
            <a:lvl8pPr indent="-292100" lvl="7" marL="3657600" algn="l">
              <a:lnSpc>
                <a:spcPct val="100000"/>
              </a:lnSpc>
              <a:spcBef>
                <a:spcPts val="400"/>
              </a:spcBef>
              <a:spcAft>
                <a:spcPts val="0"/>
              </a:spcAft>
              <a:buSzPts val="1000"/>
              <a:buChar char="■"/>
              <a:defRPr/>
            </a:lvl8pPr>
            <a:lvl9pPr indent="-292100" lvl="8" marL="4114800" algn="l">
              <a:lnSpc>
                <a:spcPct val="100000"/>
              </a:lnSpc>
              <a:spcBef>
                <a:spcPts val="400"/>
              </a:spcBef>
              <a:spcAft>
                <a:spcPts val="0"/>
              </a:spcAft>
              <a:buSzPts val="1000"/>
              <a:buChar char="■"/>
              <a:defRPr/>
            </a:lvl9pPr>
          </a:lstStyle>
          <a:p/>
        </p:txBody>
      </p:sp>
      <p:sp>
        <p:nvSpPr>
          <p:cNvPr id="50" name="Google Shape;50;p86"/>
          <p:cNvSpPr txBox="1"/>
          <p:nvPr>
            <p:ph idx="2" type="body"/>
          </p:nvPr>
        </p:nvSpPr>
        <p:spPr>
          <a:xfrm>
            <a:off x="4709160" y="1577340"/>
            <a:ext cx="3977640" cy="507831"/>
          </a:xfrm>
          <a:prstGeom prst="rect">
            <a:avLst/>
          </a:prstGeom>
          <a:noFill/>
          <a:ln>
            <a:noFill/>
          </a:ln>
        </p:spPr>
        <p:txBody>
          <a:bodyPr anchorCtr="0" anchor="t" bIns="0" lIns="0" spcFirstLastPara="1" rIns="0" wrap="square" tIns="0">
            <a:spAutoFit/>
          </a:bodyPr>
          <a:lstStyle>
            <a:lvl1pPr indent="-335280" lvl="0" marL="457200" algn="l">
              <a:lnSpc>
                <a:spcPct val="100000"/>
              </a:lnSpc>
              <a:spcBef>
                <a:spcPts val="560"/>
              </a:spcBef>
              <a:spcAft>
                <a:spcPts val="0"/>
              </a:spcAft>
              <a:buSzPts val="1680"/>
              <a:buChar char="■"/>
              <a:defRPr/>
            </a:lvl1pPr>
            <a:lvl2pPr indent="-319405" lvl="1" marL="914400" algn="l">
              <a:lnSpc>
                <a:spcPct val="100000"/>
              </a:lnSpc>
              <a:spcBef>
                <a:spcPts val="520"/>
              </a:spcBef>
              <a:spcAft>
                <a:spcPts val="0"/>
              </a:spcAft>
              <a:buSzPts val="1430"/>
              <a:buChar char="■"/>
              <a:defRPr/>
            </a:lvl2pPr>
            <a:lvl3pPr indent="-304800" lvl="2" marL="1371600" algn="l">
              <a:lnSpc>
                <a:spcPct val="100000"/>
              </a:lnSpc>
              <a:spcBef>
                <a:spcPts val="480"/>
              </a:spcBef>
              <a:spcAft>
                <a:spcPts val="0"/>
              </a:spcAft>
              <a:buSzPts val="1200"/>
              <a:buChar char="■"/>
              <a:defRPr/>
            </a:lvl3pPr>
            <a:lvl4pPr indent="-298450" lvl="3" marL="1828800" algn="l">
              <a:lnSpc>
                <a:spcPct val="100000"/>
              </a:lnSpc>
              <a:spcBef>
                <a:spcPts val="400"/>
              </a:spcBef>
              <a:spcAft>
                <a:spcPts val="0"/>
              </a:spcAft>
              <a:buSzPts val="1100"/>
              <a:buChar char="■"/>
              <a:defRPr/>
            </a:lvl4pPr>
            <a:lvl5pPr indent="-292100" lvl="4" marL="2286000" algn="l">
              <a:lnSpc>
                <a:spcPct val="100000"/>
              </a:lnSpc>
              <a:spcBef>
                <a:spcPts val="400"/>
              </a:spcBef>
              <a:spcAft>
                <a:spcPts val="0"/>
              </a:spcAft>
              <a:buSzPts val="1000"/>
              <a:buChar char="■"/>
              <a:defRPr/>
            </a:lvl5pPr>
            <a:lvl6pPr indent="-292100" lvl="5" marL="2743200" algn="l">
              <a:lnSpc>
                <a:spcPct val="100000"/>
              </a:lnSpc>
              <a:spcBef>
                <a:spcPts val="400"/>
              </a:spcBef>
              <a:spcAft>
                <a:spcPts val="0"/>
              </a:spcAft>
              <a:buSzPts val="1000"/>
              <a:buChar char="■"/>
              <a:defRPr/>
            </a:lvl6pPr>
            <a:lvl7pPr indent="-292100" lvl="6" marL="3200400" algn="l">
              <a:lnSpc>
                <a:spcPct val="100000"/>
              </a:lnSpc>
              <a:spcBef>
                <a:spcPts val="400"/>
              </a:spcBef>
              <a:spcAft>
                <a:spcPts val="0"/>
              </a:spcAft>
              <a:buSzPts val="1000"/>
              <a:buChar char="■"/>
              <a:defRPr/>
            </a:lvl7pPr>
            <a:lvl8pPr indent="-292100" lvl="7" marL="3657600" algn="l">
              <a:lnSpc>
                <a:spcPct val="100000"/>
              </a:lnSpc>
              <a:spcBef>
                <a:spcPts val="400"/>
              </a:spcBef>
              <a:spcAft>
                <a:spcPts val="0"/>
              </a:spcAft>
              <a:buSzPts val="1000"/>
              <a:buChar char="■"/>
              <a:defRPr/>
            </a:lvl8pPr>
            <a:lvl9pPr indent="-292100" lvl="8" marL="4114800" algn="l">
              <a:lnSpc>
                <a:spcPct val="100000"/>
              </a:lnSpc>
              <a:spcBef>
                <a:spcPts val="400"/>
              </a:spcBef>
              <a:spcAft>
                <a:spcPts val="0"/>
              </a:spcAft>
              <a:buSzPts val="1000"/>
              <a:buChar char="■"/>
              <a:defRPr/>
            </a:lvl9pPr>
          </a:lstStyle>
          <a:p/>
        </p:txBody>
      </p:sp>
      <p:sp>
        <p:nvSpPr>
          <p:cNvPr id="51" name="Google Shape;51;p86"/>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SzPts val="1400"/>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2" name="Google Shape;52;p86"/>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3" name="Google Shape;53;p86"/>
          <p:cNvSpPr txBox="1"/>
          <p:nvPr>
            <p:ph idx="12" type="sldNum"/>
          </p:nvPr>
        </p:nvSpPr>
        <p:spPr>
          <a:xfrm>
            <a:off x="6934200" y="6400800"/>
            <a:ext cx="1905000" cy="457200"/>
          </a:xfrm>
          <a:prstGeom prst="rect">
            <a:avLst/>
          </a:prstGeom>
          <a:noFill/>
          <a:ln>
            <a:noFill/>
          </a:ln>
        </p:spPr>
        <p:txBody>
          <a:bodyPr anchorCtr="0" anchor="b" bIns="0" lIns="0" spcFirstLastPara="1" rIns="0" wrap="square" tIns="0">
            <a:noAutofit/>
          </a:bodyPr>
          <a:lstStyle>
            <a:lvl1pPr indent="0" lvl="0" marL="0" algn="r">
              <a:lnSpc>
                <a:spcPct val="100000"/>
              </a:lnSpc>
              <a:spcBef>
                <a:spcPts val="0"/>
              </a:spcBef>
              <a:spcAft>
                <a:spcPts val="0"/>
              </a:spcAft>
              <a:buSzPts val="1400"/>
              <a:buNone/>
              <a:defRPr>
                <a:solidFill>
                  <a:srgbClr val="888888"/>
                </a:solidFill>
              </a:defRPr>
            </a:lvl1pPr>
            <a:lvl2pPr indent="0" lvl="1" marL="0" algn="r">
              <a:lnSpc>
                <a:spcPct val="100000"/>
              </a:lnSpc>
              <a:spcBef>
                <a:spcPts val="0"/>
              </a:spcBef>
              <a:spcAft>
                <a:spcPts val="0"/>
              </a:spcAft>
              <a:buSzPts val="1400"/>
              <a:buNone/>
              <a:defRPr>
                <a:solidFill>
                  <a:srgbClr val="888888"/>
                </a:solidFill>
              </a:defRPr>
            </a:lvl2pPr>
            <a:lvl3pPr indent="0" lvl="2" marL="0" algn="r">
              <a:lnSpc>
                <a:spcPct val="100000"/>
              </a:lnSpc>
              <a:spcBef>
                <a:spcPts val="0"/>
              </a:spcBef>
              <a:spcAft>
                <a:spcPts val="0"/>
              </a:spcAft>
              <a:buSzPts val="1400"/>
              <a:buNone/>
              <a:defRPr>
                <a:solidFill>
                  <a:srgbClr val="888888"/>
                </a:solidFill>
              </a:defRPr>
            </a:lvl3pPr>
            <a:lvl4pPr indent="0" lvl="3" marL="0" algn="r">
              <a:lnSpc>
                <a:spcPct val="100000"/>
              </a:lnSpc>
              <a:spcBef>
                <a:spcPts val="0"/>
              </a:spcBef>
              <a:spcAft>
                <a:spcPts val="0"/>
              </a:spcAft>
              <a:buSzPts val="1400"/>
              <a:buNone/>
              <a:defRPr>
                <a:solidFill>
                  <a:srgbClr val="888888"/>
                </a:solidFill>
              </a:defRPr>
            </a:lvl4pPr>
            <a:lvl5pPr indent="0" lvl="4" marL="0" algn="r">
              <a:lnSpc>
                <a:spcPct val="100000"/>
              </a:lnSpc>
              <a:spcBef>
                <a:spcPts val="0"/>
              </a:spcBef>
              <a:spcAft>
                <a:spcPts val="0"/>
              </a:spcAft>
              <a:buSzPts val="1400"/>
              <a:buNone/>
              <a:defRPr>
                <a:solidFill>
                  <a:srgbClr val="888888"/>
                </a:solidFill>
              </a:defRPr>
            </a:lvl5pPr>
            <a:lvl6pPr indent="0" lvl="5" marL="0" algn="r">
              <a:lnSpc>
                <a:spcPct val="100000"/>
              </a:lnSpc>
              <a:spcBef>
                <a:spcPts val="0"/>
              </a:spcBef>
              <a:spcAft>
                <a:spcPts val="0"/>
              </a:spcAft>
              <a:buSzPts val="1400"/>
              <a:buNone/>
              <a:defRPr>
                <a:solidFill>
                  <a:srgbClr val="888888"/>
                </a:solidFill>
              </a:defRPr>
            </a:lvl6pPr>
            <a:lvl7pPr indent="0" lvl="6" marL="0" algn="r">
              <a:lnSpc>
                <a:spcPct val="100000"/>
              </a:lnSpc>
              <a:spcBef>
                <a:spcPts val="0"/>
              </a:spcBef>
              <a:spcAft>
                <a:spcPts val="0"/>
              </a:spcAft>
              <a:buSzPts val="1400"/>
              <a:buNone/>
              <a:defRPr>
                <a:solidFill>
                  <a:srgbClr val="888888"/>
                </a:solidFill>
              </a:defRPr>
            </a:lvl7pPr>
            <a:lvl8pPr indent="0" lvl="7" marL="0" algn="r">
              <a:lnSpc>
                <a:spcPct val="100000"/>
              </a:lnSpc>
              <a:spcBef>
                <a:spcPts val="0"/>
              </a:spcBef>
              <a:spcAft>
                <a:spcPts val="0"/>
              </a:spcAft>
              <a:buSzPts val="1400"/>
              <a:buNone/>
              <a:defRPr>
                <a:solidFill>
                  <a:srgbClr val="888888"/>
                </a:solidFill>
              </a:defRPr>
            </a:lvl8pPr>
            <a:lvl9pPr indent="0" lvl="8" marL="0" algn="r">
              <a:lnSpc>
                <a:spcPct val="100000"/>
              </a:lnSpc>
              <a:spcBef>
                <a:spcPts val="0"/>
              </a:spcBef>
              <a:spcAft>
                <a:spcPts val="0"/>
              </a:spcAft>
              <a:buSzPts val="14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1" i="0" sz="1400" u="none" cap="none" strike="noStrike">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4" name="Shape 54"/>
        <p:cNvGrpSpPr/>
        <p:nvPr/>
      </p:nvGrpSpPr>
      <p:grpSpPr>
        <a:xfrm>
          <a:off x="0" y="0"/>
          <a:ext cx="0" cy="0"/>
          <a:chOff x="0" y="0"/>
          <a:chExt cx="0" cy="0"/>
        </a:xfrm>
      </p:grpSpPr>
      <p:sp>
        <p:nvSpPr>
          <p:cNvPr id="55" name="Google Shape;55;p87"/>
          <p:cNvSpPr txBox="1"/>
          <p:nvPr>
            <p:ph type="title"/>
          </p:nvPr>
        </p:nvSpPr>
        <p:spPr>
          <a:xfrm rot="5400000">
            <a:off x="4561682" y="2199482"/>
            <a:ext cx="5868987" cy="20764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7"/>
          <p:cNvSpPr txBox="1"/>
          <p:nvPr>
            <p:ph idx="1" type="body"/>
          </p:nvPr>
        </p:nvSpPr>
        <p:spPr>
          <a:xfrm rot="5400000">
            <a:off x="332582" y="199231"/>
            <a:ext cx="5868987" cy="6076950"/>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57" name="Google Shape;57;p8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8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8"/>
          <p:cNvSpPr txBox="1"/>
          <p:nvPr>
            <p:ph idx="1" type="body"/>
          </p:nvPr>
        </p:nvSpPr>
        <p:spPr>
          <a:xfrm rot="5400000">
            <a:off x="2101055" y="-261143"/>
            <a:ext cx="4572000" cy="8294687"/>
          </a:xfrm>
          <a:prstGeom prst="rect">
            <a:avLst/>
          </a:prstGeom>
          <a:noFill/>
          <a:ln>
            <a:noFill/>
          </a:ln>
        </p:spPr>
        <p:txBody>
          <a:bodyPr anchorCtr="0" anchor="t" bIns="45700" lIns="91425" spcFirstLastPara="1" rIns="0" wrap="square" tIns="45700">
            <a:noAutofit/>
          </a:bodyPr>
          <a:lstStyle>
            <a:lvl1pPr indent="-297180" lvl="0" marL="457200" algn="l">
              <a:lnSpc>
                <a:spcPct val="100000"/>
              </a:lnSpc>
              <a:spcBef>
                <a:spcPts val="360"/>
              </a:spcBef>
              <a:spcAft>
                <a:spcPts val="0"/>
              </a:spcAft>
              <a:buSzPts val="1080"/>
              <a:buChar char="■"/>
              <a:defRPr/>
            </a:lvl1pPr>
            <a:lvl2pPr indent="-291465" lvl="1" marL="914400" algn="l">
              <a:lnSpc>
                <a:spcPct val="100000"/>
              </a:lnSpc>
              <a:spcBef>
                <a:spcPts val="360"/>
              </a:spcBef>
              <a:spcAft>
                <a:spcPts val="0"/>
              </a:spcAft>
              <a:buSzPts val="990"/>
              <a:buChar char="■"/>
              <a:defRPr/>
            </a:lvl2pPr>
            <a:lvl3pPr indent="-285750" lvl="2" marL="1371600" algn="l">
              <a:lnSpc>
                <a:spcPct val="100000"/>
              </a:lnSpc>
              <a:spcBef>
                <a:spcPts val="360"/>
              </a:spcBef>
              <a:spcAft>
                <a:spcPts val="0"/>
              </a:spcAft>
              <a:buSzPts val="900"/>
              <a:buChar char="■"/>
              <a:defRPr/>
            </a:lvl3pPr>
            <a:lvl4pPr indent="-291464" lvl="3" marL="1828800" algn="l">
              <a:lnSpc>
                <a:spcPct val="100000"/>
              </a:lnSpc>
              <a:spcBef>
                <a:spcPts val="360"/>
              </a:spcBef>
              <a:spcAft>
                <a:spcPts val="0"/>
              </a:spcAft>
              <a:buSzPts val="990"/>
              <a:buChar char="■"/>
              <a:defRPr/>
            </a:lvl4pPr>
            <a:lvl5pPr indent="-285750" lvl="4" marL="2286000" algn="l">
              <a:lnSpc>
                <a:spcPct val="100000"/>
              </a:lnSpc>
              <a:spcBef>
                <a:spcPts val="360"/>
              </a:spcBef>
              <a:spcAft>
                <a:spcPts val="0"/>
              </a:spcAft>
              <a:buSzPts val="900"/>
              <a:buChar char="■"/>
              <a:defRPr/>
            </a:lvl5pPr>
            <a:lvl6pPr indent="-285750" lvl="5" marL="2743200" algn="l">
              <a:lnSpc>
                <a:spcPct val="100000"/>
              </a:lnSpc>
              <a:spcBef>
                <a:spcPts val="360"/>
              </a:spcBef>
              <a:spcAft>
                <a:spcPts val="0"/>
              </a:spcAft>
              <a:buSzPts val="900"/>
              <a:buChar char="■"/>
              <a:defRPr/>
            </a:lvl6pPr>
            <a:lvl7pPr indent="-285750" lvl="6" marL="3200400" algn="l">
              <a:lnSpc>
                <a:spcPct val="100000"/>
              </a:lnSpc>
              <a:spcBef>
                <a:spcPts val="360"/>
              </a:spcBef>
              <a:spcAft>
                <a:spcPts val="0"/>
              </a:spcAft>
              <a:buSzPts val="900"/>
              <a:buChar char="■"/>
              <a:defRPr/>
            </a:lvl7pPr>
            <a:lvl8pPr indent="-285750" lvl="7" marL="3657600" algn="l">
              <a:lnSpc>
                <a:spcPct val="100000"/>
              </a:lnSpc>
              <a:spcBef>
                <a:spcPts val="360"/>
              </a:spcBef>
              <a:spcAft>
                <a:spcPts val="0"/>
              </a:spcAft>
              <a:buSzPts val="900"/>
              <a:buChar char="■"/>
              <a:defRPr/>
            </a:lvl8pPr>
            <a:lvl9pPr indent="-285750" lvl="8" marL="4114800" algn="l">
              <a:lnSpc>
                <a:spcPct val="100000"/>
              </a:lnSpc>
              <a:spcBef>
                <a:spcPts val="360"/>
              </a:spcBef>
              <a:spcAft>
                <a:spcPts val="0"/>
              </a:spcAft>
              <a:buSzPts val="900"/>
              <a:buChar char="■"/>
              <a:defRPr/>
            </a:lvl9pPr>
          </a:lstStyle>
          <a:p/>
        </p:txBody>
      </p:sp>
      <p:sp>
        <p:nvSpPr>
          <p:cNvPr id="61" name="Google Shape;61;p8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8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9"/>
          <p:cNvSpPr/>
          <p:nvPr>
            <p:ph idx="2" type="pic"/>
          </p:nvPr>
        </p:nvSpPr>
        <p:spPr>
          <a:xfrm>
            <a:off x="1792288" y="612775"/>
            <a:ext cx="5486400" cy="4114800"/>
          </a:xfrm>
          <a:prstGeom prst="rect">
            <a:avLst/>
          </a:prstGeom>
          <a:noFill/>
          <a:ln>
            <a:noFill/>
          </a:ln>
        </p:spPr>
      </p:sp>
      <p:sp>
        <p:nvSpPr>
          <p:cNvPr id="65" name="Google Shape;65;p89"/>
          <p:cNvSpPr txBox="1"/>
          <p:nvPr>
            <p:ph idx="1" type="body"/>
          </p:nvPr>
        </p:nvSpPr>
        <p:spPr>
          <a:xfrm>
            <a:off x="1792288" y="5367338"/>
            <a:ext cx="5486400" cy="80486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280"/>
              </a:spcBef>
              <a:spcAft>
                <a:spcPts val="0"/>
              </a:spcAft>
              <a:buSzPts val="840"/>
              <a:buNone/>
              <a:defRPr sz="1400"/>
            </a:lvl1pPr>
            <a:lvl2pPr indent="-228600" lvl="1" marL="914400" algn="l">
              <a:lnSpc>
                <a:spcPct val="100000"/>
              </a:lnSpc>
              <a:spcBef>
                <a:spcPts val="240"/>
              </a:spcBef>
              <a:spcAft>
                <a:spcPts val="0"/>
              </a:spcAft>
              <a:buSzPts val="660"/>
              <a:buNone/>
              <a:defRPr sz="1200"/>
            </a:lvl2pPr>
            <a:lvl3pPr indent="-228600" lvl="2" marL="1371600" algn="l">
              <a:lnSpc>
                <a:spcPct val="100000"/>
              </a:lnSpc>
              <a:spcBef>
                <a:spcPts val="200"/>
              </a:spcBef>
              <a:spcAft>
                <a:spcPts val="0"/>
              </a:spcAft>
              <a:buSzPts val="500"/>
              <a:buNone/>
              <a:defRPr sz="1000"/>
            </a:lvl3pPr>
            <a:lvl4pPr indent="-228600" lvl="3" marL="1828800" algn="l">
              <a:lnSpc>
                <a:spcPct val="100000"/>
              </a:lnSpc>
              <a:spcBef>
                <a:spcPts val="180"/>
              </a:spcBef>
              <a:spcAft>
                <a:spcPts val="0"/>
              </a:spcAft>
              <a:buSzPts val="495"/>
              <a:buNone/>
              <a:defRPr sz="900"/>
            </a:lvl4pPr>
            <a:lvl5pPr indent="-228600" lvl="4" marL="2286000" algn="l">
              <a:lnSpc>
                <a:spcPct val="100000"/>
              </a:lnSpc>
              <a:spcBef>
                <a:spcPts val="180"/>
              </a:spcBef>
              <a:spcAft>
                <a:spcPts val="0"/>
              </a:spcAft>
              <a:buSzPts val="450"/>
              <a:buNone/>
              <a:defRPr sz="900"/>
            </a:lvl5pPr>
            <a:lvl6pPr indent="-228600" lvl="5" marL="2743200" algn="l">
              <a:lnSpc>
                <a:spcPct val="100000"/>
              </a:lnSpc>
              <a:spcBef>
                <a:spcPts val="180"/>
              </a:spcBef>
              <a:spcAft>
                <a:spcPts val="0"/>
              </a:spcAft>
              <a:buSzPts val="450"/>
              <a:buNone/>
              <a:defRPr sz="900"/>
            </a:lvl6pPr>
            <a:lvl7pPr indent="-228600" lvl="6" marL="3200400" algn="l">
              <a:lnSpc>
                <a:spcPct val="100000"/>
              </a:lnSpc>
              <a:spcBef>
                <a:spcPts val="180"/>
              </a:spcBef>
              <a:spcAft>
                <a:spcPts val="0"/>
              </a:spcAft>
              <a:buSzPts val="450"/>
              <a:buNone/>
              <a:defRPr sz="900"/>
            </a:lvl7pPr>
            <a:lvl8pPr indent="-228600" lvl="7" marL="3657600" algn="l">
              <a:lnSpc>
                <a:spcPct val="100000"/>
              </a:lnSpc>
              <a:spcBef>
                <a:spcPts val="180"/>
              </a:spcBef>
              <a:spcAft>
                <a:spcPts val="0"/>
              </a:spcAft>
              <a:buSzPts val="450"/>
              <a:buNone/>
              <a:defRPr sz="900"/>
            </a:lvl8pPr>
            <a:lvl9pPr indent="-228600" lvl="8" marL="4114800" algn="l">
              <a:lnSpc>
                <a:spcPct val="100000"/>
              </a:lnSpc>
              <a:spcBef>
                <a:spcPts val="180"/>
              </a:spcBef>
              <a:spcAft>
                <a:spcPts val="0"/>
              </a:spcAft>
              <a:buSzPts val="450"/>
              <a:buNone/>
              <a:defRPr sz="900"/>
            </a:lvl9pPr>
          </a:lstStyle>
          <a:p/>
        </p:txBody>
      </p:sp>
      <p:sp>
        <p:nvSpPr>
          <p:cNvPr id="66" name="Google Shape;66;p8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9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0"/>
          <p:cNvSpPr txBox="1"/>
          <p:nvPr>
            <p:ph idx="1" type="body"/>
          </p:nvPr>
        </p:nvSpPr>
        <p:spPr>
          <a:xfrm>
            <a:off x="3575050" y="273050"/>
            <a:ext cx="5111750" cy="5853113"/>
          </a:xfrm>
          <a:prstGeom prst="rect">
            <a:avLst/>
          </a:prstGeom>
          <a:noFill/>
          <a:ln>
            <a:noFill/>
          </a:ln>
        </p:spPr>
        <p:txBody>
          <a:bodyPr anchorCtr="0" anchor="t" bIns="45700" lIns="91425" spcFirstLastPara="1" rIns="0" wrap="square" tIns="45700">
            <a:noAutofit/>
          </a:bodyPr>
          <a:lstStyle>
            <a:lvl1pPr indent="-350520" lvl="0" marL="457200" algn="l">
              <a:lnSpc>
                <a:spcPct val="100000"/>
              </a:lnSpc>
              <a:spcBef>
                <a:spcPts val="640"/>
              </a:spcBef>
              <a:spcAft>
                <a:spcPts val="0"/>
              </a:spcAft>
              <a:buSzPts val="1920"/>
              <a:buChar char="■"/>
              <a:defRPr sz="3200"/>
            </a:lvl1pPr>
            <a:lvl2pPr indent="-326390" lvl="1" marL="914400" algn="l">
              <a:lnSpc>
                <a:spcPct val="100000"/>
              </a:lnSpc>
              <a:spcBef>
                <a:spcPts val="560"/>
              </a:spcBef>
              <a:spcAft>
                <a:spcPts val="0"/>
              </a:spcAft>
              <a:buSzPts val="1540"/>
              <a:buChar char="■"/>
              <a:defRPr sz="2800"/>
            </a:lvl2pPr>
            <a:lvl3pPr indent="-304800" lvl="2" marL="1371600" algn="l">
              <a:lnSpc>
                <a:spcPct val="100000"/>
              </a:lnSpc>
              <a:spcBef>
                <a:spcPts val="480"/>
              </a:spcBef>
              <a:spcAft>
                <a:spcPts val="0"/>
              </a:spcAft>
              <a:buSzPts val="1200"/>
              <a:buChar char="■"/>
              <a:defRPr sz="2400"/>
            </a:lvl3pPr>
            <a:lvl4pPr indent="-298450" lvl="3" marL="1828800" algn="l">
              <a:lnSpc>
                <a:spcPct val="100000"/>
              </a:lnSpc>
              <a:spcBef>
                <a:spcPts val="400"/>
              </a:spcBef>
              <a:spcAft>
                <a:spcPts val="0"/>
              </a:spcAft>
              <a:buSzPts val="1100"/>
              <a:buChar char="■"/>
              <a:defRPr sz="2000"/>
            </a:lvl4pPr>
            <a:lvl5pPr indent="-292100" lvl="4" marL="2286000" algn="l">
              <a:lnSpc>
                <a:spcPct val="100000"/>
              </a:lnSpc>
              <a:spcBef>
                <a:spcPts val="400"/>
              </a:spcBef>
              <a:spcAft>
                <a:spcPts val="0"/>
              </a:spcAft>
              <a:buSzPts val="1000"/>
              <a:buChar char="■"/>
              <a:defRPr sz="2000"/>
            </a:lvl5pPr>
            <a:lvl6pPr indent="-292100" lvl="5" marL="2743200" algn="l">
              <a:lnSpc>
                <a:spcPct val="100000"/>
              </a:lnSpc>
              <a:spcBef>
                <a:spcPts val="400"/>
              </a:spcBef>
              <a:spcAft>
                <a:spcPts val="0"/>
              </a:spcAft>
              <a:buSzPts val="1000"/>
              <a:buChar char="■"/>
              <a:defRPr sz="2000"/>
            </a:lvl6pPr>
            <a:lvl7pPr indent="-292100" lvl="6" marL="3200400" algn="l">
              <a:lnSpc>
                <a:spcPct val="100000"/>
              </a:lnSpc>
              <a:spcBef>
                <a:spcPts val="400"/>
              </a:spcBef>
              <a:spcAft>
                <a:spcPts val="0"/>
              </a:spcAft>
              <a:buSzPts val="1000"/>
              <a:buChar char="■"/>
              <a:defRPr sz="2000"/>
            </a:lvl7pPr>
            <a:lvl8pPr indent="-292100" lvl="7" marL="3657600" algn="l">
              <a:lnSpc>
                <a:spcPct val="100000"/>
              </a:lnSpc>
              <a:spcBef>
                <a:spcPts val="400"/>
              </a:spcBef>
              <a:spcAft>
                <a:spcPts val="0"/>
              </a:spcAft>
              <a:buSzPts val="1000"/>
              <a:buChar char="■"/>
              <a:defRPr sz="2000"/>
            </a:lvl8pPr>
            <a:lvl9pPr indent="-292100" lvl="8" marL="4114800" algn="l">
              <a:lnSpc>
                <a:spcPct val="100000"/>
              </a:lnSpc>
              <a:spcBef>
                <a:spcPts val="400"/>
              </a:spcBef>
              <a:spcAft>
                <a:spcPts val="0"/>
              </a:spcAft>
              <a:buSzPts val="1000"/>
              <a:buChar char="■"/>
              <a:defRPr sz="2000"/>
            </a:lvl9pPr>
          </a:lstStyle>
          <a:p/>
        </p:txBody>
      </p:sp>
      <p:sp>
        <p:nvSpPr>
          <p:cNvPr id="70" name="Google Shape;70;p90"/>
          <p:cNvSpPr txBox="1"/>
          <p:nvPr>
            <p:ph idx="2" type="body"/>
          </p:nvPr>
        </p:nvSpPr>
        <p:spPr>
          <a:xfrm>
            <a:off x="457200" y="1435100"/>
            <a:ext cx="3008313" cy="4691063"/>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280"/>
              </a:spcBef>
              <a:spcAft>
                <a:spcPts val="0"/>
              </a:spcAft>
              <a:buSzPts val="840"/>
              <a:buNone/>
              <a:defRPr sz="1400"/>
            </a:lvl1pPr>
            <a:lvl2pPr indent="-228600" lvl="1" marL="914400" algn="l">
              <a:lnSpc>
                <a:spcPct val="100000"/>
              </a:lnSpc>
              <a:spcBef>
                <a:spcPts val="240"/>
              </a:spcBef>
              <a:spcAft>
                <a:spcPts val="0"/>
              </a:spcAft>
              <a:buSzPts val="660"/>
              <a:buNone/>
              <a:defRPr sz="1200"/>
            </a:lvl2pPr>
            <a:lvl3pPr indent="-228600" lvl="2" marL="1371600" algn="l">
              <a:lnSpc>
                <a:spcPct val="100000"/>
              </a:lnSpc>
              <a:spcBef>
                <a:spcPts val="200"/>
              </a:spcBef>
              <a:spcAft>
                <a:spcPts val="0"/>
              </a:spcAft>
              <a:buSzPts val="500"/>
              <a:buNone/>
              <a:defRPr sz="1000"/>
            </a:lvl3pPr>
            <a:lvl4pPr indent="-228600" lvl="3" marL="1828800" algn="l">
              <a:lnSpc>
                <a:spcPct val="100000"/>
              </a:lnSpc>
              <a:spcBef>
                <a:spcPts val="180"/>
              </a:spcBef>
              <a:spcAft>
                <a:spcPts val="0"/>
              </a:spcAft>
              <a:buSzPts val="495"/>
              <a:buNone/>
              <a:defRPr sz="900"/>
            </a:lvl4pPr>
            <a:lvl5pPr indent="-228600" lvl="4" marL="2286000" algn="l">
              <a:lnSpc>
                <a:spcPct val="100000"/>
              </a:lnSpc>
              <a:spcBef>
                <a:spcPts val="180"/>
              </a:spcBef>
              <a:spcAft>
                <a:spcPts val="0"/>
              </a:spcAft>
              <a:buSzPts val="450"/>
              <a:buNone/>
              <a:defRPr sz="900"/>
            </a:lvl5pPr>
            <a:lvl6pPr indent="-228600" lvl="5" marL="2743200" algn="l">
              <a:lnSpc>
                <a:spcPct val="100000"/>
              </a:lnSpc>
              <a:spcBef>
                <a:spcPts val="180"/>
              </a:spcBef>
              <a:spcAft>
                <a:spcPts val="0"/>
              </a:spcAft>
              <a:buSzPts val="450"/>
              <a:buNone/>
              <a:defRPr sz="900"/>
            </a:lvl6pPr>
            <a:lvl7pPr indent="-228600" lvl="6" marL="3200400" algn="l">
              <a:lnSpc>
                <a:spcPct val="100000"/>
              </a:lnSpc>
              <a:spcBef>
                <a:spcPts val="180"/>
              </a:spcBef>
              <a:spcAft>
                <a:spcPts val="0"/>
              </a:spcAft>
              <a:buSzPts val="450"/>
              <a:buNone/>
              <a:defRPr sz="900"/>
            </a:lvl7pPr>
            <a:lvl8pPr indent="-228600" lvl="7" marL="3657600" algn="l">
              <a:lnSpc>
                <a:spcPct val="100000"/>
              </a:lnSpc>
              <a:spcBef>
                <a:spcPts val="180"/>
              </a:spcBef>
              <a:spcAft>
                <a:spcPts val="0"/>
              </a:spcAft>
              <a:buSzPts val="450"/>
              <a:buNone/>
              <a:defRPr sz="900"/>
            </a:lvl8pPr>
            <a:lvl9pPr indent="-228600" lvl="8" marL="4114800" algn="l">
              <a:lnSpc>
                <a:spcPct val="100000"/>
              </a:lnSpc>
              <a:spcBef>
                <a:spcPts val="180"/>
              </a:spcBef>
              <a:spcAft>
                <a:spcPts val="0"/>
              </a:spcAft>
              <a:buSzPts val="450"/>
              <a:buNone/>
              <a:defRPr sz="900"/>
            </a:lvl9pPr>
          </a:lstStyle>
          <a:p/>
        </p:txBody>
      </p:sp>
      <p:sp>
        <p:nvSpPr>
          <p:cNvPr id="71" name="Google Shape;71;p9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9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92"/>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2"/>
          <p:cNvSpPr txBox="1"/>
          <p:nvPr>
            <p:ph idx="1" type="body"/>
          </p:nvPr>
        </p:nvSpPr>
        <p:spPr>
          <a:xfrm>
            <a:off x="457200" y="1535113"/>
            <a:ext cx="4040188" cy="639762"/>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80"/>
              </a:spcBef>
              <a:spcAft>
                <a:spcPts val="0"/>
              </a:spcAft>
              <a:buSzPts val="1440"/>
              <a:buNone/>
              <a:defRPr b="1" sz="2400"/>
            </a:lvl1pPr>
            <a:lvl2pPr indent="-228600" lvl="1" marL="914400" algn="l">
              <a:lnSpc>
                <a:spcPct val="100000"/>
              </a:lnSpc>
              <a:spcBef>
                <a:spcPts val="400"/>
              </a:spcBef>
              <a:spcAft>
                <a:spcPts val="0"/>
              </a:spcAft>
              <a:buSzPts val="1100"/>
              <a:buNone/>
              <a:defRPr b="1" sz="2000"/>
            </a:lvl2pPr>
            <a:lvl3pPr indent="-228600" lvl="2" marL="1371600" algn="l">
              <a:lnSpc>
                <a:spcPct val="100000"/>
              </a:lnSpc>
              <a:spcBef>
                <a:spcPts val="360"/>
              </a:spcBef>
              <a:spcAft>
                <a:spcPts val="0"/>
              </a:spcAft>
              <a:buSzPts val="900"/>
              <a:buNone/>
              <a:defRPr b="1" sz="1800"/>
            </a:lvl3pPr>
            <a:lvl4pPr indent="-228600" lvl="3" marL="1828800" algn="l">
              <a:lnSpc>
                <a:spcPct val="100000"/>
              </a:lnSpc>
              <a:spcBef>
                <a:spcPts val="320"/>
              </a:spcBef>
              <a:spcAft>
                <a:spcPts val="0"/>
              </a:spcAft>
              <a:buSzPts val="880"/>
              <a:buNone/>
              <a:defRPr b="1" sz="1600"/>
            </a:lvl4pPr>
            <a:lvl5pPr indent="-228600" lvl="4" marL="2286000" algn="l">
              <a:lnSpc>
                <a:spcPct val="100000"/>
              </a:lnSpc>
              <a:spcBef>
                <a:spcPts val="320"/>
              </a:spcBef>
              <a:spcAft>
                <a:spcPts val="0"/>
              </a:spcAft>
              <a:buSzPts val="800"/>
              <a:buNone/>
              <a:defRPr b="1" sz="1600"/>
            </a:lvl5pPr>
            <a:lvl6pPr indent="-228600" lvl="5" marL="2743200" algn="l">
              <a:lnSpc>
                <a:spcPct val="100000"/>
              </a:lnSpc>
              <a:spcBef>
                <a:spcPts val="320"/>
              </a:spcBef>
              <a:spcAft>
                <a:spcPts val="0"/>
              </a:spcAft>
              <a:buSzPts val="800"/>
              <a:buNone/>
              <a:defRPr b="1" sz="1600"/>
            </a:lvl6pPr>
            <a:lvl7pPr indent="-228600" lvl="6" marL="3200400" algn="l">
              <a:lnSpc>
                <a:spcPct val="100000"/>
              </a:lnSpc>
              <a:spcBef>
                <a:spcPts val="320"/>
              </a:spcBef>
              <a:spcAft>
                <a:spcPts val="0"/>
              </a:spcAft>
              <a:buSzPts val="800"/>
              <a:buNone/>
              <a:defRPr b="1" sz="1600"/>
            </a:lvl7pPr>
            <a:lvl8pPr indent="-228600" lvl="7" marL="3657600" algn="l">
              <a:lnSpc>
                <a:spcPct val="100000"/>
              </a:lnSpc>
              <a:spcBef>
                <a:spcPts val="320"/>
              </a:spcBef>
              <a:spcAft>
                <a:spcPts val="0"/>
              </a:spcAft>
              <a:buSzPts val="800"/>
              <a:buNone/>
              <a:defRPr b="1" sz="1600"/>
            </a:lvl8pPr>
            <a:lvl9pPr indent="-228600" lvl="8" marL="4114800" algn="l">
              <a:lnSpc>
                <a:spcPct val="100000"/>
              </a:lnSpc>
              <a:spcBef>
                <a:spcPts val="320"/>
              </a:spcBef>
              <a:spcAft>
                <a:spcPts val="0"/>
              </a:spcAft>
              <a:buSzPts val="800"/>
              <a:buNone/>
              <a:defRPr b="1" sz="1600"/>
            </a:lvl9pPr>
          </a:lstStyle>
          <a:p/>
        </p:txBody>
      </p:sp>
      <p:sp>
        <p:nvSpPr>
          <p:cNvPr id="77" name="Google Shape;77;p92"/>
          <p:cNvSpPr txBox="1"/>
          <p:nvPr>
            <p:ph idx="2" type="body"/>
          </p:nvPr>
        </p:nvSpPr>
        <p:spPr>
          <a:xfrm>
            <a:off x="457200" y="2174875"/>
            <a:ext cx="4040188" cy="3951288"/>
          </a:xfrm>
          <a:prstGeom prst="rect">
            <a:avLst/>
          </a:prstGeom>
          <a:noFill/>
          <a:ln>
            <a:noFill/>
          </a:ln>
        </p:spPr>
        <p:txBody>
          <a:bodyPr anchorCtr="0" anchor="t" bIns="45700" lIns="91425" spcFirstLastPara="1" rIns="0" wrap="square" tIns="45700">
            <a:noAutofit/>
          </a:bodyPr>
          <a:lstStyle>
            <a:lvl1pPr indent="-320040" lvl="0" marL="457200" algn="l">
              <a:lnSpc>
                <a:spcPct val="100000"/>
              </a:lnSpc>
              <a:spcBef>
                <a:spcPts val="480"/>
              </a:spcBef>
              <a:spcAft>
                <a:spcPts val="0"/>
              </a:spcAft>
              <a:buSzPts val="1440"/>
              <a:buChar char="■"/>
              <a:defRPr sz="2400"/>
            </a:lvl1pPr>
            <a:lvl2pPr indent="-298450" lvl="1" marL="914400" algn="l">
              <a:lnSpc>
                <a:spcPct val="100000"/>
              </a:lnSpc>
              <a:spcBef>
                <a:spcPts val="400"/>
              </a:spcBef>
              <a:spcAft>
                <a:spcPts val="0"/>
              </a:spcAft>
              <a:buSzPts val="1100"/>
              <a:buChar char="■"/>
              <a:defRPr sz="2000"/>
            </a:lvl2pPr>
            <a:lvl3pPr indent="-285750" lvl="2" marL="1371600" algn="l">
              <a:lnSpc>
                <a:spcPct val="100000"/>
              </a:lnSpc>
              <a:spcBef>
                <a:spcPts val="360"/>
              </a:spcBef>
              <a:spcAft>
                <a:spcPts val="0"/>
              </a:spcAft>
              <a:buSzPts val="900"/>
              <a:buChar char="■"/>
              <a:defRPr sz="1800"/>
            </a:lvl3pPr>
            <a:lvl4pPr indent="-284480" lvl="3" marL="1828800" algn="l">
              <a:lnSpc>
                <a:spcPct val="100000"/>
              </a:lnSpc>
              <a:spcBef>
                <a:spcPts val="320"/>
              </a:spcBef>
              <a:spcAft>
                <a:spcPts val="0"/>
              </a:spcAft>
              <a:buSzPts val="880"/>
              <a:buChar char="■"/>
              <a:defRPr sz="1600"/>
            </a:lvl4pPr>
            <a:lvl5pPr indent="-279400" lvl="4" marL="2286000" algn="l">
              <a:lnSpc>
                <a:spcPct val="100000"/>
              </a:lnSpc>
              <a:spcBef>
                <a:spcPts val="320"/>
              </a:spcBef>
              <a:spcAft>
                <a:spcPts val="0"/>
              </a:spcAft>
              <a:buSzPts val="800"/>
              <a:buChar char="■"/>
              <a:defRPr sz="1600"/>
            </a:lvl5pPr>
            <a:lvl6pPr indent="-279400" lvl="5" marL="2743200" algn="l">
              <a:lnSpc>
                <a:spcPct val="100000"/>
              </a:lnSpc>
              <a:spcBef>
                <a:spcPts val="320"/>
              </a:spcBef>
              <a:spcAft>
                <a:spcPts val="0"/>
              </a:spcAft>
              <a:buSzPts val="800"/>
              <a:buChar char="■"/>
              <a:defRPr sz="1600"/>
            </a:lvl6pPr>
            <a:lvl7pPr indent="-279400" lvl="6" marL="3200400" algn="l">
              <a:lnSpc>
                <a:spcPct val="100000"/>
              </a:lnSpc>
              <a:spcBef>
                <a:spcPts val="320"/>
              </a:spcBef>
              <a:spcAft>
                <a:spcPts val="0"/>
              </a:spcAft>
              <a:buSzPts val="800"/>
              <a:buChar char="■"/>
              <a:defRPr sz="1600"/>
            </a:lvl7pPr>
            <a:lvl8pPr indent="-279400" lvl="7" marL="3657600" algn="l">
              <a:lnSpc>
                <a:spcPct val="100000"/>
              </a:lnSpc>
              <a:spcBef>
                <a:spcPts val="320"/>
              </a:spcBef>
              <a:spcAft>
                <a:spcPts val="0"/>
              </a:spcAft>
              <a:buSzPts val="800"/>
              <a:buChar char="■"/>
              <a:defRPr sz="1600"/>
            </a:lvl8pPr>
            <a:lvl9pPr indent="-279400" lvl="8" marL="4114800" algn="l">
              <a:lnSpc>
                <a:spcPct val="100000"/>
              </a:lnSpc>
              <a:spcBef>
                <a:spcPts val="320"/>
              </a:spcBef>
              <a:spcAft>
                <a:spcPts val="0"/>
              </a:spcAft>
              <a:buSzPts val="800"/>
              <a:buChar char="■"/>
              <a:defRPr sz="1600"/>
            </a:lvl9pPr>
          </a:lstStyle>
          <a:p/>
        </p:txBody>
      </p:sp>
      <p:sp>
        <p:nvSpPr>
          <p:cNvPr id="78" name="Google Shape;78;p92"/>
          <p:cNvSpPr txBox="1"/>
          <p:nvPr>
            <p:ph idx="3" type="body"/>
          </p:nvPr>
        </p:nvSpPr>
        <p:spPr>
          <a:xfrm>
            <a:off x="4645025" y="1535113"/>
            <a:ext cx="4041775" cy="639762"/>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80"/>
              </a:spcBef>
              <a:spcAft>
                <a:spcPts val="0"/>
              </a:spcAft>
              <a:buSzPts val="1440"/>
              <a:buNone/>
              <a:defRPr b="1" sz="2400"/>
            </a:lvl1pPr>
            <a:lvl2pPr indent="-228600" lvl="1" marL="914400" algn="l">
              <a:lnSpc>
                <a:spcPct val="100000"/>
              </a:lnSpc>
              <a:spcBef>
                <a:spcPts val="400"/>
              </a:spcBef>
              <a:spcAft>
                <a:spcPts val="0"/>
              </a:spcAft>
              <a:buSzPts val="1100"/>
              <a:buNone/>
              <a:defRPr b="1" sz="2000"/>
            </a:lvl2pPr>
            <a:lvl3pPr indent="-228600" lvl="2" marL="1371600" algn="l">
              <a:lnSpc>
                <a:spcPct val="100000"/>
              </a:lnSpc>
              <a:spcBef>
                <a:spcPts val="360"/>
              </a:spcBef>
              <a:spcAft>
                <a:spcPts val="0"/>
              </a:spcAft>
              <a:buSzPts val="900"/>
              <a:buNone/>
              <a:defRPr b="1" sz="1800"/>
            </a:lvl3pPr>
            <a:lvl4pPr indent="-228600" lvl="3" marL="1828800" algn="l">
              <a:lnSpc>
                <a:spcPct val="100000"/>
              </a:lnSpc>
              <a:spcBef>
                <a:spcPts val="320"/>
              </a:spcBef>
              <a:spcAft>
                <a:spcPts val="0"/>
              </a:spcAft>
              <a:buSzPts val="880"/>
              <a:buNone/>
              <a:defRPr b="1" sz="1600"/>
            </a:lvl4pPr>
            <a:lvl5pPr indent="-228600" lvl="4" marL="2286000" algn="l">
              <a:lnSpc>
                <a:spcPct val="100000"/>
              </a:lnSpc>
              <a:spcBef>
                <a:spcPts val="320"/>
              </a:spcBef>
              <a:spcAft>
                <a:spcPts val="0"/>
              </a:spcAft>
              <a:buSzPts val="800"/>
              <a:buNone/>
              <a:defRPr b="1" sz="1600"/>
            </a:lvl5pPr>
            <a:lvl6pPr indent="-228600" lvl="5" marL="2743200" algn="l">
              <a:lnSpc>
                <a:spcPct val="100000"/>
              </a:lnSpc>
              <a:spcBef>
                <a:spcPts val="320"/>
              </a:spcBef>
              <a:spcAft>
                <a:spcPts val="0"/>
              </a:spcAft>
              <a:buSzPts val="800"/>
              <a:buNone/>
              <a:defRPr b="1" sz="1600"/>
            </a:lvl6pPr>
            <a:lvl7pPr indent="-228600" lvl="6" marL="3200400" algn="l">
              <a:lnSpc>
                <a:spcPct val="100000"/>
              </a:lnSpc>
              <a:spcBef>
                <a:spcPts val="320"/>
              </a:spcBef>
              <a:spcAft>
                <a:spcPts val="0"/>
              </a:spcAft>
              <a:buSzPts val="800"/>
              <a:buNone/>
              <a:defRPr b="1" sz="1600"/>
            </a:lvl7pPr>
            <a:lvl8pPr indent="-228600" lvl="7" marL="3657600" algn="l">
              <a:lnSpc>
                <a:spcPct val="100000"/>
              </a:lnSpc>
              <a:spcBef>
                <a:spcPts val="320"/>
              </a:spcBef>
              <a:spcAft>
                <a:spcPts val="0"/>
              </a:spcAft>
              <a:buSzPts val="800"/>
              <a:buNone/>
              <a:defRPr b="1" sz="1600"/>
            </a:lvl8pPr>
            <a:lvl9pPr indent="-228600" lvl="8" marL="4114800" algn="l">
              <a:lnSpc>
                <a:spcPct val="100000"/>
              </a:lnSpc>
              <a:spcBef>
                <a:spcPts val="320"/>
              </a:spcBef>
              <a:spcAft>
                <a:spcPts val="0"/>
              </a:spcAft>
              <a:buSzPts val="800"/>
              <a:buNone/>
              <a:defRPr b="1" sz="1600"/>
            </a:lvl9pPr>
          </a:lstStyle>
          <a:p/>
        </p:txBody>
      </p:sp>
      <p:sp>
        <p:nvSpPr>
          <p:cNvPr id="79" name="Google Shape;79;p92"/>
          <p:cNvSpPr txBox="1"/>
          <p:nvPr>
            <p:ph idx="4" type="body"/>
          </p:nvPr>
        </p:nvSpPr>
        <p:spPr>
          <a:xfrm>
            <a:off x="4645025" y="2174875"/>
            <a:ext cx="4041775" cy="3951288"/>
          </a:xfrm>
          <a:prstGeom prst="rect">
            <a:avLst/>
          </a:prstGeom>
          <a:noFill/>
          <a:ln>
            <a:noFill/>
          </a:ln>
        </p:spPr>
        <p:txBody>
          <a:bodyPr anchorCtr="0" anchor="t" bIns="45700" lIns="91425" spcFirstLastPara="1" rIns="0" wrap="square" tIns="45700">
            <a:noAutofit/>
          </a:bodyPr>
          <a:lstStyle>
            <a:lvl1pPr indent="-320040" lvl="0" marL="457200" algn="l">
              <a:lnSpc>
                <a:spcPct val="100000"/>
              </a:lnSpc>
              <a:spcBef>
                <a:spcPts val="480"/>
              </a:spcBef>
              <a:spcAft>
                <a:spcPts val="0"/>
              </a:spcAft>
              <a:buSzPts val="1440"/>
              <a:buChar char="■"/>
              <a:defRPr sz="2400"/>
            </a:lvl1pPr>
            <a:lvl2pPr indent="-298450" lvl="1" marL="914400" algn="l">
              <a:lnSpc>
                <a:spcPct val="100000"/>
              </a:lnSpc>
              <a:spcBef>
                <a:spcPts val="400"/>
              </a:spcBef>
              <a:spcAft>
                <a:spcPts val="0"/>
              </a:spcAft>
              <a:buSzPts val="1100"/>
              <a:buChar char="■"/>
              <a:defRPr sz="2000"/>
            </a:lvl2pPr>
            <a:lvl3pPr indent="-285750" lvl="2" marL="1371600" algn="l">
              <a:lnSpc>
                <a:spcPct val="100000"/>
              </a:lnSpc>
              <a:spcBef>
                <a:spcPts val="360"/>
              </a:spcBef>
              <a:spcAft>
                <a:spcPts val="0"/>
              </a:spcAft>
              <a:buSzPts val="900"/>
              <a:buChar char="■"/>
              <a:defRPr sz="1800"/>
            </a:lvl3pPr>
            <a:lvl4pPr indent="-284480" lvl="3" marL="1828800" algn="l">
              <a:lnSpc>
                <a:spcPct val="100000"/>
              </a:lnSpc>
              <a:spcBef>
                <a:spcPts val="320"/>
              </a:spcBef>
              <a:spcAft>
                <a:spcPts val="0"/>
              </a:spcAft>
              <a:buSzPts val="880"/>
              <a:buChar char="■"/>
              <a:defRPr sz="1600"/>
            </a:lvl4pPr>
            <a:lvl5pPr indent="-279400" lvl="4" marL="2286000" algn="l">
              <a:lnSpc>
                <a:spcPct val="100000"/>
              </a:lnSpc>
              <a:spcBef>
                <a:spcPts val="320"/>
              </a:spcBef>
              <a:spcAft>
                <a:spcPts val="0"/>
              </a:spcAft>
              <a:buSzPts val="800"/>
              <a:buChar char="■"/>
              <a:defRPr sz="1600"/>
            </a:lvl5pPr>
            <a:lvl6pPr indent="-279400" lvl="5" marL="2743200" algn="l">
              <a:lnSpc>
                <a:spcPct val="100000"/>
              </a:lnSpc>
              <a:spcBef>
                <a:spcPts val="320"/>
              </a:spcBef>
              <a:spcAft>
                <a:spcPts val="0"/>
              </a:spcAft>
              <a:buSzPts val="800"/>
              <a:buChar char="■"/>
              <a:defRPr sz="1600"/>
            </a:lvl6pPr>
            <a:lvl7pPr indent="-279400" lvl="6" marL="3200400" algn="l">
              <a:lnSpc>
                <a:spcPct val="100000"/>
              </a:lnSpc>
              <a:spcBef>
                <a:spcPts val="320"/>
              </a:spcBef>
              <a:spcAft>
                <a:spcPts val="0"/>
              </a:spcAft>
              <a:buSzPts val="800"/>
              <a:buChar char="■"/>
              <a:defRPr sz="1600"/>
            </a:lvl7pPr>
            <a:lvl8pPr indent="-279400" lvl="7" marL="3657600" algn="l">
              <a:lnSpc>
                <a:spcPct val="100000"/>
              </a:lnSpc>
              <a:spcBef>
                <a:spcPts val="320"/>
              </a:spcBef>
              <a:spcAft>
                <a:spcPts val="0"/>
              </a:spcAft>
              <a:buSzPts val="800"/>
              <a:buChar char="■"/>
              <a:defRPr sz="1600"/>
            </a:lvl8pPr>
            <a:lvl9pPr indent="-279400" lvl="8" marL="4114800" algn="l">
              <a:lnSpc>
                <a:spcPct val="100000"/>
              </a:lnSpc>
              <a:spcBef>
                <a:spcPts val="320"/>
              </a:spcBef>
              <a:spcAft>
                <a:spcPts val="0"/>
              </a:spcAft>
              <a:buSzPts val="800"/>
              <a:buChar char="■"/>
              <a:defRPr sz="1600"/>
            </a:lvl9pPr>
          </a:lstStyle>
          <a:p/>
        </p:txBody>
      </p:sp>
      <p:sp>
        <p:nvSpPr>
          <p:cNvPr id="80" name="Google Shape;80;p9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9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93"/>
          <p:cNvSpPr txBox="1"/>
          <p:nvPr>
            <p:ph idx="1" type="body"/>
          </p:nvPr>
        </p:nvSpPr>
        <p:spPr>
          <a:xfrm>
            <a:off x="722313" y="2906713"/>
            <a:ext cx="7772400" cy="1500187"/>
          </a:xfrm>
          <a:prstGeom prst="rect">
            <a:avLst/>
          </a:prstGeom>
          <a:noFill/>
          <a:ln>
            <a:noFill/>
          </a:ln>
        </p:spPr>
        <p:txBody>
          <a:bodyPr anchorCtr="0" anchor="b" bIns="45700" lIns="91425" spcFirstLastPara="1" rIns="0" wrap="square" tIns="45700">
            <a:noAutofit/>
          </a:bodyPr>
          <a:lstStyle>
            <a:lvl1pPr indent="-228600" lvl="0" marL="457200" algn="l">
              <a:lnSpc>
                <a:spcPct val="100000"/>
              </a:lnSpc>
              <a:spcBef>
                <a:spcPts val="400"/>
              </a:spcBef>
              <a:spcAft>
                <a:spcPts val="0"/>
              </a:spcAft>
              <a:buSzPts val="1200"/>
              <a:buNone/>
              <a:defRPr sz="2000"/>
            </a:lvl1pPr>
            <a:lvl2pPr indent="-228600" lvl="1" marL="914400" algn="l">
              <a:lnSpc>
                <a:spcPct val="100000"/>
              </a:lnSpc>
              <a:spcBef>
                <a:spcPts val="360"/>
              </a:spcBef>
              <a:spcAft>
                <a:spcPts val="0"/>
              </a:spcAft>
              <a:buSzPts val="990"/>
              <a:buNone/>
              <a:defRPr sz="1800"/>
            </a:lvl2pPr>
            <a:lvl3pPr indent="-228600" lvl="2" marL="1371600" algn="l">
              <a:lnSpc>
                <a:spcPct val="100000"/>
              </a:lnSpc>
              <a:spcBef>
                <a:spcPts val="320"/>
              </a:spcBef>
              <a:spcAft>
                <a:spcPts val="0"/>
              </a:spcAft>
              <a:buSzPts val="800"/>
              <a:buNone/>
              <a:defRPr sz="1600"/>
            </a:lvl3pPr>
            <a:lvl4pPr indent="-228600" lvl="3" marL="1828800" algn="l">
              <a:lnSpc>
                <a:spcPct val="100000"/>
              </a:lnSpc>
              <a:spcBef>
                <a:spcPts val="280"/>
              </a:spcBef>
              <a:spcAft>
                <a:spcPts val="0"/>
              </a:spcAft>
              <a:buSzPts val="770"/>
              <a:buNone/>
              <a:defRPr sz="1400"/>
            </a:lvl4pPr>
            <a:lvl5pPr indent="-228600" lvl="4" marL="2286000" algn="l">
              <a:lnSpc>
                <a:spcPct val="100000"/>
              </a:lnSpc>
              <a:spcBef>
                <a:spcPts val="280"/>
              </a:spcBef>
              <a:spcAft>
                <a:spcPts val="0"/>
              </a:spcAft>
              <a:buSzPts val="700"/>
              <a:buNone/>
              <a:defRPr sz="1400"/>
            </a:lvl5pPr>
            <a:lvl6pPr indent="-228600" lvl="5" marL="2743200" algn="l">
              <a:lnSpc>
                <a:spcPct val="100000"/>
              </a:lnSpc>
              <a:spcBef>
                <a:spcPts val="280"/>
              </a:spcBef>
              <a:spcAft>
                <a:spcPts val="0"/>
              </a:spcAft>
              <a:buSzPts val="700"/>
              <a:buNone/>
              <a:defRPr sz="1400"/>
            </a:lvl6pPr>
            <a:lvl7pPr indent="-228600" lvl="6" marL="3200400" algn="l">
              <a:lnSpc>
                <a:spcPct val="100000"/>
              </a:lnSpc>
              <a:spcBef>
                <a:spcPts val="280"/>
              </a:spcBef>
              <a:spcAft>
                <a:spcPts val="0"/>
              </a:spcAft>
              <a:buSzPts val="700"/>
              <a:buNone/>
              <a:defRPr sz="1400"/>
            </a:lvl7pPr>
            <a:lvl8pPr indent="-228600" lvl="7" marL="3657600" algn="l">
              <a:lnSpc>
                <a:spcPct val="100000"/>
              </a:lnSpc>
              <a:spcBef>
                <a:spcPts val="280"/>
              </a:spcBef>
              <a:spcAft>
                <a:spcPts val="0"/>
              </a:spcAft>
              <a:buSzPts val="700"/>
              <a:buNone/>
              <a:defRPr sz="1400"/>
            </a:lvl8pPr>
            <a:lvl9pPr indent="-228600" lvl="8" marL="4114800" algn="l">
              <a:lnSpc>
                <a:spcPct val="100000"/>
              </a:lnSpc>
              <a:spcBef>
                <a:spcPts val="280"/>
              </a:spcBef>
              <a:spcAft>
                <a:spcPts val="0"/>
              </a:spcAft>
              <a:buSzPts val="700"/>
              <a:buNone/>
              <a:defRPr sz="1400"/>
            </a:lvl9pPr>
          </a:lstStyle>
          <a:p/>
        </p:txBody>
      </p:sp>
      <p:sp>
        <p:nvSpPr>
          <p:cNvPr id="84" name="Google Shape;84;p9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79"/>
          <p:cNvGrpSpPr/>
          <p:nvPr/>
        </p:nvGrpSpPr>
        <p:grpSpPr>
          <a:xfrm>
            <a:off x="8936037" y="1449387"/>
            <a:ext cx="207962" cy="5408612"/>
            <a:chOff x="5606" y="889"/>
            <a:chExt cx="154" cy="3431"/>
          </a:xfrm>
        </p:grpSpPr>
        <p:sp>
          <p:nvSpPr>
            <p:cNvPr id="11" name="Google Shape;11;p79"/>
            <p:cNvSpPr txBox="1"/>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2" name="Google Shape;12;p79"/>
            <p:cNvGrpSpPr/>
            <p:nvPr/>
          </p:nvGrpSpPr>
          <p:grpSpPr>
            <a:xfrm>
              <a:off x="5606" y="889"/>
              <a:ext cx="106" cy="3431"/>
              <a:chOff x="5606" y="889"/>
              <a:chExt cx="106" cy="3431"/>
            </a:xfrm>
          </p:grpSpPr>
          <p:sp>
            <p:nvSpPr>
              <p:cNvPr id="13" name="Google Shape;13;p79"/>
              <p:cNvSpPr txBox="1"/>
              <p:nvPr/>
            </p:nvSpPr>
            <p:spPr>
              <a:xfrm flipH="1" rot="10800000">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 name="Google Shape;14;p79"/>
              <p:cNvSpPr txBox="1"/>
              <p:nvPr/>
            </p:nvSpPr>
            <p:spPr>
              <a:xfrm flipH="1" rot="10800000">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5" name="Google Shape;15;p79"/>
          <p:cNvSpPr txBox="1"/>
          <p:nvPr/>
        </p:nvSpPr>
        <p:spPr>
          <a:xfrm>
            <a:off x="-1" y="1"/>
            <a:ext cx="9140825" cy="1449387"/>
          </a:xfrm>
          <a:prstGeom prst="rect">
            <a:avLst/>
          </a:prstGeom>
          <a:solidFill>
            <a:srgbClr val="677228">
              <a:alpha val="35294"/>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 name="Google Shape;16;p7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rgbClr val="800000"/>
                </a:solidFill>
                <a:latin typeface="Arial"/>
                <a:ea typeface="Arial"/>
                <a:cs typeface="Arial"/>
                <a:sym typeface="Arial"/>
              </a:defRPr>
            </a:lvl9pPr>
          </a:lstStyle>
          <a:p/>
        </p:txBody>
      </p:sp>
      <p:sp>
        <p:nvSpPr>
          <p:cNvPr id="17" name="Google Shape;17;p7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1pPr>
            <a:lvl2pPr indent="0" lvl="1"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2pPr>
            <a:lvl3pPr indent="0" lvl="2"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3pPr>
            <a:lvl4pPr indent="0" lvl="3"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4pPr>
            <a:lvl5pPr indent="0" lvl="4"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5pPr>
            <a:lvl6pPr indent="0" lvl="5"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6pPr>
            <a:lvl7pPr indent="0" lvl="6"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7pPr>
            <a:lvl8pPr indent="0" lvl="7"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8pPr>
            <a:lvl9pPr indent="0" lvl="8" marL="0" marR="0" rtl="0" algn="r">
              <a:lnSpc>
                <a:spcPct val="100000"/>
              </a:lnSpc>
              <a:spcBef>
                <a:spcPts val="0"/>
              </a:spcBef>
              <a:spcAft>
                <a:spcPts val="0"/>
              </a:spcAft>
              <a:buClr>
                <a:srgbClr val="990033"/>
              </a:buClr>
              <a:buSzPts val="1400"/>
              <a:buFont typeface="Arial"/>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8- </a:t>
            </a:r>
            <a:fld id="{00000000-1234-1234-1234-123412341234}" type="slidenum">
              <a:rPr lang="en-US"/>
              <a:t>‹#›</a:t>
            </a:fld>
            <a:endParaRPr b="0">
              <a:solidFill>
                <a:srgbClr val="000000"/>
              </a:solidFill>
            </a:endParaRPr>
          </a:p>
        </p:txBody>
      </p:sp>
      <p:sp>
        <p:nvSpPr>
          <p:cNvPr id="18" name="Google Shape;18;p7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lnSpc>
                <a:spcPct val="100000"/>
              </a:lnSpc>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lnSpc>
                <a:spcPct val="100000"/>
              </a:lnSpc>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lnSpc>
                <a:spcPct val="100000"/>
              </a:lnSpc>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lnSpc>
                <a:spcPct val="100000"/>
              </a:lnSpc>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lnSpc>
                <a:spcPct val="100000"/>
              </a:lnSpc>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19" name="Google Shape;19;p79"/>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Copyright © 2007 </a:t>
            </a:r>
            <a:r>
              <a:rPr b="0" i="0" lang="en-US" sz="900" u="none" cap="none" strike="noStrike">
                <a:solidFill>
                  <a:srgbClr val="000000"/>
                </a:solidFill>
                <a:latin typeface="Arial"/>
                <a:ea typeface="Arial"/>
                <a:cs typeface="Arial"/>
                <a:sym typeface="Arial"/>
              </a:rPr>
              <a:t>Ramez Elmasri and Shamkant B. Navathe</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9.png"/><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6.pn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3.png"/><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46.png"/><Relationship Id="rId4" Type="http://schemas.openxmlformats.org/officeDocument/2006/relationships/image" Target="../media/image2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1.png"/><Relationship Id="rId4"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6.png"/><Relationship Id="rId4" Type="http://schemas.openxmlformats.org/officeDocument/2006/relationships/image" Target="../media/image27.pn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44.png"/><Relationship Id="rId8" Type="http://schemas.openxmlformats.org/officeDocument/2006/relationships/image" Target="../media/image3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 Id="rId3"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2.png"/><Relationship Id="rId4" Type="http://schemas.openxmlformats.org/officeDocument/2006/relationships/image" Target="../media/image5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4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48.png"/><Relationship Id="rId4" Type="http://schemas.openxmlformats.org/officeDocument/2006/relationships/image" Target="../media/image5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image" Target="../media/image45.png"/><Relationship Id="rId4" Type="http://schemas.openxmlformats.org/officeDocument/2006/relationships/image" Target="../media/image38.png"/><Relationship Id="rId5" Type="http://schemas.openxmlformats.org/officeDocument/2006/relationships/image" Target="../media/image54.png"/><Relationship Id="rId6" Type="http://schemas.openxmlformats.org/officeDocument/2006/relationships/image" Target="../media/image5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48.png"/><Relationship Id="rId6" Type="http://schemas.openxmlformats.org/officeDocument/2006/relationships/image" Target="../media/image5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5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8-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1" name="Google Shape;91;p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3600">
              <a:solidFill>
                <a:srgbClr val="800000"/>
              </a:solidFill>
              <a:latin typeface="Arial"/>
              <a:ea typeface="Arial"/>
              <a:cs typeface="Arial"/>
              <a:sym typeface="Arial"/>
            </a:endParaRPr>
          </a:p>
        </p:txBody>
      </p:sp>
      <p:pic>
        <p:nvPicPr>
          <p:cNvPr descr="Elmasri_cov" id="92" name="Google Shape;92;p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DCL COMMANDS</a:t>
            </a:r>
            <a:endParaRPr/>
          </a:p>
        </p:txBody>
      </p:sp>
      <p:sp>
        <p:nvSpPr>
          <p:cNvPr id="98" name="Google Shape;98;p2"/>
          <p:cNvSpPr txBox="1"/>
          <p:nvPr>
            <p:ph idx="1" type="subTitle"/>
          </p:nvPr>
        </p:nvSpPr>
        <p:spPr>
          <a:xfrm>
            <a:off x="1143000" y="3602038"/>
            <a:ext cx="6858000" cy="1655762"/>
          </a:xfrm>
          <a:prstGeom prst="rect">
            <a:avLst/>
          </a:prstGeom>
          <a:noFill/>
          <a:ln>
            <a:noFill/>
          </a:ln>
        </p:spPr>
        <p:txBody>
          <a:bodyPr anchorCtr="0" anchor="t" bIns="45700" lIns="91425" spcFirstLastPara="1" rIns="0" wrap="square" tIns="45700">
            <a:noAutofit/>
          </a:bodyPr>
          <a:lstStyle/>
          <a:p>
            <a:pPr indent="0" lvl="0" marL="0" rtl="0" algn="ctr">
              <a:lnSpc>
                <a:spcPct val="100000"/>
              </a:lnSpc>
              <a:spcBef>
                <a:spcPts val="560"/>
              </a:spcBef>
              <a:spcAft>
                <a:spcPts val="0"/>
              </a:spcAft>
              <a:buSzPts val="168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DCL COMMANDS</a:t>
            </a:r>
            <a:endParaRPr/>
          </a:p>
        </p:txBody>
      </p:sp>
      <p:sp>
        <p:nvSpPr>
          <p:cNvPr id="104" name="Google Shape;104;p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85000" lnSpcReduction="10000"/>
          </a:bodyPr>
          <a:lstStyle/>
          <a:p>
            <a:pPr indent="-297180" lvl="0" marL="457200" rtl="0" algn="l">
              <a:lnSpc>
                <a:spcPct val="100000"/>
              </a:lnSpc>
              <a:spcBef>
                <a:spcPts val="360"/>
              </a:spcBef>
              <a:spcAft>
                <a:spcPts val="0"/>
              </a:spcAft>
              <a:buSzPct val="45378"/>
              <a:buChar char="■"/>
            </a:pPr>
            <a:r>
              <a:rPr lang="en-US"/>
              <a:t>DCL includes commands such as GRANT and REVOKE which mainly deal with the rights, permissions, and other controls of the database system. </a:t>
            </a:r>
            <a:endParaRPr/>
          </a:p>
          <a:p>
            <a:pPr indent="-297180" lvl="0" marL="457200" rtl="0" algn="l">
              <a:lnSpc>
                <a:spcPct val="100000"/>
              </a:lnSpc>
              <a:spcBef>
                <a:spcPts val="360"/>
              </a:spcBef>
              <a:spcAft>
                <a:spcPts val="0"/>
              </a:spcAft>
              <a:buSzPct val="45378"/>
              <a:buChar char="■"/>
            </a:pPr>
            <a:r>
              <a:rPr lang="en-US"/>
              <a:t>Syntax:</a:t>
            </a:r>
            <a:endParaRPr/>
          </a:p>
          <a:p>
            <a:pPr indent="0" lvl="1" marL="457200" rtl="0" algn="l">
              <a:lnSpc>
                <a:spcPct val="100000"/>
              </a:lnSpc>
              <a:spcBef>
                <a:spcPts val="360"/>
              </a:spcBef>
              <a:spcAft>
                <a:spcPts val="0"/>
              </a:spcAft>
              <a:buSzPct val="44796"/>
              <a:buNone/>
            </a:pPr>
            <a:r>
              <a:rPr lang="en-US"/>
              <a:t>  GRANT privileges_names ON object TO user;</a:t>
            </a:r>
            <a:endParaRPr/>
          </a:p>
          <a:p>
            <a:pPr indent="-297180" lvl="0" marL="457200" rtl="0" algn="l">
              <a:lnSpc>
                <a:spcPct val="100000"/>
              </a:lnSpc>
              <a:spcBef>
                <a:spcPts val="360"/>
              </a:spcBef>
              <a:spcAft>
                <a:spcPts val="0"/>
              </a:spcAft>
              <a:buSzPct val="45378"/>
              <a:buChar char="■"/>
            </a:pPr>
            <a:r>
              <a:rPr b="1" lang="en-US"/>
              <a:t>Parameters Used</a:t>
            </a:r>
            <a:r>
              <a:rPr lang="en-US"/>
              <a:t>:</a:t>
            </a:r>
            <a:endParaRPr/>
          </a:p>
          <a:p>
            <a:pPr indent="-291465" lvl="1" marL="914400" rtl="0" algn="l">
              <a:lnSpc>
                <a:spcPct val="100000"/>
              </a:lnSpc>
              <a:spcBef>
                <a:spcPts val="360"/>
              </a:spcBef>
              <a:spcAft>
                <a:spcPts val="0"/>
              </a:spcAft>
              <a:buSzPct val="44796"/>
              <a:buChar char="■"/>
            </a:pPr>
            <a:r>
              <a:rPr b="1" lang="en-US"/>
              <a:t>privileges_name</a:t>
            </a:r>
            <a:r>
              <a:rPr lang="en-US"/>
              <a:t>: These are the access rights or privileges granted to the user.</a:t>
            </a:r>
            <a:endParaRPr/>
          </a:p>
          <a:p>
            <a:pPr indent="-291465" lvl="1" marL="914400" rtl="0" algn="l">
              <a:lnSpc>
                <a:spcPct val="100000"/>
              </a:lnSpc>
              <a:spcBef>
                <a:spcPts val="360"/>
              </a:spcBef>
              <a:spcAft>
                <a:spcPts val="0"/>
              </a:spcAft>
              <a:buSzPct val="44796"/>
              <a:buChar char="■"/>
            </a:pPr>
            <a:r>
              <a:rPr b="1" lang="en-US"/>
              <a:t>object: </a:t>
            </a:r>
            <a:r>
              <a:rPr lang="en-US"/>
              <a:t>It is the name of the database object to which permissions are being granted. In the case of granting privileges on a table, this would be the table name.</a:t>
            </a:r>
            <a:endParaRPr/>
          </a:p>
          <a:p>
            <a:pPr indent="-291465" lvl="1" marL="914400" rtl="0" algn="l">
              <a:lnSpc>
                <a:spcPct val="100000"/>
              </a:lnSpc>
              <a:spcBef>
                <a:spcPts val="360"/>
              </a:spcBef>
              <a:spcAft>
                <a:spcPts val="0"/>
              </a:spcAft>
              <a:buSzPct val="44796"/>
              <a:buChar char="■"/>
            </a:pPr>
            <a:r>
              <a:rPr b="1" lang="en-US"/>
              <a:t>user: </a:t>
            </a:r>
            <a:r>
              <a:rPr lang="en-US"/>
              <a:t>It is the name of the user to whom the privileges would be granted.</a:t>
            </a:r>
            <a:endParaRPr/>
          </a:p>
          <a:p>
            <a:pPr indent="-228600" lvl="0" marL="457200" rtl="0" algn="l">
              <a:lnSpc>
                <a:spcPct val="100000"/>
              </a:lnSpc>
              <a:spcBef>
                <a:spcPts val="360"/>
              </a:spcBef>
              <a:spcAft>
                <a:spcPts val="0"/>
              </a:spcAft>
              <a:buSzPct val="45378"/>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 calcmode="lin" valueType="num">
                                      <p:cBhvr additive="base">
                                        <p:cTn dur="500"/>
                                        <p:tgtEl>
                                          <p:spTgt spid="1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anim calcmode="lin" valueType="num">
                                      <p:cBhvr additive="base">
                                        <p:cTn dur="500"/>
                                        <p:tgtEl>
                                          <p:spTgt spid="10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anim calcmode="lin" valueType="num">
                                      <p:cBhvr additive="base">
                                        <p:cTn dur="500"/>
                                        <p:tgtEl>
                                          <p:spTgt spid="10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anim calcmode="lin" valueType="num">
                                      <p:cBhvr additive="base">
                                        <p:cTn dur="500"/>
                                        <p:tgtEl>
                                          <p:spTgt spid="10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anim calcmode="lin" valueType="num">
                                      <p:cBhvr additive="base">
                                        <p:cTn dur="500"/>
                                        <p:tgtEl>
                                          <p:spTgt spid="10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anim calcmode="lin" valueType="num">
                                      <p:cBhvr additive="base">
                                        <p:cTn dur="500"/>
                                        <p:tgtEl>
                                          <p:spTgt spid="10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anim calcmode="lin" valueType="num">
                                      <p:cBhvr additive="base">
                                        <p:cTn dur="500"/>
                                        <p:tgtEl>
                                          <p:spTgt spid="10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anim calcmode="lin" valueType="num">
                                      <p:cBhvr additive="base">
                                        <p:cTn dur="500"/>
                                        <p:tgtEl>
                                          <p:spTgt spid="10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486697" y="629267"/>
            <a:ext cx="2629121" cy="1622321"/>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10" name="Google Shape;110;p4"/>
          <p:cNvSpPr txBox="1"/>
          <p:nvPr>
            <p:ph idx="1" type="body"/>
          </p:nvPr>
        </p:nvSpPr>
        <p:spPr>
          <a:xfrm>
            <a:off x="486698" y="2438401"/>
            <a:ext cx="2629121" cy="3785419"/>
          </a:xfrm>
          <a:prstGeom prst="rect">
            <a:avLst/>
          </a:prstGeom>
          <a:noFill/>
          <a:ln>
            <a:noFill/>
          </a:ln>
        </p:spPr>
        <p:txBody>
          <a:bodyPr anchorCtr="0" anchor="t" bIns="45700" lIns="91425" spcFirstLastPara="1" rIns="0" wrap="square" tIns="45700">
            <a:normAutofit/>
          </a:bodyPr>
          <a:lstStyle/>
          <a:p>
            <a:pPr indent="-297180" lvl="0" marL="457200" rtl="0" algn="l">
              <a:lnSpc>
                <a:spcPct val="100000"/>
              </a:lnSpc>
              <a:spcBef>
                <a:spcPts val="360"/>
              </a:spcBef>
              <a:spcAft>
                <a:spcPts val="0"/>
              </a:spcAft>
              <a:buSzPts val="1080"/>
              <a:buChar char="■"/>
            </a:pPr>
            <a:r>
              <a:rPr b="1" lang="en-US" sz="2000"/>
              <a:t>Privileges</a:t>
            </a:r>
            <a:r>
              <a:rPr lang="en-US" sz="2000"/>
              <a:t>:</a:t>
            </a:r>
            <a:endParaRPr/>
          </a:p>
        </p:txBody>
      </p:sp>
      <p:sp>
        <p:nvSpPr>
          <p:cNvPr id="111" name="Google Shape;111;p4"/>
          <p:cNvSpPr/>
          <p:nvPr/>
        </p:nvSpPr>
        <p:spPr>
          <a:xfrm>
            <a:off x="3479292" y="0"/>
            <a:ext cx="5664708" cy="6858000"/>
          </a:xfrm>
          <a:prstGeom prst="rect">
            <a:avLst/>
          </a:prstGeom>
          <a:solidFill>
            <a:srgbClr val="C8CA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2" name="Google Shape;112;p4"/>
          <p:cNvSpPr/>
          <p:nvPr/>
        </p:nvSpPr>
        <p:spPr>
          <a:xfrm>
            <a:off x="3842766" y="557785"/>
            <a:ext cx="4938074" cy="5739187"/>
          </a:xfrm>
          <a:prstGeom prst="roundRect">
            <a:avLst>
              <a:gd fmla="val 0" name="adj"/>
            </a:avLst>
          </a:prstGeom>
          <a:solidFill>
            <a:srgbClr val="FFFFFF"/>
          </a:solidFill>
          <a:ln cap="flat" cmpd="sng" w="9525">
            <a:solidFill>
              <a:srgbClr val="C8CACA"/>
            </a:solidFill>
            <a:prstDash val="solid"/>
            <a:round/>
            <a:headEnd len="sm" w="sm" type="none"/>
            <a:tailEnd len="sm" w="sm" type="none"/>
          </a:ln>
          <a:effectLst>
            <a:outerShdw blurRad="57150" rotWithShape="0" algn="t" dir="5400000" dist="19050">
              <a:srgbClr val="000000">
                <a:alpha val="6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Lightbox" id="113" name="Google Shape;113;p4"/>
          <p:cNvPicPr preferRelativeResize="0"/>
          <p:nvPr/>
        </p:nvPicPr>
        <p:blipFill rotWithShape="1">
          <a:blip r:embed="rId3">
            <a:alphaModFix/>
          </a:blip>
          <a:srcRect b="0" l="0" r="0" t="0"/>
          <a:stretch/>
        </p:blipFill>
        <p:spPr>
          <a:xfrm>
            <a:off x="4054397" y="1192701"/>
            <a:ext cx="4514498" cy="44693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Different ways of granting privileges to the users:</a:t>
            </a:r>
            <a:endParaRPr/>
          </a:p>
        </p:txBody>
      </p:sp>
      <p:sp>
        <p:nvSpPr>
          <p:cNvPr id="119" name="Google Shape;119;p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92500" lnSpcReduction="20000"/>
          </a:bodyPr>
          <a:lstStyle/>
          <a:p>
            <a:pPr indent="-297180" lvl="0" marL="457200" rtl="0" algn="l">
              <a:lnSpc>
                <a:spcPct val="100000"/>
              </a:lnSpc>
              <a:spcBef>
                <a:spcPts val="360"/>
              </a:spcBef>
              <a:spcAft>
                <a:spcPts val="0"/>
              </a:spcAft>
              <a:buSzPct val="41698"/>
              <a:buChar char="■"/>
            </a:pPr>
            <a:r>
              <a:rPr b="1" lang="en-US"/>
              <a:t>Granting SELECT Privilege to a User in a Table: </a:t>
            </a:r>
            <a:endParaRPr/>
          </a:p>
          <a:p>
            <a:pPr indent="-291465" lvl="1" marL="914400" rtl="0" algn="l">
              <a:lnSpc>
                <a:spcPct val="100000"/>
              </a:lnSpc>
              <a:spcBef>
                <a:spcPts val="360"/>
              </a:spcBef>
              <a:spcAft>
                <a:spcPts val="0"/>
              </a:spcAft>
              <a:buSzPct val="41164"/>
              <a:buChar char="■"/>
            </a:pPr>
            <a:r>
              <a:rPr lang="en-US"/>
              <a:t>To grant Select Privilege to a table named “users” where User Name is Amit, the following GRANT statement should be executed.</a:t>
            </a:r>
            <a:endParaRPr/>
          </a:p>
          <a:p>
            <a:pPr indent="0" lvl="0" marL="0" rtl="0" algn="l">
              <a:lnSpc>
                <a:spcPct val="100000"/>
              </a:lnSpc>
              <a:spcBef>
                <a:spcPts val="360"/>
              </a:spcBef>
              <a:spcAft>
                <a:spcPts val="0"/>
              </a:spcAft>
              <a:buSzPct val="41698"/>
              <a:buNone/>
            </a:pPr>
            <a:r>
              <a:rPr lang="en-US"/>
              <a:t>	GRANT SELECT ON Users TO'Amit'@'localhost;</a:t>
            </a:r>
            <a:endParaRPr/>
          </a:p>
          <a:p>
            <a:pPr indent="-228600" lvl="0" marL="457200" rtl="0" algn="l">
              <a:lnSpc>
                <a:spcPct val="100000"/>
              </a:lnSpc>
              <a:spcBef>
                <a:spcPts val="360"/>
              </a:spcBef>
              <a:spcAft>
                <a:spcPts val="0"/>
              </a:spcAft>
              <a:buSzPct val="41698"/>
              <a:buNone/>
            </a:pPr>
            <a:r>
              <a:t/>
            </a:r>
            <a:endParaRPr b="1"/>
          </a:p>
          <a:p>
            <a:pPr indent="-297180" lvl="0" marL="457200" rtl="0" algn="l">
              <a:lnSpc>
                <a:spcPct val="100000"/>
              </a:lnSpc>
              <a:spcBef>
                <a:spcPts val="360"/>
              </a:spcBef>
              <a:spcAft>
                <a:spcPts val="0"/>
              </a:spcAft>
              <a:buSzPct val="41698"/>
              <a:buChar char="■"/>
            </a:pPr>
            <a:r>
              <a:rPr b="1" lang="en-US"/>
              <a:t>Granting more than one Privilege to a User in a Table</a:t>
            </a:r>
            <a:r>
              <a:rPr lang="en-US"/>
              <a:t>: </a:t>
            </a:r>
            <a:endParaRPr/>
          </a:p>
          <a:p>
            <a:pPr indent="-291465" lvl="1" marL="914400" rtl="0" algn="l">
              <a:lnSpc>
                <a:spcPct val="100000"/>
              </a:lnSpc>
              <a:spcBef>
                <a:spcPts val="360"/>
              </a:spcBef>
              <a:spcAft>
                <a:spcPts val="0"/>
              </a:spcAft>
              <a:buSzPct val="41164"/>
              <a:buChar char="■"/>
            </a:pPr>
            <a:r>
              <a:rPr lang="en-US"/>
              <a:t>To grant multiple Privileges to a user named “Amit” in a table “users”, the following GRANT statement should be executed.</a:t>
            </a:r>
            <a:endParaRPr/>
          </a:p>
          <a:p>
            <a:pPr indent="0" lvl="0" marL="0" rtl="0" algn="l">
              <a:lnSpc>
                <a:spcPct val="100000"/>
              </a:lnSpc>
              <a:spcBef>
                <a:spcPts val="360"/>
              </a:spcBef>
              <a:spcAft>
                <a:spcPts val="0"/>
              </a:spcAft>
              <a:buSzPct val="48648"/>
              <a:buNone/>
            </a:pPr>
            <a:r>
              <a:rPr lang="en-US" sz="2400"/>
              <a:t>        </a:t>
            </a:r>
            <a:r>
              <a:rPr b="1" lang="en-US" sz="2400"/>
              <a:t>GRANT SELECT, INSERT, DELETE, UPDATE ON Users TO ‘Amit'@'localhost;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 calcmode="lin" valueType="num">
                                      <p:cBhvr additive="base">
                                        <p:cTn dur="500"/>
                                        <p:tgtEl>
                                          <p:spTgt spid="11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 calcmode="lin" valueType="num">
                                      <p:cBhvr additive="base">
                                        <p:cTn dur="500"/>
                                        <p:tgtEl>
                                          <p:spTgt spid="11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 calcmode="lin" valueType="num">
                                      <p:cBhvr additive="base">
                                        <p:cTn dur="500"/>
                                        <p:tgtEl>
                                          <p:spTgt spid="11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 calcmode="lin" valueType="num">
                                      <p:cBhvr additive="base">
                                        <p:cTn dur="500"/>
                                        <p:tgtEl>
                                          <p:spTgt spid="11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 calcmode="lin" valueType="num">
                                      <p:cBhvr additive="base">
                                        <p:cTn dur="500"/>
                                        <p:tgtEl>
                                          <p:spTgt spid="11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 calcmode="lin" valueType="num">
                                      <p:cBhvr additive="base">
                                        <p:cTn dur="500"/>
                                        <p:tgtEl>
                                          <p:spTgt spid="11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 calcmode="lin" valueType="num">
                                      <p:cBhvr additive="base">
                                        <p:cTn dur="500"/>
                                        <p:tgtEl>
                                          <p:spTgt spid="11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92500" lnSpcReduction="20000"/>
          </a:bodyPr>
          <a:lstStyle/>
          <a:p>
            <a:pPr indent="-297180" lvl="0" marL="457200" rtl="0" algn="l">
              <a:lnSpc>
                <a:spcPct val="100000"/>
              </a:lnSpc>
              <a:spcBef>
                <a:spcPts val="360"/>
              </a:spcBef>
              <a:spcAft>
                <a:spcPts val="0"/>
              </a:spcAft>
              <a:buSzPct val="41698"/>
              <a:buChar char="■"/>
            </a:pPr>
            <a:r>
              <a:rPr b="1" lang="en-US"/>
              <a:t>Granting All the Privilege to a User in a Table: </a:t>
            </a:r>
            <a:endParaRPr/>
          </a:p>
          <a:p>
            <a:pPr indent="-291465" lvl="1" marL="914400" rtl="0" algn="l">
              <a:lnSpc>
                <a:spcPct val="100000"/>
              </a:lnSpc>
              <a:spcBef>
                <a:spcPts val="360"/>
              </a:spcBef>
              <a:spcAft>
                <a:spcPts val="0"/>
              </a:spcAft>
              <a:buSzPct val="41164"/>
              <a:buChar char="■"/>
            </a:pPr>
            <a:r>
              <a:rPr lang="en-US"/>
              <a:t>To Grant all the privileges to a user named “Amit” in a table “users”, the following Grant statement should be executed.</a:t>
            </a:r>
            <a:endParaRPr/>
          </a:p>
          <a:p>
            <a:pPr indent="0" lvl="0" marL="0" rtl="0" algn="l">
              <a:lnSpc>
                <a:spcPct val="100000"/>
              </a:lnSpc>
              <a:spcBef>
                <a:spcPts val="360"/>
              </a:spcBef>
              <a:spcAft>
                <a:spcPts val="0"/>
              </a:spcAft>
              <a:buSzPct val="41698"/>
              <a:buNone/>
            </a:pPr>
            <a:r>
              <a:rPr lang="en-US"/>
              <a:t>	GRANT ALL ON Users TO 'Amit'@'localhost;</a:t>
            </a:r>
            <a:endParaRPr/>
          </a:p>
          <a:p>
            <a:pPr indent="-228600" lvl="0" marL="457200" rtl="0" algn="l">
              <a:lnSpc>
                <a:spcPct val="100000"/>
              </a:lnSpc>
              <a:spcBef>
                <a:spcPts val="360"/>
              </a:spcBef>
              <a:spcAft>
                <a:spcPts val="0"/>
              </a:spcAft>
              <a:buSzPct val="41698"/>
              <a:buNone/>
            </a:pPr>
            <a:r>
              <a:t/>
            </a:r>
            <a:endParaRPr b="1"/>
          </a:p>
          <a:p>
            <a:pPr indent="-297180" lvl="0" marL="457200" rtl="0" algn="l">
              <a:lnSpc>
                <a:spcPct val="100000"/>
              </a:lnSpc>
              <a:spcBef>
                <a:spcPts val="360"/>
              </a:spcBef>
              <a:spcAft>
                <a:spcPts val="0"/>
              </a:spcAft>
              <a:buSzPct val="41698"/>
              <a:buChar char="■"/>
            </a:pPr>
            <a:r>
              <a:rPr b="1" lang="en-US"/>
              <a:t>Granting a Privilege to all Users in a Table: </a:t>
            </a:r>
            <a:endParaRPr/>
          </a:p>
          <a:p>
            <a:pPr indent="-291465" lvl="1" marL="914400" rtl="0" algn="l">
              <a:lnSpc>
                <a:spcPct val="100000"/>
              </a:lnSpc>
              <a:spcBef>
                <a:spcPts val="360"/>
              </a:spcBef>
              <a:spcAft>
                <a:spcPts val="0"/>
              </a:spcAft>
              <a:buSzPct val="41164"/>
              <a:buChar char="■"/>
            </a:pPr>
            <a:r>
              <a:rPr lang="en-US"/>
              <a:t>To Grant a specific privilege to all the users in a table “users”, the following Grant statement should be executed.</a:t>
            </a:r>
            <a:endParaRPr/>
          </a:p>
          <a:p>
            <a:pPr indent="0" lvl="0" marL="0" rtl="0" algn="l">
              <a:lnSpc>
                <a:spcPct val="100000"/>
              </a:lnSpc>
              <a:spcBef>
                <a:spcPts val="360"/>
              </a:spcBef>
              <a:spcAft>
                <a:spcPts val="0"/>
              </a:spcAft>
              <a:buSzPct val="41698"/>
              <a:buNone/>
            </a:pPr>
            <a:r>
              <a:rPr lang="en-US"/>
              <a:t>	GRANT SELECT  ON Users TO '*'@'localhost;</a:t>
            </a:r>
            <a:endParaRPr/>
          </a:p>
          <a:p>
            <a:pPr indent="0" lvl="0" marL="0" rtl="0" algn="l">
              <a:lnSpc>
                <a:spcPct val="100000"/>
              </a:lnSpc>
              <a:spcBef>
                <a:spcPts val="360"/>
              </a:spcBef>
              <a:spcAft>
                <a:spcPts val="0"/>
              </a:spcAft>
              <a:buSzPct val="64864"/>
              <a:buNone/>
            </a:pPr>
            <a:r>
              <a:rPr lang="en-US" sz="1800"/>
              <a:t>In the above example the “*” symbol is used to grant select permission to all the users of the table “users”.</a:t>
            </a:r>
            <a:endParaRPr/>
          </a:p>
          <a:p>
            <a:pPr indent="-228600" lvl="0" marL="457200" rtl="0" algn="l">
              <a:lnSpc>
                <a:spcPct val="100000"/>
              </a:lnSpc>
              <a:spcBef>
                <a:spcPts val="360"/>
              </a:spcBef>
              <a:spcAft>
                <a:spcPts val="0"/>
              </a:spcAft>
              <a:buSzPct val="41698"/>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 calcmode="lin" valueType="num">
                                      <p:cBhvr additive="base">
                                        <p:cTn dur="500"/>
                                        <p:tgtEl>
                                          <p:spTgt spid="1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 calcmode="lin" valueType="num">
                                      <p:cBhvr additive="base">
                                        <p:cTn dur="500"/>
                                        <p:tgtEl>
                                          <p:spTgt spid="1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 calcmode="lin" valueType="num">
                                      <p:cBhvr additive="base">
                                        <p:cTn dur="500"/>
                                        <p:tgtEl>
                                          <p:spTgt spid="1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 calcmode="lin" valueType="num">
                                      <p:cBhvr additive="base">
                                        <p:cTn dur="500"/>
                                        <p:tgtEl>
                                          <p:spTgt spid="1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anim calcmode="lin" valueType="num">
                                      <p:cBhvr additive="base">
                                        <p:cTn dur="500"/>
                                        <p:tgtEl>
                                          <p:spTgt spid="12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anim calcmode="lin" valueType="num">
                                      <p:cBhvr additive="base">
                                        <p:cTn dur="500"/>
                                        <p:tgtEl>
                                          <p:spTgt spid="12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anim calcmode="lin" valueType="num">
                                      <p:cBhvr additive="base">
                                        <p:cTn dur="500"/>
                                        <p:tgtEl>
                                          <p:spTgt spid="12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anim calcmode="lin" valueType="num">
                                      <p:cBhvr additive="base">
                                        <p:cTn dur="500"/>
                                        <p:tgtEl>
                                          <p:spTgt spid="12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anim calcmode="lin" valueType="num">
                                      <p:cBhvr additive="base">
                                        <p:cTn dur="500"/>
                                        <p:tgtEl>
                                          <p:spTgt spid="12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Revoke command</a:t>
            </a:r>
            <a:endParaRPr/>
          </a:p>
        </p:txBody>
      </p:sp>
      <p:sp>
        <p:nvSpPr>
          <p:cNvPr id="131" name="Google Shape;131;p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Revoke command withdraw user privileges on database objects if any granted. </a:t>
            </a:r>
            <a:endParaRPr/>
          </a:p>
          <a:p>
            <a:pPr indent="-297180" lvl="0" marL="457200" rtl="0" algn="l">
              <a:lnSpc>
                <a:spcPct val="100000"/>
              </a:lnSpc>
              <a:spcBef>
                <a:spcPts val="360"/>
              </a:spcBef>
              <a:spcAft>
                <a:spcPts val="0"/>
              </a:spcAft>
              <a:buSzPts val="1080"/>
              <a:buChar char="■"/>
            </a:pPr>
            <a:r>
              <a:rPr lang="en-US"/>
              <a:t>It does operations opposite to the Grant command. </a:t>
            </a:r>
            <a:endParaRPr/>
          </a:p>
          <a:p>
            <a:pPr indent="-297180" lvl="0" marL="457200" rtl="0" algn="l">
              <a:lnSpc>
                <a:spcPct val="100000"/>
              </a:lnSpc>
              <a:spcBef>
                <a:spcPts val="360"/>
              </a:spcBef>
              <a:spcAft>
                <a:spcPts val="0"/>
              </a:spcAft>
              <a:buSzPts val="1080"/>
              <a:buChar char="■"/>
            </a:pPr>
            <a:r>
              <a:rPr lang="en-US"/>
              <a:t>When a privilege is revoked from a particular user U, then the privileges granted to all other users by user U will be revoked. </a:t>
            </a:r>
            <a:endParaRPr/>
          </a:p>
          <a:p>
            <a:pPr indent="-297180" lvl="0" marL="457200" rtl="0" algn="l">
              <a:lnSpc>
                <a:spcPct val="100000"/>
              </a:lnSpc>
              <a:spcBef>
                <a:spcPts val="360"/>
              </a:spcBef>
              <a:spcAft>
                <a:spcPts val="0"/>
              </a:spcAft>
              <a:buSzPts val="1080"/>
              <a:buChar char="■"/>
            </a:pPr>
            <a:r>
              <a:rPr lang="en-US"/>
              <a:t>Syntax:</a:t>
            </a:r>
            <a:endParaRPr/>
          </a:p>
          <a:p>
            <a:pPr indent="-297180" lvl="0" marL="457200" rtl="0" algn="l">
              <a:lnSpc>
                <a:spcPct val="100000"/>
              </a:lnSpc>
              <a:spcBef>
                <a:spcPts val="360"/>
              </a:spcBef>
              <a:spcAft>
                <a:spcPts val="0"/>
              </a:spcAft>
              <a:buSzPts val="1080"/>
              <a:buChar char="■"/>
            </a:pPr>
            <a:r>
              <a:rPr lang="en-US"/>
              <a:t>REVOKE privileges ON object FROM user;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 calcmode="lin" valueType="num">
                                      <p:cBhvr additive="base">
                                        <p:cTn dur="500"/>
                                        <p:tgtEl>
                                          <p:spTgt spid="1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 calcmode="lin" valueType="num">
                                      <p:cBhvr additive="base">
                                        <p:cTn dur="500"/>
                                        <p:tgtEl>
                                          <p:spTgt spid="1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 calcmode="lin" valueType="num">
                                      <p:cBhvr additive="base">
                                        <p:cTn dur="500"/>
                                        <p:tgtEl>
                                          <p:spTgt spid="1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 calcmode="lin" valueType="num">
                                      <p:cBhvr additive="base">
                                        <p:cTn dur="500"/>
                                        <p:tgtEl>
                                          <p:spTgt spid="1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anim calcmode="lin" valueType="num">
                                      <p:cBhvr additive="base">
                                        <p:cTn dur="500"/>
                                        <p:tgtEl>
                                          <p:spTgt spid="13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92500" lnSpcReduction="20000"/>
          </a:bodyPr>
          <a:lstStyle/>
          <a:p>
            <a:pPr indent="-297180" lvl="0" marL="457200" rtl="0" algn="l">
              <a:lnSpc>
                <a:spcPct val="100000"/>
              </a:lnSpc>
              <a:spcBef>
                <a:spcPts val="360"/>
              </a:spcBef>
              <a:spcAft>
                <a:spcPts val="0"/>
              </a:spcAft>
              <a:buSzPct val="41698"/>
              <a:buChar char="■"/>
            </a:pPr>
            <a:r>
              <a:rPr b="1" lang="en-US"/>
              <a:t>Example:</a:t>
            </a:r>
            <a:r>
              <a:rPr lang="en-US"/>
              <a:t>  </a:t>
            </a:r>
            <a:endParaRPr/>
          </a:p>
          <a:p>
            <a:pPr indent="-297180" lvl="0" marL="457200" rtl="0" algn="l">
              <a:lnSpc>
                <a:spcPct val="100000"/>
              </a:lnSpc>
              <a:spcBef>
                <a:spcPts val="360"/>
              </a:spcBef>
              <a:spcAft>
                <a:spcPts val="0"/>
              </a:spcAft>
              <a:buSzPct val="41698"/>
              <a:buChar char="■"/>
            </a:pPr>
            <a:r>
              <a:rPr b="1" lang="en-US"/>
              <a:t>grant insert</a:t>
            </a:r>
            <a:r>
              <a:rPr lang="en-US"/>
              <a:t>, </a:t>
            </a:r>
            <a:endParaRPr/>
          </a:p>
          <a:p>
            <a:pPr indent="-297180" lvl="0" marL="457200" rtl="0" algn="l">
              <a:lnSpc>
                <a:spcPct val="100000"/>
              </a:lnSpc>
              <a:spcBef>
                <a:spcPts val="360"/>
              </a:spcBef>
              <a:spcAft>
                <a:spcPts val="0"/>
              </a:spcAft>
              <a:buSzPct val="41698"/>
              <a:buChar char="■"/>
            </a:pPr>
            <a:r>
              <a:rPr lang="en-US"/>
              <a:t>select on accounts to Ram</a:t>
            </a:r>
            <a:endParaRPr/>
          </a:p>
          <a:p>
            <a:pPr indent="-297180" lvl="0" marL="457200" rtl="0" algn="l">
              <a:lnSpc>
                <a:spcPct val="100000"/>
              </a:lnSpc>
              <a:spcBef>
                <a:spcPts val="360"/>
              </a:spcBef>
              <a:spcAft>
                <a:spcPts val="0"/>
              </a:spcAft>
              <a:buSzPct val="41698"/>
              <a:buChar char="■"/>
            </a:pPr>
            <a:r>
              <a:rPr lang="en-US"/>
              <a:t>By the above command user ram has granted permissions on accounts database object like he can query or insert into accounts. </a:t>
            </a:r>
            <a:endParaRPr/>
          </a:p>
          <a:p>
            <a:pPr indent="-228600" lvl="0" marL="457200" rtl="0" algn="l">
              <a:lnSpc>
                <a:spcPct val="100000"/>
              </a:lnSpc>
              <a:spcBef>
                <a:spcPts val="360"/>
              </a:spcBef>
              <a:spcAft>
                <a:spcPts val="0"/>
              </a:spcAft>
              <a:buSzPct val="41698"/>
              <a:buNone/>
            </a:pPr>
            <a:r>
              <a:t/>
            </a:r>
            <a:endParaRPr/>
          </a:p>
          <a:p>
            <a:pPr indent="-297180" lvl="0" marL="457200" rtl="0" algn="l">
              <a:lnSpc>
                <a:spcPct val="100000"/>
              </a:lnSpc>
              <a:spcBef>
                <a:spcPts val="360"/>
              </a:spcBef>
              <a:spcAft>
                <a:spcPts val="0"/>
              </a:spcAft>
              <a:buSzPct val="41698"/>
              <a:buChar char="■"/>
            </a:pPr>
            <a:r>
              <a:rPr b="1" lang="en-US"/>
              <a:t>revoke insert</a:t>
            </a:r>
            <a:r>
              <a:rPr lang="en-US"/>
              <a:t>, </a:t>
            </a:r>
            <a:endParaRPr/>
          </a:p>
          <a:p>
            <a:pPr indent="-297180" lvl="0" marL="457200" rtl="0" algn="l">
              <a:lnSpc>
                <a:spcPct val="100000"/>
              </a:lnSpc>
              <a:spcBef>
                <a:spcPts val="360"/>
              </a:spcBef>
              <a:spcAft>
                <a:spcPts val="0"/>
              </a:spcAft>
              <a:buSzPct val="41698"/>
              <a:buChar char="■"/>
            </a:pPr>
            <a:r>
              <a:rPr lang="en-US"/>
              <a:t>select on accounts from Ram</a:t>
            </a:r>
            <a:endParaRPr/>
          </a:p>
          <a:p>
            <a:pPr indent="-297180" lvl="0" marL="457200" rtl="0" algn="l">
              <a:lnSpc>
                <a:spcPct val="100000"/>
              </a:lnSpc>
              <a:spcBef>
                <a:spcPts val="360"/>
              </a:spcBef>
              <a:spcAft>
                <a:spcPts val="0"/>
              </a:spcAft>
              <a:buSzPct val="41698"/>
              <a:buChar char="■"/>
            </a:pPr>
            <a:r>
              <a:rPr lang="en-US"/>
              <a:t>By the above command user ram’s permissions like query or insert on accounts database object has been removed.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anim calcmode="lin" valueType="num">
                                      <p:cBhvr additive="base">
                                        <p:cTn dur="500"/>
                                        <p:tgtEl>
                                          <p:spTgt spid="1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anim calcmode="lin" valueType="num">
                                      <p:cBhvr additive="base">
                                        <p:cTn dur="500"/>
                                        <p:tgtEl>
                                          <p:spTgt spid="13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anim calcmode="lin" valueType="num">
                                      <p:cBhvr additive="base">
                                        <p:cTn dur="500"/>
                                        <p:tgtEl>
                                          <p:spTgt spid="13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anim calcmode="lin" valueType="num">
                                      <p:cBhvr additive="base">
                                        <p:cTn dur="500"/>
                                        <p:tgtEl>
                                          <p:spTgt spid="13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anim calcmode="lin" valueType="num">
                                      <p:cBhvr additive="base">
                                        <p:cTn dur="500"/>
                                        <p:tgtEl>
                                          <p:spTgt spid="13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anim calcmode="lin" valueType="num">
                                      <p:cBhvr additive="base">
                                        <p:cTn dur="500"/>
                                        <p:tgtEl>
                                          <p:spTgt spid="13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6" st="6"/>
                                            </p:txEl>
                                          </p:spTgt>
                                        </p:tgtEl>
                                        <p:attrNameLst>
                                          <p:attrName>style.visibility</p:attrName>
                                        </p:attrNameLst>
                                      </p:cBhvr>
                                      <p:to>
                                        <p:strVal val="visible"/>
                                      </p:to>
                                    </p:set>
                                    <p:anim calcmode="lin" valueType="num">
                                      <p:cBhvr additive="base">
                                        <p:cTn dur="500"/>
                                        <p:tgtEl>
                                          <p:spTgt spid="13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7" st="7"/>
                                            </p:txEl>
                                          </p:spTgt>
                                        </p:tgtEl>
                                        <p:attrNameLst>
                                          <p:attrName>style.visibility</p:attrName>
                                        </p:attrNameLst>
                                      </p:cBhvr>
                                      <p:to>
                                        <p:strVal val="visible"/>
                                      </p:to>
                                    </p:set>
                                    <p:anim calcmode="lin" valueType="num">
                                      <p:cBhvr additive="base">
                                        <p:cTn dur="500"/>
                                        <p:tgtEl>
                                          <p:spTgt spid="13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8-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4" name="Google Shape;144;p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Aliases and DISTINCT</a:t>
            </a:r>
            <a:endParaRPr/>
          </a:p>
        </p:txBody>
      </p:sp>
      <p:sp>
        <p:nvSpPr>
          <p:cNvPr id="145" name="Google Shape;145;p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b="1" lang="en-US"/>
              <a:t>Aliases</a:t>
            </a:r>
            <a:endParaRPr b="0" i="0" sz="2800" u="none">
              <a:solidFill>
                <a:schemeClr val="dk2"/>
              </a:solidFill>
              <a:latin typeface="Arial"/>
              <a:ea typeface="Arial"/>
              <a:cs typeface="Arial"/>
              <a:sym typeface="Arial"/>
            </a:endParaRPr>
          </a:p>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SQL, we can use the same name for two (or more) attributes as long as the attributes are in </a:t>
            </a:r>
            <a:r>
              <a:rPr b="0" i="1" lang="en-US" sz="2800" u="none">
                <a:solidFill>
                  <a:schemeClr val="dk2"/>
                </a:solidFill>
                <a:latin typeface="Arial"/>
                <a:ea typeface="Arial"/>
                <a:cs typeface="Arial"/>
                <a:sym typeface="Arial"/>
              </a:rPr>
              <a:t>different relations</a:t>
            </a:r>
            <a:endParaRPr/>
          </a:p>
          <a:p>
            <a:pPr indent="-236220" lvl="0" marL="342900" rtl="0" algn="l">
              <a:lnSpc>
                <a:spcPct val="90000"/>
              </a:lnSpc>
              <a:spcBef>
                <a:spcPts val="0"/>
              </a:spcBef>
              <a:spcAft>
                <a:spcPts val="0"/>
              </a:spcAft>
              <a:buClr>
                <a:srgbClr val="990033"/>
              </a:buClr>
              <a:buSzPts val="1680"/>
              <a:buFont typeface="Noto Sans Symbols"/>
              <a:buNone/>
            </a:pPr>
            <a:r>
              <a:t/>
            </a:r>
            <a:endParaRPr/>
          </a:p>
          <a:p>
            <a:pPr indent="-342900" lvl="0" marL="342900" rtl="0" algn="l">
              <a:lnSpc>
                <a:spcPct val="90000"/>
              </a:lnSpc>
              <a:spcBef>
                <a:spcPts val="560"/>
              </a:spcBef>
              <a:spcAft>
                <a:spcPts val="0"/>
              </a:spcAft>
              <a:buSzPts val="1680"/>
              <a:buChar char="■"/>
            </a:pPr>
            <a:r>
              <a:rPr lang="en-US"/>
              <a:t>Aliases are the temporary names given to tables or columns for the purpose of a particular SQL query. </a:t>
            </a:r>
            <a:endParaRPr/>
          </a:p>
          <a:p>
            <a:pPr indent="-236220" lvl="0" marL="342900" rtl="0" algn="l">
              <a:lnSpc>
                <a:spcPct val="90000"/>
              </a:lnSpc>
              <a:spcBef>
                <a:spcPts val="560"/>
              </a:spcBef>
              <a:spcAft>
                <a:spcPts val="0"/>
              </a:spcAft>
              <a:buSzPts val="1680"/>
              <a:buNone/>
            </a:pPr>
            <a:r>
              <a:t/>
            </a:r>
            <a:endParaRPr/>
          </a:p>
          <a:p>
            <a:pPr indent="-342900" lvl="0" marL="342900" rtl="0" algn="l">
              <a:lnSpc>
                <a:spcPct val="90000"/>
              </a:lnSpc>
              <a:spcBef>
                <a:spcPts val="560"/>
              </a:spcBef>
              <a:spcAft>
                <a:spcPts val="0"/>
              </a:spcAft>
              <a:buSzPts val="1680"/>
              <a:buChar char="■"/>
            </a:pPr>
            <a:r>
              <a:rPr lang="en-US"/>
              <a:t>It is used when the name of a column or table is used other than its original name, but the modified name is only temporary</a:t>
            </a:r>
            <a:r>
              <a:rPr b="1" lang="en-US"/>
              <a:t>.</a:t>
            </a:r>
            <a:endParaRPr b="0" i="0" sz="2800" u="non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Alias cntd…</a:t>
            </a:r>
            <a:endParaRPr/>
          </a:p>
        </p:txBody>
      </p:sp>
      <p:sp>
        <p:nvSpPr>
          <p:cNvPr id="151" name="Google Shape;151;p10"/>
          <p:cNvSpPr txBox="1"/>
          <p:nvPr>
            <p:ph idx="1" type="body"/>
          </p:nvPr>
        </p:nvSpPr>
        <p:spPr>
          <a:xfrm>
            <a:off x="177082" y="1287049"/>
            <a:ext cx="8415773" cy="5076173"/>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a:p>
            <a:pPr indent="-297180" lvl="0" marL="457200" rtl="0" algn="l">
              <a:lnSpc>
                <a:spcPct val="100000"/>
              </a:lnSpc>
              <a:spcBef>
                <a:spcPts val="360"/>
              </a:spcBef>
              <a:spcAft>
                <a:spcPts val="0"/>
              </a:spcAft>
              <a:buSzPts val="1080"/>
              <a:buChar char="■"/>
            </a:pPr>
            <a:r>
              <a:rPr lang="en-US"/>
              <a:t>Aliases are created to make table or column names more readable.</a:t>
            </a:r>
            <a:endParaRPr/>
          </a:p>
          <a:p>
            <a:pPr indent="-297180" lvl="0" marL="457200" rtl="0" algn="l">
              <a:lnSpc>
                <a:spcPct val="100000"/>
              </a:lnSpc>
              <a:spcBef>
                <a:spcPts val="360"/>
              </a:spcBef>
              <a:spcAft>
                <a:spcPts val="0"/>
              </a:spcAft>
              <a:buSzPts val="1080"/>
              <a:buChar char="■"/>
            </a:pPr>
            <a:r>
              <a:rPr lang="en-US"/>
              <a:t>The renaming is just a temporary change and the table name does not change in the original database.</a:t>
            </a:r>
            <a:endParaRPr/>
          </a:p>
          <a:p>
            <a:pPr indent="-297180" lvl="0" marL="457200" rtl="0" algn="l">
              <a:lnSpc>
                <a:spcPct val="100000"/>
              </a:lnSpc>
              <a:spcBef>
                <a:spcPts val="360"/>
              </a:spcBef>
              <a:spcAft>
                <a:spcPts val="0"/>
              </a:spcAft>
              <a:buSzPts val="1080"/>
              <a:buChar char="■"/>
            </a:pPr>
            <a:r>
              <a:rPr lang="en-US"/>
              <a:t>Aliases are useful when table or column names are big or not very readable.</a:t>
            </a:r>
            <a:endParaRPr/>
          </a:p>
          <a:p>
            <a:pPr indent="-297180" lvl="0" marL="457200" rtl="0" algn="l">
              <a:lnSpc>
                <a:spcPct val="100000"/>
              </a:lnSpc>
              <a:spcBef>
                <a:spcPts val="360"/>
              </a:spcBef>
              <a:spcAft>
                <a:spcPts val="0"/>
              </a:spcAft>
              <a:buSzPts val="1080"/>
              <a:buChar char="■"/>
            </a:pPr>
            <a:r>
              <a:rPr lang="en-US"/>
              <a:t>These are preferred when there is more than one table involved in a query.</a:t>
            </a:r>
            <a:endParaRPr/>
          </a:p>
          <a:p>
            <a:pPr indent="-228600" lvl="0" marL="457200" rtl="0" algn="l">
              <a:lnSpc>
                <a:spcPct val="100000"/>
              </a:lnSpc>
              <a:spcBef>
                <a:spcPts val="360"/>
              </a:spcBef>
              <a:spcAft>
                <a:spcPts val="0"/>
              </a:spcAft>
              <a:buSzPts val="1080"/>
              <a:buNone/>
            </a:pPr>
            <a:r>
              <a:t/>
            </a:r>
            <a:endParaRPr/>
          </a:p>
        </p:txBody>
      </p:sp>
      <p:sp>
        <p:nvSpPr>
          <p:cNvPr id="152" name="Google Shape;152;p1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8-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9" name="Google Shape;159;p1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ALIASES</a:t>
            </a:r>
            <a:endParaRPr/>
          </a:p>
        </p:txBody>
      </p:sp>
      <p:sp>
        <p:nvSpPr>
          <p:cNvPr id="160" name="Google Shape;160;p1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Some queries need to refer to the same relation twice</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In this case, </a:t>
            </a:r>
            <a:r>
              <a:rPr b="0" i="1" lang="en-US" sz="2000" u="none">
                <a:solidFill>
                  <a:srgbClr val="800000"/>
                </a:solidFill>
                <a:latin typeface="Arial"/>
                <a:ea typeface="Arial"/>
                <a:cs typeface="Arial"/>
                <a:sym typeface="Arial"/>
              </a:rPr>
              <a:t>aliases</a:t>
            </a:r>
            <a:r>
              <a:rPr b="0" i="0" lang="en-US" sz="2000" u="none">
                <a:solidFill>
                  <a:srgbClr val="800000"/>
                </a:solidFill>
                <a:latin typeface="Arial"/>
                <a:ea typeface="Arial"/>
                <a:cs typeface="Arial"/>
                <a:sym typeface="Arial"/>
              </a:rPr>
              <a:t> are given to the relation name</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Query 1: For each employee, retrieve the employee's name, and the name of his or her immediate supervisor.</a:t>
            </a:r>
            <a:br>
              <a:rPr b="0" i="0" lang="en-US" sz="2000" u="none">
                <a:solidFill>
                  <a:schemeClr val="dk2"/>
                </a:solidFill>
                <a:latin typeface="Arial"/>
                <a:ea typeface="Arial"/>
                <a:cs typeface="Arial"/>
                <a:sym typeface="Arial"/>
              </a:rPr>
            </a:br>
            <a:br>
              <a:rPr b="0" i="0" lang="en-US" sz="2000" u="none">
                <a:solidFill>
                  <a:schemeClr val="dk2"/>
                </a:solidFill>
                <a:latin typeface="Arial"/>
                <a:ea typeface="Arial"/>
                <a:cs typeface="Arial"/>
                <a:sym typeface="Arial"/>
              </a:rPr>
            </a:br>
            <a:r>
              <a:rPr b="0" i="0" lang="en-US" sz="2000" u="none">
                <a:solidFill>
                  <a:schemeClr val="dk2"/>
                </a:solidFill>
                <a:latin typeface="Arial"/>
                <a:ea typeface="Arial"/>
                <a:cs typeface="Arial"/>
                <a:sym typeface="Arial"/>
              </a:rPr>
              <a:t>Q1:	SELECT	E.FNAME, E.LNAME, S.FNAME, S.LNAME</a:t>
            </a:r>
            <a:br>
              <a:rPr b="0" i="0" lang="en-US" sz="2000" u="none">
                <a:solidFill>
                  <a:schemeClr val="dk2"/>
                </a:solidFill>
                <a:latin typeface="Arial"/>
                <a:ea typeface="Arial"/>
                <a:cs typeface="Arial"/>
                <a:sym typeface="Arial"/>
              </a:rPr>
            </a:br>
            <a:r>
              <a:rPr b="0" i="0" lang="en-US" sz="2000" u="none">
                <a:solidFill>
                  <a:schemeClr val="dk2"/>
                </a:solidFill>
                <a:latin typeface="Arial"/>
                <a:ea typeface="Arial"/>
                <a:cs typeface="Arial"/>
                <a:sym typeface="Arial"/>
              </a:rPr>
              <a:t>	FROM 		EMPLOYEE </a:t>
            </a:r>
            <a:r>
              <a:rPr b="0" i="0" lang="en-US" sz="2000" u="none">
                <a:solidFill>
                  <a:srgbClr val="4F571F"/>
                </a:solidFill>
                <a:latin typeface="Arial"/>
                <a:ea typeface="Arial"/>
                <a:cs typeface="Arial"/>
                <a:sym typeface="Arial"/>
              </a:rPr>
              <a:t>E</a:t>
            </a:r>
            <a:r>
              <a:rPr b="0" i="0" lang="en-US" sz="2000" u="none">
                <a:solidFill>
                  <a:schemeClr val="dk2"/>
                </a:solidFill>
                <a:latin typeface="Arial"/>
                <a:ea typeface="Arial"/>
                <a:cs typeface="Arial"/>
                <a:sym typeface="Arial"/>
              </a:rPr>
              <a:t> </a:t>
            </a:r>
            <a:r>
              <a:rPr b="0" i="0" lang="en-US" sz="2000" u="none">
                <a:solidFill>
                  <a:srgbClr val="4F571F"/>
                </a:solidFill>
                <a:latin typeface="Arial"/>
                <a:ea typeface="Arial"/>
                <a:cs typeface="Arial"/>
                <a:sym typeface="Arial"/>
              </a:rPr>
              <a:t>S</a:t>
            </a:r>
            <a:br>
              <a:rPr b="0" i="0" lang="en-US" sz="2000" u="none">
                <a:solidFill>
                  <a:schemeClr val="dk2"/>
                </a:solidFill>
                <a:latin typeface="Arial"/>
                <a:ea typeface="Arial"/>
                <a:cs typeface="Arial"/>
                <a:sym typeface="Arial"/>
              </a:rPr>
            </a:br>
            <a:r>
              <a:rPr b="0" i="0" lang="en-US" sz="2000" u="none">
                <a:solidFill>
                  <a:schemeClr val="dk2"/>
                </a:solidFill>
                <a:latin typeface="Arial"/>
                <a:ea typeface="Arial"/>
                <a:cs typeface="Arial"/>
                <a:sym typeface="Arial"/>
              </a:rPr>
              <a:t>	WHERE	E.SUPERSSN=S.SSN</a:t>
            </a:r>
            <a:br>
              <a:rPr b="0" i="0" lang="en-US" sz="2000" u="none">
                <a:solidFill>
                  <a:schemeClr val="dk2"/>
                </a:solidFill>
                <a:latin typeface="Arial"/>
                <a:ea typeface="Arial"/>
                <a:cs typeface="Arial"/>
                <a:sym typeface="Arial"/>
              </a:rPr>
            </a:b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In Q1, the alternate relation names E and S are called </a:t>
            </a:r>
            <a:r>
              <a:rPr b="0" i="1" lang="en-US" sz="2000" u="none">
                <a:solidFill>
                  <a:srgbClr val="800000"/>
                </a:solidFill>
                <a:latin typeface="Arial"/>
                <a:ea typeface="Arial"/>
                <a:cs typeface="Arial"/>
                <a:sym typeface="Arial"/>
              </a:rPr>
              <a:t>aliases</a:t>
            </a:r>
            <a:r>
              <a:rPr b="0" i="0" lang="en-US" sz="2000" u="none">
                <a:solidFill>
                  <a:srgbClr val="800000"/>
                </a:solidFill>
                <a:latin typeface="Arial"/>
                <a:ea typeface="Arial"/>
                <a:cs typeface="Arial"/>
                <a:sym typeface="Arial"/>
              </a:rPr>
              <a:t> or </a:t>
            </a:r>
            <a:r>
              <a:rPr b="0" i="1" lang="en-US" sz="2000" u="none">
                <a:solidFill>
                  <a:srgbClr val="800000"/>
                </a:solidFill>
                <a:latin typeface="Arial"/>
                <a:ea typeface="Arial"/>
                <a:cs typeface="Arial"/>
                <a:sym typeface="Arial"/>
              </a:rPr>
              <a:t>tuple variables</a:t>
            </a:r>
            <a:r>
              <a:rPr b="0" i="0" lang="en-US" sz="2000" u="none">
                <a:solidFill>
                  <a:srgbClr val="800000"/>
                </a:solidFill>
                <a:latin typeface="Arial"/>
                <a:ea typeface="Arial"/>
                <a:cs typeface="Arial"/>
                <a:sym typeface="Arial"/>
              </a:rPr>
              <a:t> for the EMPLOYEE relation</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We can think of E and S as two different </a:t>
            </a:r>
            <a:r>
              <a:rPr b="0" i="1" lang="en-US" sz="2000" u="none">
                <a:solidFill>
                  <a:srgbClr val="800000"/>
                </a:solidFill>
                <a:latin typeface="Arial"/>
                <a:ea typeface="Arial"/>
                <a:cs typeface="Arial"/>
                <a:sym typeface="Arial"/>
              </a:rPr>
              <a:t>copies</a:t>
            </a:r>
            <a:r>
              <a:rPr b="0" i="0" lang="en-US" sz="2000" u="none">
                <a:solidFill>
                  <a:srgbClr val="800000"/>
                </a:solidFill>
                <a:latin typeface="Arial"/>
                <a:ea typeface="Arial"/>
                <a:cs typeface="Arial"/>
                <a:sym typeface="Arial"/>
              </a:rPr>
              <a:t> of EMPLOYEE; E represents employees in role of </a:t>
            </a:r>
            <a:r>
              <a:rPr b="0" i="1" lang="en-US" sz="2000" u="none">
                <a:solidFill>
                  <a:srgbClr val="800000"/>
                </a:solidFill>
                <a:latin typeface="Arial"/>
                <a:ea typeface="Arial"/>
                <a:cs typeface="Arial"/>
                <a:sym typeface="Arial"/>
              </a:rPr>
              <a:t>supervisees(employee)</a:t>
            </a:r>
            <a:r>
              <a:rPr b="0" i="0" lang="en-US" sz="2000" u="none">
                <a:solidFill>
                  <a:srgbClr val="800000"/>
                </a:solidFill>
                <a:latin typeface="Arial"/>
                <a:ea typeface="Arial"/>
                <a:cs typeface="Arial"/>
                <a:sym typeface="Arial"/>
              </a:rPr>
              <a:t> and S represents employees in role of </a:t>
            </a:r>
            <a:r>
              <a:rPr b="0" i="1" lang="en-US" sz="2000" u="none">
                <a:solidFill>
                  <a:srgbClr val="800000"/>
                </a:solidFill>
                <a:latin typeface="Arial"/>
                <a:ea typeface="Arial"/>
                <a:cs typeface="Arial"/>
                <a:sym typeface="Arial"/>
              </a:rPr>
              <a:t>supervisors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 calcmode="lin" valueType="num">
                                      <p:cBhvr additive="base">
                                        <p:cTn dur="500"/>
                                        <p:tgtEl>
                                          <p:spTgt spid="16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anim calcmode="lin" valueType="num">
                                      <p:cBhvr additive="base">
                                        <p:cTn dur="500"/>
                                        <p:tgtEl>
                                          <p:spTgt spid="16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anim calcmode="lin" valueType="num">
                                      <p:cBhvr additive="base">
                                        <p:cTn dur="500"/>
                                        <p:tgtEl>
                                          <p:spTgt spid="16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anim calcmode="lin" valueType="num">
                                      <p:cBhvr additive="base">
                                        <p:cTn dur="500"/>
                                        <p:tgtEl>
                                          <p:spTgt spid="16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anim calcmode="lin" valueType="num">
                                      <p:cBhvr additive="base">
                                        <p:cTn dur="500"/>
                                        <p:tgtEl>
                                          <p:spTgt spid="16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a:t>Syntax for Column Alias </a:t>
            </a:r>
            <a:endParaRPr/>
          </a:p>
        </p:txBody>
      </p:sp>
      <p:sp>
        <p:nvSpPr>
          <p:cNvPr id="166" name="Google Shape;166;p1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b="1" i="1" lang="en-US"/>
              <a:t>SELECT column as alias_name FROM table_name;</a:t>
            </a:r>
            <a:endParaRPr/>
          </a:p>
          <a:p>
            <a:pPr indent="-291465" lvl="1" marL="914400" rtl="0" algn="l">
              <a:lnSpc>
                <a:spcPct val="100000"/>
              </a:lnSpc>
              <a:spcBef>
                <a:spcPts val="360"/>
              </a:spcBef>
              <a:spcAft>
                <a:spcPts val="0"/>
              </a:spcAft>
              <a:buSzPts val="990"/>
              <a:buChar char="■"/>
            </a:pPr>
            <a:r>
              <a:rPr b="1" i="1" lang="en-US"/>
              <a:t>column: fields in the table</a:t>
            </a:r>
            <a:endParaRPr/>
          </a:p>
          <a:p>
            <a:pPr indent="-228600" lvl="0" marL="457200" rtl="0" algn="l">
              <a:lnSpc>
                <a:spcPct val="100000"/>
              </a:lnSpc>
              <a:spcBef>
                <a:spcPts val="360"/>
              </a:spcBef>
              <a:spcAft>
                <a:spcPts val="0"/>
              </a:spcAft>
              <a:buSzPts val="1080"/>
              <a:buNone/>
            </a:pPr>
            <a:r>
              <a:t/>
            </a:r>
            <a:endParaRPr b="1" u="sng"/>
          </a:p>
          <a:p>
            <a:pPr indent="-297180" lvl="0" marL="457200" rtl="0" algn="l">
              <a:lnSpc>
                <a:spcPct val="100000"/>
              </a:lnSpc>
              <a:spcBef>
                <a:spcPts val="360"/>
              </a:spcBef>
              <a:spcAft>
                <a:spcPts val="0"/>
              </a:spcAft>
              <a:buSzPts val="1080"/>
              <a:buChar char="■"/>
            </a:pPr>
            <a:r>
              <a:rPr b="1" lang="en-US" u="sng"/>
              <a:t>Column Alias</a:t>
            </a:r>
            <a:endParaRPr/>
          </a:p>
          <a:p>
            <a:pPr indent="-297180" lvl="0" marL="457200" rtl="0" algn="l">
              <a:lnSpc>
                <a:spcPct val="100000"/>
              </a:lnSpc>
              <a:spcBef>
                <a:spcPts val="360"/>
              </a:spcBef>
              <a:spcAft>
                <a:spcPts val="0"/>
              </a:spcAft>
              <a:buSzPts val="1080"/>
              <a:buChar char="■"/>
            </a:pPr>
            <a:r>
              <a:rPr b="1" lang="en-US"/>
              <a:t>Example:</a:t>
            </a:r>
            <a:endParaRPr/>
          </a:p>
          <a:p>
            <a:pPr indent="-291465" lvl="1" marL="914400" rtl="0" algn="l">
              <a:lnSpc>
                <a:spcPct val="100000"/>
              </a:lnSpc>
              <a:spcBef>
                <a:spcPts val="360"/>
              </a:spcBef>
              <a:spcAft>
                <a:spcPts val="0"/>
              </a:spcAft>
              <a:buSzPts val="990"/>
              <a:buChar char="■"/>
            </a:pPr>
            <a:r>
              <a:rPr lang="en-US"/>
              <a:t>SELECT CustomerID AS SSN FROM Customer;</a:t>
            </a:r>
            <a:endParaRPr/>
          </a:p>
          <a:p>
            <a:pPr indent="0" lvl="0" marL="160020" rtl="0" algn="l">
              <a:lnSpc>
                <a:spcPct val="100000"/>
              </a:lnSpc>
              <a:spcBef>
                <a:spcPts val="360"/>
              </a:spcBef>
              <a:spcAft>
                <a:spcPts val="0"/>
              </a:spcAft>
              <a:buSzPts val="1080"/>
              <a:buNone/>
            </a:pPr>
            <a:br>
              <a:rPr lang="en-US"/>
            </a:br>
            <a:endParaRPr/>
          </a:p>
        </p:txBody>
      </p:sp>
      <p:sp>
        <p:nvSpPr>
          <p:cNvPr id="167" name="Google Shape;167;p1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anim calcmode="lin" valueType="num">
                                      <p:cBhvr additive="base">
                                        <p:cTn dur="500"/>
                                        <p:tgtEl>
                                          <p:spTgt spid="1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anim calcmode="lin" valueType="num">
                                      <p:cBhvr additive="base">
                                        <p:cTn dur="500"/>
                                        <p:tgtEl>
                                          <p:spTgt spid="16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anim calcmode="lin" valueType="num">
                                      <p:cBhvr additive="base">
                                        <p:cTn dur="500"/>
                                        <p:tgtEl>
                                          <p:spTgt spid="16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anim calcmode="lin" valueType="num">
                                      <p:cBhvr additive="base">
                                        <p:cTn dur="500"/>
                                        <p:tgtEl>
                                          <p:spTgt spid="16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anim calcmode="lin" valueType="num">
                                      <p:cBhvr additive="base">
                                        <p:cTn dur="500"/>
                                        <p:tgtEl>
                                          <p:spTgt spid="16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5" st="5"/>
                                            </p:txEl>
                                          </p:spTgt>
                                        </p:tgtEl>
                                        <p:attrNameLst>
                                          <p:attrName>style.visibility</p:attrName>
                                        </p:attrNameLst>
                                      </p:cBhvr>
                                      <p:to>
                                        <p:strVal val="visible"/>
                                      </p:to>
                                    </p:set>
                                    <p:anim calcmode="lin" valueType="num">
                                      <p:cBhvr additive="base">
                                        <p:cTn dur="500"/>
                                        <p:tgtEl>
                                          <p:spTgt spid="16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6" st="6"/>
                                            </p:txEl>
                                          </p:spTgt>
                                        </p:tgtEl>
                                        <p:attrNameLst>
                                          <p:attrName>style.visibility</p:attrName>
                                        </p:attrNameLst>
                                      </p:cBhvr>
                                      <p:to>
                                        <p:strVal val="visible"/>
                                      </p:to>
                                    </p:set>
                                    <p:anim calcmode="lin" valueType="num">
                                      <p:cBhvr additive="base">
                                        <p:cTn dur="500"/>
                                        <p:tgtEl>
                                          <p:spTgt spid="16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b="1" lang="en-US" u="sng"/>
              <a:t>Table Alias</a:t>
            </a:r>
            <a:endParaRPr/>
          </a:p>
          <a:p>
            <a:pPr indent="-291465" lvl="1" marL="914400" rtl="0" algn="l">
              <a:lnSpc>
                <a:spcPct val="100000"/>
              </a:lnSpc>
              <a:spcBef>
                <a:spcPts val="360"/>
              </a:spcBef>
              <a:spcAft>
                <a:spcPts val="0"/>
              </a:spcAft>
              <a:buSzPts val="990"/>
              <a:buChar char="■"/>
            </a:pPr>
            <a:r>
              <a:rPr lang="en-US"/>
              <a:t>Generally, table aliases are used to fetch the data from more than just a single table and connect them through field relations.</a:t>
            </a:r>
            <a:endParaRPr/>
          </a:p>
          <a:p>
            <a:pPr indent="-297180" lvl="0" marL="457200" rtl="0" algn="l">
              <a:lnSpc>
                <a:spcPct val="100000"/>
              </a:lnSpc>
              <a:spcBef>
                <a:spcPts val="360"/>
              </a:spcBef>
              <a:spcAft>
                <a:spcPts val="0"/>
              </a:spcAft>
              <a:buSzPts val="1080"/>
              <a:buChar char="■"/>
            </a:pPr>
            <a:r>
              <a:rPr b="1" lang="en-US"/>
              <a:t>To fetch the CustomerName and Country of the customer with Age = 21.</a:t>
            </a:r>
            <a:endParaRPr/>
          </a:p>
          <a:p>
            <a:pPr indent="-297180" lvl="0" marL="457200" rtl="0" algn="l">
              <a:lnSpc>
                <a:spcPct val="100000"/>
              </a:lnSpc>
              <a:spcBef>
                <a:spcPts val="360"/>
              </a:spcBef>
              <a:spcAft>
                <a:spcPts val="0"/>
              </a:spcAft>
              <a:buSzPts val="1080"/>
              <a:buChar char="■"/>
            </a:pPr>
            <a:r>
              <a:rPr b="1" lang="en-US"/>
              <a:t>Example: </a:t>
            </a:r>
            <a:endParaRPr/>
          </a:p>
          <a:p>
            <a:pPr indent="0" lvl="1" marL="622935" rtl="0" algn="l">
              <a:lnSpc>
                <a:spcPct val="100000"/>
              </a:lnSpc>
              <a:spcBef>
                <a:spcPts val="360"/>
              </a:spcBef>
              <a:spcAft>
                <a:spcPts val="0"/>
              </a:spcAft>
              <a:buSzPts val="990"/>
              <a:buNone/>
            </a:pPr>
            <a:r>
              <a:rPr b="1" lang="en-US"/>
              <a:t>SELECT s.CustomerName, d.Salary</a:t>
            </a:r>
            <a:endParaRPr/>
          </a:p>
          <a:p>
            <a:pPr indent="0" lvl="1" marL="622935" rtl="0" algn="l">
              <a:lnSpc>
                <a:spcPct val="100000"/>
              </a:lnSpc>
              <a:spcBef>
                <a:spcPts val="360"/>
              </a:spcBef>
              <a:spcAft>
                <a:spcPts val="0"/>
              </a:spcAft>
              <a:buSzPts val="990"/>
              <a:buNone/>
            </a:pPr>
            <a:r>
              <a:rPr b="1" lang="en-US"/>
              <a:t>FROM Customer AS s, Department</a:t>
            </a:r>
            <a:endParaRPr/>
          </a:p>
          <a:p>
            <a:pPr indent="0" lvl="1" marL="622935" rtl="0" algn="l">
              <a:lnSpc>
                <a:spcPct val="100000"/>
              </a:lnSpc>
              <a:spcBef>
                <a:spcPts val="360"/>
              </a:spcBef>
              <a:spcAft>
                <a:spcPts val="0"/>
              </a:spcAft>
              <a:buSzPts val="990"/>
              <a:buNone/>
            </a:pPr>
            <a:r>
              <a:rPr b="1" lang="en-US"/>
              <a:t>AS d WHERE s.Age=21 AND</a:t>
            </a:r>
            <a:endParaRPr/>
          </a:p>
          <a:p>
            <a:pPr indent="0" lvl="1" marL="622935" rtl="0" algn="l">
              <a:lnSpc>
                <a:spcPct val="100000"/>
              </a:lnSpc>
              <a:spcBef>
                <a:spcPts val="360"/>
              </a:spcBef>
              <a:spcAft>
                <a:spcPts val="0"/>
              </a:spcAft>
              <a:buSzPts val="990"/>
              <a:buNone/>
            </a:pPr>
            <a:r>
              <a:rPr b="1" lang="en-US"/>
              <a:t>s.DNO=d.DNO;</a:t>
            </a:r>
            <a:endParaRPr/>
          </a:p>
          <a:p>
            <a:pPr indent="-228600" lvl="0" marL="457200" rtl="0" algn="l">
              <a:lnSpc>
                <a:spcPct val="100000"/>
              </a:lnSpc>
              <a:spcBef>
                <a:spcPts val="360"/>
              </a:spcBef>
              <a:spcAft>
                <a:spcPts val="0"/>
              </a:spcAft>
              <a:buSzPts val="1080"/>
              <a:buNone/>
            </a:pPr>
            <a:r>
              <a:t/>
            </a:r>
            <a:endParaRPr/>
          </a:p>
        </p:txBody>
      </p:sp>
      <p:sp>
        <p:nvSpPr>
          <p:cNvPr id="174" name="Google Shape;174;p1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cap="none" strike="noStrike">
                <a:solidFill>
                  <a:srgbClr val="990033"/>
                </a:solidFill>
                <a:latin typeface="Arial"/>
                <a:ea typeface="Arial"/>
                <a:cs typeface="Arial"/>
                <a:sym typeface="Arial"/>
              </a:rPr>
              <a:t>Slide 8- </a:t>
            </a:r>
            <a:fld id="{00000000-1234-1234-1234-123412341234}" type="slidenum">
              <a:rPr b="1" i="0" lang="en-US" sz="1400" u="none" cap="none" strike="noStrike">
                <a:solidFill>
                  <a:srgbClr val="990033"/>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1" name="Google Shape;181;p1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USE OF DISTINCT</a:t>
            </a:r>
            <a:endParaRPr/>
          </a:p>
        </p:txBody>
      </p:sp>
      <p:sp>
        <p:nvSpPr>
          <p:cNvPr id="182" name="Google Shape;182;p1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SQL does not treat a relation as a set; duplicate tuples can appear</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To eliminate duplicate tuples in a query result, the keyword </a:t>
            </a:r>
            <a:r>
              <a:rPr b="1" i="0" lang="en-US" sz="2400" u="none">
                <a:solidFill>
                  <a:schemeClr val="dk2"/>
                </a:solidFill>
                <a:latin typeface="Arial"/>
                <a:ea typeface="Arial"/>
                <a:cs typeface="Arial"/>
                <a:sym typeface="Arial"/>
              </a:rPr>
              <a:t>DISTINCT</a:t>
            </a:r>
            <a:r>
              <a:rPr b="0" i="0" lang="en-US" sz="2400" u="none">
                <a:solidFill>
                  <a:schemeClr val="dk2"/>
                </a:solidFill>
                <a:latin typeface="Arial"/>
                <a:ea typeface="Arial"/>
                <a:cs typeface="Arial"/>
                <a:sym typeface="Arial"/>
              </a:rPr>
              <a:t> is used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For example, the result of Q11 may have duplicate SALARY values whereas Q11A does not have any duplicate values</a:t>
            </a:r>
            <a:br>
              <a:rPr b="0" i="0" lang="en-US" sz="2400" u="none">
                <a:solidFill>
                  <a:schemeClr val="dk2"/>
                </a:solidFill>
                <a:latin typeface="Arial"/>
                <a:ea typeface="Arial"/>
                <a:cs typeface="Arial"/>
                <a:sym typeface="Arial"/>
              </a:rPr>
            </a:br>
            <a:r>
              <a:rPr b="0" i="0" lang="en-US" sz="2200" u="none">
                <a:solidFill>
                  <a:srgbClr val="800000"/>
                </a:solidFill>
                <a:latin typeface="Arial"/>
                <a:ea typeface="Arial"/>
                <a:cs typeface="Arial"/>
                <a:sym typeface="Arial"/>
              </a:rPr>
              <a:t>	Q11:	SELECT 	SALARY</a:t>
            </a:r>
            <a:br>
              <a:rPr b="0" i="0" lang="en-US" sz="2200" u="none">
                <a:solidFill>
                  <a:srgbClr val="800000"/>
                </a:solidFill>
                <a:latin typeface="Arial"/>
                <a:ea typeface="Arial"/>
                <a:cs typeface="Arial"/>
                <a:sym typeface="Arial"/>
              </a:rPr>
            </a:br>
            <a:r>
              <a:rPr b="0" i="0" lang="en-US" sz="2200" u="none">
                <a:solidFill>
                  <a:srgbClr val="800000"/>
                </a:solidFill>
                <a:latin typeface="Arial"/>
                <a:ea typeface="Arial"/>
                <a:cs typeface="Arial"/>
                <a:sym typeface="Arial"/>
              </a:rPr>
              <a:t>		FROM		EMPLOYEE</a:t>
            </a:r>
            <a:endParaRPr/>
          </a:p>
          <a:p>
            <a:pPr indent="-285750" lvl="1" marL="742950" rtl="0" algn="l">
              <a:lnSpc>
                <a:spcPct val="100000"/>
              </a:lnSpc>
              <a:spcBef>
                <a:spcPts val="440"/>
              </a:spcBef>
              <a:spcAft>
                <a:spcPts val="0"/>
              </a:spcAft>
              <a:buSzPts val="1210"/>
              <a:buNone/>
            </a:pPr>
            <a:br>
              <a:rPr b="0" i="0" lang="en-US" sz="2200" u="none">
                <a:solidFill>
                  <a:srgbClr val="800000"/>
                </a:solidFill>
                <a:latin typeface="Arial"/>
                <a:ea typeface="Arial"/>
                <a:cs typeface="Arial"/>
                <a:sym typeface="Arial"/>
              </a:rPr>
            </a:br>
            <a:r>
              <a:rPr b="0" i="0" lang="en-US" sz="2200" u="none">
                <a:solidFill>
                  <a:srgbClr val="800000"/>
                </a:solidFill>
                <a:latin typeface="Arial"/>
                <a:ea typeface="Arial"/>
                <a:cs typeface="Arial"/>
                <a:sym typeface="Arial"/>
              </a:rPr>
              <a:t>Q11A: 	SELECT 	</a:t>
            </a:r>
            <a:r>
              <a:rPr b="1" i="0" lang="en-US" sz="2200" u="none">
                <a:solidFill>
                  <a:srgbClr val="800000"/>
                </a:solidFill>
                <a:latin typeface="Arial"/>
                <a:ea typeface="Arial"/>
                <a:cs typeface="Arial"/>
                <a:sym typeface="Arial"/>
              </a:rPr>
              <a:t>DISTINCT</a:t>
            </a:r>
            <a:r>
              <a:rPr b="0" i="0" lang="en-US" sz="2200" u="none">
                <a:solidFill>
                  <a:srgbClr val="800000"/>
                </a:solidFill>
                <a:latin typeface="Arial"/>
                <a:ea typeface="Arial"/>
                <a:cs typeface="Arial"/>
                <a:sym typeface="Arial"/>
              </a:rPr>
              <a:t> SALARY</a:t>
            </a:r>
            <a:br>
              <a:rPr b="0" i="0" lang="en-US" sz="2200" u="none">
                <a:solidFill>
                  <a:srgbClr val="800000"/>
                </a:solidFill>
                <a:latin typeface="Arial"/>
                <a:ea typeface="Arial"/>
                <a:cs typeface="Arial"/>
                <a:sym typeface="Arial"/>
              </a:rPr>
            </a:br>
            <a:r>
              <a:rPr b="0" i="0" lang="en-US" sz="2200" u="none">
                <a:solidFill>
                  <a:srgbClr val="800000"/>
                </a:solidFill>
                <a:latin typeface="Arial"/>
                <a:ea typeface="Arial"/>
                <a:cs typeface="Arial"/>
                <a:sym typeface="Arial"/>
              </a:rPr>
              <a:t>		FROM		EMPLOYEE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ANY Operator</a:t>
            </a:r>
            <a:endParaRPr/>
          </a:p>
        </p:txBody>
      </p:sp>
      <p:sp>
        <p:nvSpPr>
          <p:cNvPr id="188" name="Google Shape;188;p1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The ANY operator is used to verify if any single record of a query satisfies the required condition.</a:t>
            </a:r>
            <a:endParaRPr/>
          </a:p>
          <a:p>
            <a:pPr indent="-297180" lvl="0" marL="457200" rtl="0" algn="l">
              <a:lnSpc>
                <a:spcPct val="100000"/>
              </a:lnSpc>
              <a:spcBef>
                <a:spcPts val="360"/>
              </a:spcBef>
              <a:spcAft>
                <a:spcPts val="0"/>
              </a:spcAft>
              <a:buSzPts val="1080"/>
              <a:buChar char="■"/>
            </a:pPr>
            <a:r>
              <a:rPr lang="en-US"/>
              <a:t>This operator returns a TRUE, if the given condition is satisfied for any of the values in the range. </a:t>
            </a:r>
            <a:endParaRPr/>
          </a:p>
          <a:p>
            <a:pPr indent="-297180" lvl="0" marL="457200" rtl="0" algn="l">
              <a:lnSpc>
                <a:spcPct val="100000"/>
              </a:lnSpc>
              <a:spcBef>
                <a:spcPts val="360"/>
              </a:spcBef>
              <a:spcAft>
                <a:spcPts val="0"/>
              </a:spcAft>
              <a:buSzPts val="1080"/>
              <a:buChar char="■"/>
            </a:pPr>
            <a:r>
              <a:rPr lang="en-US"/>
              <a:t>If none of the values in the specified range satisfy the given condition, this operator returns false. </a:t>
            </a:r>
            <a:endParaRPr/>
          </a:p>
          <a:p>
            <a:pPr indent="-297180" lvl="0" marL="457200" rtl="0" algn="l">
              <a:lnSpc>
                <a:spcPct val="100000"/>
              </a:lnSpc>
              <a:spcBef>
                <a:spcPts val="360"/>
              </a:spcBef>
              <a:spcAft>
                <a:spcPts val="0"/>
              </a:spcAft>
              <a:buSzPts val="1080"/>
              <a:buChar char="■"/>
            </a:pPr>
            <a:r>
              <a:rPr lang="en-US"/>
              <a:t>You can also use another query (subquery) along with this operator.</a:t>
            </a:r>
            <a:endParaRPr/>
          </a:p>
        </p:txBody>
      </p:sp>
      <p:sp>
        <p:nvSpPr>
          <p:cNvPr id="189" name="Google Shape;189;p1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Syntax</a:t>
            </a:r>
            <a:endParaRPr/>
          </a:p>
        </p:txBody>
      </p:sp>
      <p:sp>
        <p:nvSpPr>
          <p:cNvPr id="195" name="Google Shape;195;p1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Column_name operator ANY (subquery);</a:t>
            </a:r>
            <a:endParaRPr/>
          </a:p>
          <a:p>
            <a:pPr indent="-228600" lvl="0" marL="457200" rtl="0" algn="l">
              <a:lnSpc>
                <a:spcPct val="100000"/>
              </a:lnSpc>
              <a:spcBef>
                <a:spcPts val="360"/>
              </a:spcBef>
              <a:spcAft>
                <a:spcPts val="0"/>
              </a:spcAft>
              <a:buSzPts val="1080"/>
              <a:buNone/>
            </a:pPr>
            <a:r>
              <a:t/>
            </a:r>
            <a:endParaRPr/>
          </a:p>
          <a:p>
            <a:pPr indent="-291465" lvl="1" marL="914400" rtl="0" algn="l">
              <a:lnSpc>
                <a:spcPct val="100000"/>
              </a:lnSpc>
              <a:spcBef>
                <a:spcPts val="360"/>
              </a:spcBef>
              <a:spcAft>
                <a:spcPts val="0"/>
              </a:spcAft>
              <a:buSzPts val="990"/>
              <a:buChar char="■"/>
            </a:pPr>
            <a:r>
              <a:rPr b="1" lang="en-US"/>
              <a:t>column_name</a:t>
            </a:r>
            <a:r>
              <a:rPr lang="en-US"/>
              <a:t> is the name of a column in the main query.</a:t>
            </a:r>
            <a:endParaRPr/>
          </a:p>
          <a:p>
            <a:pPr indent="-291465" lvl="1" marL="914400" rtl="0" algn="l">
              <a:lnSpc>
                <a:spcPct val="100000"/>
              </a:lnSpc>
              <a:spcBef>
                <a:spcPts val="360"/>
              </a:spcBef>
              <a:spcAft>
                <a:spcPts val="0"/>
              </a:spcAft>
              <a:buSzPts val="990"/>
              <a:buChar char="■"/>
            </a:pPr>
            <a:r>
              <a:rPr b="1" lang="en-US"/>
              <a:t>operator</a:t>
            </a:r>
            <a:r>
              <a:rPr lang="en-US"/>
              <a:t> is a comparison operator such as =, &lt;, &gt;, &lt;=, &gt;=, or &lt;&gt;.</a:t>
            </a:r>
            <a:endParaRPr/>
          </a:p>
          <a:p>
            <a:pPr indent="-291465" lvl="1" marL="914400" rtl="0" algn="l">
              <a:lnSpc>
                <a:spcPct val="100000"/>
              </a:lnSpc>
              <a:spcBef>
                <a:spcPts val="360"/>
              </a:spcBef>
              <a:spcAft>
                <a:spcPts val="0"/>
              </a:spcAft>
              <a:buSzPts val="990"/>
              <a:buChar char="■"/>
            </a:pPr>
            <a:r>
              <a:rPr b="1" lang="en-US"/>
              <a:t>subquery</a:t>
            </a:r>
            <a:r>
              <a:rPr lang="en-US"/>
              <a:t> is a SELECT statement that returns a single column of values.</a:t>
            </a:r>
            <a:endParaRPr/>
          </a:p>
        </p:txBody>
      </p:sp>
      <p:sp>
        <p:nvSpPr>
          <p:cNvPr id="196" name="Google Shape;196;p1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a:t>
            </a:r>
            <a:endParaRPr/>
          </a:p>
        </p:txBody>
      </p:sp>
      <p:sp>
        <p:nvSpPr>
          <p:cNvPr id="202" name="Google Shape;202;p1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160020" rtl="0" algn="l">
              <a:lnSpc>
                <a:spcPct val="100000"/>
              </a:lnSpc>
              <a:spcBef>
                <a:spcPts val="360"/>
              </a:spcBef>
              <a:spcAft>
                <a:spcPts val="0"/>
              </a:spcAft>
              <a:buSzPts val="1080"/>
              <a:buNone/>
            </a:pPr>
            <a:r>
              <a:rPr lang="en-US"/>
              <a:t>Consider the CUSTOMERS table which contains the personal details of customers including their name, age, address and salary etc.</a:t>
            </a:r>
            <a:endParaRPr/>
          </a:p>
          <a:p>
            <a:pPr indent="0" lvl="0" marL="160020" rtl="0" algn="l">
              <a:lnSpc>
                <a:spcPct val="100000"/>
              </a:lnSpc>
              <a:spcBef>
                <a:spcPts val="360"/>
              </a:spcBef>
              <a:spcAft>
                <a:spcPts val="0"/>
              </a:spcAft>
              <a:buSzPts val="1080"/>
              <a:buNone/>
            </a:pPr>
            <a:r>
              <a:t/>
            </a:r>
            <a:endParaRPr/>
          </a:p>
        </p:txBody>
      </p:sp>
      <p:sp>
        <p:nvSpPr>
          <p:cNvPr id="203" name="Google Shape;203;p1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204" name="Google Shape;204;p17"/>
          <p:cNvPicPr preferRelativeResize="0"/>
          <p:nvPr/>
        </p:nvPicPr>
        <p:blipFill rotWithShape="1">
          <a:blip r:embed="rId3">
            <a:alphaModFix/>
          </a:blip>
          <a:srcRect b="0" l="0" r="0" t="0"/>
          <a:stretch/>
        </p:blipFill>
        <p:spPr>
          <a:xfrm>
            <a:off x="1408200" y="3033713"/>
            <a:ext cx="5400675" cy="2619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 list out the details of all the CUSTOMERS whose SALARY is </a:t>
            </a:r>
            <a:r>
              <a:rPr b="1" lang="en-US"/>
              <a:t>greater than</a:t>
            </a:r>
            <a:r>
              <a:rPr lang="en-US"/>
              <a:t> the SALARY of any customer whose AGE is 32.</a:t>
            </a:r>
            <a:endParaRPr/>
          </a:p>
          <a:p>
            <a:pPr indent="-291465" lvl="1" marL="914400" rtl="0" algn="l">
              <a:lnSpc>
                <a:spcPct val="100000"/>
              </a:lnSpc>
              <a:spcBef>
                <a:spcPts val="360"/>
              </a:spcBef>
              <a:spcAft>
                <a:spcPts val="0"/>
              </a:spcAft>
              <a:buSzPts val="990"/>
              <a:buChar char="■"/>
            </a:pPr>
            <a:r>
              <a:rPr lang="en-US"/>
              <a:t>SELECT * FROM CUSTOMERS WHERE SALARY &gt; ANY (SELECT SALARY FROM CUSTOMERS WHERE AGE = 32);</a:t>
            </a:r>
            <a:endParaRPr/>
          </a:p>
        </p:txBody>
      </p:sp>
      <p:sp>
        <p:nvSpPr>
          <p:cNvPr id="211" name="Google Shape;211;p1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212" name="Google Shape;212;p18"/>
          <p:cNvPicPr preferRelativeResize="0"/>
          <p:nvPr/>
        </p:nvPicPr>
        <p:blipFill rotWithShape="1">
          <a:blip r:embed="rId3">
            <a:alphaModFix/>
          </a:blip>
          <a:srcRect b="0" l="0" r="0" t="0"/>
          <a:stretch/>
        </p:blipFill>
        <p:spPr>
          <a:xfrm>
            <a:off x="2818356" y="4439333"/>
            <a:ext cx="4593006" cy="1618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anim calcmode="lin" valueType="num">
                                      <p:cBhvr additive="base">
                                        <p:cTn dur="500"/>
                                        <p:tgtEl>
                                          <p:spTgt spid="2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anim calcmode="lin" valueType="num">
                                      <p:cBhvr additive="base">
                                        <p:cTn dur="500"/>
                                        <p:tgtEl>
                                          <p:spTgt spid="2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ALL Operator</a:t>
            </a:r>
            <a:endParaRPr/>
          </a:p>
        </p:txBody>
      </p:sp>
      <p:sp>
        <p:nvSpPr>
          <p:cNvPr id="218" name="Google Shape;218;p1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The SQL ALL operator returns all the records of the SELECT statement.</a:t>
            </a:r>
            <a:endParaRPr/>
          </a:p>
          <a:p>
            <a:pPr indent="-297180" lvl="0" marL="457200" rtl="0" algn="l">
              <a:lnSpc>
                <a:spcPct val="100000"/>
              </a:lnSpc>
              <a:spcBef>
                <a:spcPts val="360"/>
              </a:spcBef>
              <a:spcAft>
                <a:spcPts val="0"/>
              </a:spcAft>
              <a:buSzPts val="1080"/>
              <a:buChar char="■"/>
            </a:pPr>
            <a:r>
              <a:rPr lang="en-US"/>
              <a:t>It returns TRUE if the given condition is satisfied for ALL the values in the range.</a:t>
            </a:r>
            <a:endParaRPr/>
          </a:p>
          <a:p>
            <a:pPr indent="-297180" lvl="0" marL="457200" rtl="0" algn="l">
              <a:lnSpc>
                <a:spcPct val="100000"/>
              </a:lnSpc>
              <a:spcBef>
                <a:spcPts val="360"/>
              </a:spcBef>
              <a:spcAft>
                <a:spcPts val="0"/>
              </a:spcAft>
              <a:buSzPts val="1080"/>
              <a:buChar char="■"/>
            </a:pPr>
            <a:r>
              <a:rPr lang="en-US"/>
              <a:t>It always returns a Boolean value.</a:t>
            </a:r>
            <a:endParaRPr/>
          </a:p>
          <a:p>
            <a:pPr indent="-297180" lvl="0" marL="457200" rtl="0" algn="l">
              <a:lnSpc>
                <a:spcPct val="100000"/>
              </a:lnSpc>
              <a:spcBef>
                <a:spcPts val="360"/>
              </a:spcBef>
              <a:spcAft>
                <a:spcPts val="0"/>
              </a:spcAft>
              <a:buSzPts val="1080"/>
              <a:buChar char="■"/>
            </a:pPr>
            <a:r>
              <a:rPr lang="en-US"/>
              <a:t>It is used with SELECT, WHERE and HAVING statements in SQL queries.</a:t>
            </a:r>
            <a:endParaRPr/>
          </a:p>
          <a:p>
            <a:pPr indent="-297180" lvl="0" marL="457200" rtl="0" algn="l">
              <a:lnSpc>
                <a:spcPct val="100000"/>
              </a:lnSpc>
              <a:spcBef>
                <a:spcPts val="360"/>
              </a:spcBef>
              <a:spcAft>
                <a:spcPts val="0"/>
              </a:spcAft>
              <a:buSzPts val="1080"/>
              <a:buChar char="■"/>
            </a:pPr>
            <a:r>
              <a:rPr lang="en-US"/>
              <a:t>The data type of the values returned from a subquery must be the same as the outer query expression data type.</a:t>
            </a:r>
            <a:endParaRPr/>
          </a:p>
          <a:p>
            <a:pPr indent="-228600" lvl="0" marL="457200" rtl="0" algn="l">
              <a:lnSpc>
                <a:spcPct val="100000"/>
              </a:lnSpc>
              <a:spcBef>
                <a:spcPts val="360"/>
              </a:spcBef>
              <a:spcAft>
                <a:spcPts val="0"/>
              </a:spcAft>
              <a:buSzPts val="1080"/>
              <a:buNone/>
            </a:pPr>
            <a:r>
              <a:t/>
            </a:r>
            <a:endParaRPr/>
          </a:p>
        </p:txBody>
      </p:sp>
      <p:sp>
        <p:nvSpPr>
          <p:cNvPr id="219" name="Google Shape;219;p1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Syntax:</a:t>
            </a:r>
            <a:endParaRPr/>
          </a:p>
        </p:txBody>
      </p:sp>
      <p:sp>
        <p:nvSpPr>
          <p:cNvPr id="225" name="Google Shape;225;p2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Column_name operator ALL (subquery);</a:t>
            </a:r>
            <a:endParaRPr/>
          </a:p>
          <a:p>
            <a:pPr indent="-297180" lvl="0" marL="457200" rtl="0" algn="l">
              <a:lnSpc>
                <a:spcPct val="100000"/>
              </a:lnSpc>
              <a:spcBef>
                <a:spcPts val="360"/>
              </a:spcBef>
              <a:spcAft>
                <a:spcPts val="0"/>
              </a:spcAft>
              <a:buSzPts val="1080"/>
              <a:buChar char="■"/>
            </a:pPr>
            <a:r>
              <a:rPr lang="en-US"/>
              <a:t>Example</a:t>
            </a:r>
            <a:endParaRPr/>
          </a:p>
          <a:p>
            <a:pPr indent="-297180" lvl="0" marL="457200" rtl="0" algn="l">
              <a:lnSpc>
                <a:spcPct val="100000"/>
              </a:lnSpc>
              <a:spcBef>
                <a:spcPts val="360"/>
              </a:spcBef>
              <a:spcAft>
                <a:spcPts val="0"/>
              </a:spcAft>
              <a:buSzPts val="1080"/>
              <a:buChar char="■"/>
            </a:pPr>
            <a:r>
              <a:rPr lang="en-US"/>
              <a:t>The details of all the customers whose salary is </a:t>
            </a:r>
            <a:r>
              <a:rPr b="1" lang="en-US"/>
              <a:t>not equal to</a:t>
            </a:r>
            <a:r>
              <a:rPr lang="en-US"/>
              <a:t> the salary of any customer whose age is 25</a:t>
            </a:r>
            <a:endParaRPr/>
          </a:p>
          <a:p>
            <a:pPr indent="-291465" lvl="1" marL="914400" rtl="0" algn="l">
              <a:lnSpc>
                <a:spcPct val="100000"/>
              </a:lnSpc>
              <a:spcBef>
                <a:spcPts val="360"/>
              </a:spcBef>
              <a:spcAft>
                <a:spcPts val="0"/>
              </a:spcAft>
              <a:buSzPts val="990"/>
              <a:buChar char="■"/>
            </a:pPr>
            <a:r>
              <a:rPr lang="en-US"/>
              <a:t>SELECT * FROM CUSTOMERS WHERE SALARY &lt;&gt; ALL (SELECT SALARY FROM CUSTOMERS WHERE AGE = 25);</a:t>
            </a:r>
            <a:endParaRPr/>
          </a:p>
        </p:txBody>
      </p:sp>
      <p:sp>
        <p:nvSpPr>
          <p:cNvPr id="226" name="Google Shape;226;p2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 calcmode="lin" valueType="num">
                                      <p:cBhvr additive="base">
                                        <p:cTn dur="500"/>
                                        <p:tgtEl>
                                          <p:spTgt spid="2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 calcmode="lin" valueType="num">
                                      <p:cBhvr additive="base">
                                        <p:cTn dur="500"/>
                                        <p:tgtEl>
                                          <p:spTgt spid="2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 calcmode="lin" valueType="num">
                                      <p:cBhvr additive="base">
                                        <p:cTn dur="500"/>
                                        <p:tgtEl>
                                          <p:spTgt spid="2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 calcmode="lin" valueType="num">
                                      <p:cBhvr additive="base">
                                        <p:cTn dur="500"/>
                                        <p:tgtEl>
                                          <p:spTgt spid="2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2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233" name="Google Shape;233;p2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234" name="Google Shape;234;p21"/>
          <p:cNvPicPr preferRelativeResize="0"/>
          <p:nvPr/>
        </p:nvPicPr>
        <p:blipFill rotWithShape="1">
          <a:blip r:embed="rId3">
            <a:alphaModFix/>
          </a:blip>
          <a:srcRect b="0" l="0" r="0" t="0"/>
          <a:stretch/>
        </p:blipFill>
        <p:spPr>
          <a:xfrm>
            <a:off x="939451" y="2478654"/>
            <a:ext cx="6735595" cy="27948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Views</a:t>
            </a:r>
            <a:endParaRPr/>
          </a:p>
        </p:txBody>
      </p:sp>
      <p:sp>
        <p:nvSpPr>
          <p:cNvPr id="240" name="Google Shape;240;p2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Views is a virtual table.</a:t>
            </a:r>
            <a:endParaRPr/>
          </a:p>
          <a:p>
            <a:pPr indent="-297180" lvl="0" marL="457200" rtl="0" algn="l">
              <a:lnSpc>
                <a:spcPct val="100000"/>
              </a:lnSpc>
              <a:spcBef>
                <a:spcPts val="360"/>
              </a:spcBef>
              <a:spcAft>
                <a:spcPts val="0"/>
              </a:spcAft>
              <a:buSzPts val="1080"/>
              <a:buChar char="■"/>
            </a:pPr>
            <a:r>
              <a:rPr lang="en-US"/>
              <a:t>A view can represent a subset of a real table, selecting certain columns or certain rows from an ordinary table. </a:t>
            </a:r>
            <a:endParaRPr/>
          </a:p>
          <a:p>
            <a:pPr indent="-297180" lvl="0" marL="457200" rtl="0" algn="l">
              <a:lnSpc>
                <a:spcPct val="100000"/>
              </a:lnSpc>
              <a:spcBef>
                <a:spcPts val="360"/>
              </a:spcBef>
              <a:spcAft>
                <a:spcPts val="0"/>
              </a:spcAft>
              <a:buSzPts val="1080"/>
              <a:buChar char="■"/>
            </a:pPr>
            <a:r>
              <a:rPr lang="en-US"/>
              <a:t>A view can even represent joined tables. </a:t>
            </a:r>
            <a:endParaRPr/>
          </a:p>
          <a:p>
            <a:pPr indent="-297180" lvl="0" marL="457200" rtl="0" algn="l">
              <a:lnSpc>
                <a:spcPct val="100000"/>
              </a:lnSpc>
              <a:spcBef>
                <a:spcPts val="360"/>
              </a:spcBef>
              <a:spcAft>
                <a:spcPts val="0"/>
              </a:spcAft>
              <a:buSzPts val="1080"/>
              <a:buChar char="■"/>
            </a:pPr>
            <a:r>
              <a:rPr lang="en-US"/>
              <a:t>Because views are assigned separate permissions, you can use them to restrict table access so that the users see only specific rows or columns of a table.</a:t>
            </a:r>
            <a:endParaRPr/>
          </a:p>
          <a:p>
            <a:pPr indent="-297180" lvl="0" marL="457200" rtl="0" algn="l">
              <a:lnSpc>
                <a:spcPct val="100000"/>
              </a:lnSpc>
              <a:spcBef>
                <a:spcPts val="360"/>
              </a:spcBef>
              <a:spcAft>
                <a:spcPts val="0"/>
              </a:spcAft>
              <a:buSzPts val="1080"/>
              <a:buChar char="■"/>
            </a:pPr>
            <a:r>
              <a:rPr lang="en-US"/>
              <a:t>A view can be created from one or many tables</a:t>
            </a:r>
            <a:endParaRPr/>
          </a:p>
        </p:txBody>
      </p:sp>
      <p:sp>
        <p:nvSpPr>
          <p:cNvPr id="241" name="Google Shape;241;p2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View </a:t>
            </a:r>
            <a:endParaRPr/>
          </a:p>
        </p:txBody>
      </p:sp>
      <p:sp>
        <p:nvSpPr>
          <p:cNvPr id="247" name="Google Shape;247;p2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248" name="Google Shape;248;p2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249" name="Google Shape;249;p23"/>
          <p:cNvPicPr preferRelativeResize="0"/>
          <p:nvPr/>
        </p:nvPicPr>
        <p:blipFill rotWithShape="1">
          <a:blip r:embed="rId3">
            <a:alphaModFix/>
          </a:blip>
          <a:srcRect b="0" l="0" r="0" t="0"/>
          <a:stretch/>
        </p:blipFill>
        <p:spPr>
          <a:xfrm>
            <a:off x="316606" y="1597459"/>
            <a:ext cx="7945405" cy="449018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Creating view</a:t>
            </a:r>
            <a:endParaRPr/>
          </a:p>
        </p:txBody>
      </p:sp>
      <p:sp>
        <p:nvSpPr>
          <p:cNvPr id="255" name="Google Shape;255;p2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The PostgreSQL views are created using the </a:t>
            </a:r>
            <a:r>
              <a:rPr b="1" lang="en-US"/>
              <a:t>CREATE VIEW</a:t>
            </a:r>
            <a:r>
              <a:rPr lang="en-US"/>
              <a:t> statement. </a:t>
            </a:r>
            <a:endParaRPr/>
          </a:p>
          <a:p>
            <a:pPr indent="-297180" lvl="0" marL="457200" rtl="0" algn="l">
              <a:lnSpc>
                <a:spcPct val="100000"/>
              </a:lnSpc>
              <a:spcBef>
                <a:spcPts val="360"/>
              </a:spcBef>
              <a:spcAft>
                <a:spcPts val="0"/>
              </a:spcAft>
              <a:buSzPts val="1080"/>
              <a:buChar char="■"/>
            </a:pPr>
            <a:r>
              <a:rPr lang="en-US"/>
              <a:t>The PostgreSQL views can be created from a single table, multiple tables, or another view.</a:t>
            </a:r>
            <a:endParaRPr/>
          </a:p>
          <a:p>
            <a:pPr indent="0" lvl="1" marL="622935" rtl="0" algn="l">
              <a:lnSpc>
                <a:spcPct val="100000"/>
              </a:lnSpc>
              <a:spcBef>
                <a:spcPts val="360"/>
              </a:spcBef>
              <a:spcAft>
                <a:spcPts val="0"/>
              </a:spcAft>
              <a:buSzPts val="990"/>
              <a:buNone/>
            </a:pPr>
            <a:r>
              <a:rPr lang="en-US" sz="2000"/>
              <a:t>CREATE [TEMP|TEMPORARY] VIEW view_name </a:t>
            </a:r>
            <a:endParaRPr/>
          </a:p>
          <a:p>
            <a:pPr indent="0" lvl="1" marL="622935" rtl="0" algn="l">
              <a:lnSpc>
                <a:spcPct val="100000"/>
              </a:lnSpc>
              <a:spcBef>
                <a:spcPts val="360"/>
              </a:spcBef>
              <a:spcAft>
                <a:spcPts val="0"/>
              </a:spcAft>
              <a:buSzPts val="990"/>
              <a:buNone/>
            </a:pPr>
            <a:r>
              <a:rPr lang="en-US" sz="2000"/>
              <a:t>AS SELECT column1, column2..... </a:t>
            </a:r>
            <a:endParaRPr/>
          </a:p>
          <a:p>
            <a:pPr indent="0" lvl="1" marL="622935" rtl="0" algn="l">
              <a:lnSpc>
                <a:spcPct val="100000"/>
              </a:lnSpc>
              <a:spcBef>
                <a:spcPts val="360"/>
              </a:spcBef>
              <a:spcAft>
                <a:spcPts val="0"/>
              </a:spcAft>
              <a:buSzPts val="990"/>
              <a:buNone/>
            </a:pPr>
            <a:r>
              <a:rPr lang="en-US" sz="2000"/>
              <a:t>FROM table_name </a:t>
            </a:r>
            <a:endParaRPr/>
          </a:p>
          <a:p>
            <a:pPr indent="0" lvl="1" marL="622935" rtl="0" algn="l">
              <a:lnSpc>
                <a:spcPct val="100000"/>
              </a:lnSpc>
              <a:spcBef>
                <a:spcPts val="360"/>
              </a:spcBef>
              <a:spcAft>
                <a:spcPts val="0"/>
              </a:spcAft>
              <a:buSzPts val="990"/>
              <a:buNone/>
            </a:pPr>
            <a:r>
              <a:rPr lang="en-US" sz="2000"/>
              <a:t>WHERE [condition];</a:t>
            </a:r>
            <a:endParaRPr sz="2000"/>
          </a:p>
          <a:p>
            <a:pPr indent="-297180" lvl="0" marL="457200" rtl="0" algn="l">
              <a:lnSpc>
                <a:spcPct val="100000"/>
              </a:lnSpc>
              <a:spcBef>
                <a:spcPts val="360"/>
              </a:spcBef>
              <a:spcAft>
                <a:spcPts val="0"/>
              </a:spcAft>
              <a:buSzPts val="1080"/>
              <a:buChar char="■"/>
            </a:pPr>
            <a:r>
              <a:rPr lang="en-US" sz="2000"/>
              <a:t>If the optional TEMP or TEMPORARY keyword is present, the view will be created in the temporary space. </a:t>
            </a:r>
            <a:endParaRPr sz="2000"/>
          </a:p>
          <a:p>
            <a:pPr indent="-297180" lvl="0" marL="457200" rtl="0" algn="l">
              <a:lnSpc>
                <a:spcPct val="100000"/>
              </a:lnSpc>
              <a:spcBef>
                <a:spcPts val="360"/>
              </a:spcBef>
              <a:spcAft>
                <a:spcPts val="0"/>
              </a:spcAft>
              <a:buSzPts val="1080"/>
              <a:buChar char="■"/>
            </a:pPr>
            <a:r>
              <a:rPr lang="en-US" sz="2000"/>
              <a:t>Temporary views are automatically dropped at the end of the current session</a:t>
            </a:r>
            <a:endParaRPr/>
          </a:p>
        </p:txBody>
      </p:sp>
      <p:sp>
        <p:nvSpPr>
          <p:cNvPr id="256" name="Google Shape;256;p2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a:t>
            </a:r>
            <a:endParaRPr/>
          </a:p>
        </p:txBody>
      </p:sp>
      <p:sp>
        <p:nvSpPr>
          <p:cNvPr id="262" name="Google Shape;262;p2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1" marL="622935" rtl="0" algn="l">
              <a:lnSpc>
                <a:spcPct val="100000"/>
              </a:lnSpc>
              <a:spcBef>
                <a:spcPts val="360"/>
              </a:spcBef>
              <a:spcAft>
                <a:spcPts val="0"/>
              </a:spcAft>
              <a:buSzPts val="990"/>
              <a:buNone/>
            </a:pPr>
            <a:r>
              <a:rPr lang="en-US" sz="2200"/>
              <a:t>CREATE VIEW COMPANY_VIEW </a:t>
            </a:r>
            <a:endParaRPr sz="2200"/>
          </a:p>
          <a:p>
            <a:pPr indent="0" lvl="1" marL="622935" rtl="0" algn="l">
              <a:lnSpc>
                <a:spcPct val="100000"/>
              </a:lnSpc>
              <a:spcBef>
                <a:spcPts val="360"/>
              </a:spcBef>
              <a:spcAft>
                <a:spcPts val="0"/>
              </a:spcAft>
              <a:buSzPts val="990"/>
              <a:buNone/>
            </a:pPr>
            <a:r>
              <a:rPr lang="en-US" sz="2200"/>
              <a:t>AS SELECT ID, NAME, AGE </a:t>
            </a:r>
            <a:endParaRPr sz="2200"/>
          </a:p>
          <a:p>
            <a:pPr indent="0" lvl="1" marL="622935" rtl="0" algn="l">
              <a:lnSpc>
                <a:spcPct val="100000"/>
              </a:lnSpc>
              <a:spcBef>
                <a:spcPts val="360"/>
              </a:spcBef>
              <a:spcAft>
                <a:spcPts val="0"/>
              </a:spcAft>
              <a:buSzPts val="990"/>
              <a:buNone/>
            </a:pPr>
            <a:r>
              <a:rPr lang="en-US" sz="2200"/>
              <a:t>FROM COMPANY;</a:t>
            </a:r>
            <a:endParaRPr/>
          </a:p>
          <a:p>
            <a:pPr indent="-297180" lvl="0" marL="457200" rtl="0" algn="l">
              <a:lnSpc>
                <a:spcPct val="100000"/>
              </a:lnSpc>
              <a:spcBef>
                <a:spcPts val="360"/>
              </a:spcBef>
              <a:spcAft>
                <a:spcPts val="0"/>
              </a:spcAft>
              <a:buSzPts val="1080"/>
              <a:buChar char="■"/>
            </a:pPr>
            <a:r>
              <a:rPr lang="en-US" sz="2400"/>
              <a:t>SELECT * FROM COMPANY_VIEW;</a:t>
            </a:r>
            <a:endParaRPr/>
          </a:p>
          <a:p>
            <a:pPr indent="-228600" lvl="0" marL="457200" rtl="0" algn="l">
              <a:lnSpc>
                <a:spcPct val="100000"/>
              </a:lnSpc>
              <a:spcBef>
                <a:spcPts val="360"/>
              </a:spcBef>
              <a:spcAft>
                <a:spcPts val="0"/>
              </a:spcAft>
              <a:buSzPts val="1080"/>
              <a:buNone/>
            </a:pPr>
            <a:r>
              <a:t/>
            </a:r>
            <a:endParaRPr sz="2400"/>
          </a:p>
          <a:p>
            <a:pPr indent="-297180" lvl="0" marL="457200" rtl="0" algn="l">
              <a:lnSpc>
                <a:spcPct val="100000"/>
              </a:lnSpc>
              <a:spcBef>
                <a:spcPts val="360"/>
              </a:spcBef>
              <a:spcAft>
                <a:spcPts val="0"/>
              </a:spcAft>
              <a:buSzPts val="1080"/>
              <a:buChar char="■"/>
            </a:pPr>
            <a:r>
              <a:rPr lang="en-US" sz="2400"/>
              <a:t>This would produce the following result −</a:t>
            </a:r>
            <a:endParaRPr sz="2400"/>
          </a:p>
        </p:txBody>
      </p:sp>
      <p:sp>
        <p:nvSpPr>
          <p:cNvPr id="263" name="Google Shape;263;p2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264" name="Google Shape;264;p25"/>
          <p:cNvPicPr preferRelativeResize="0"/>
          <p:nvPr/>
        </p:nvPicPr>
        <p:blipFill rotWithShape="1">
          <a:blip r:embed="rId3">
            <a:alphaModFix/>
          </a:blip>
          <a:srcRect b="0" l="0" r="0" t="0"/>
          <a:stretch/>
        </p:blipFill>
        <p:spPr>
          <a:xfrm>
            <a:off x="5427738" y="785813"/>
            <a:ext cx="3272110" cy="2045069"/>
          </a:xfrm>
          <a:prstGeom prst="rect">
            <a:avLst/>
          </a:prstGeom>
          <a:noFill/>
          <a:ln>
            <a:noFill/>
          </a:ln>
        </p:spPr>
      </p:pic>
      <p:pic>
        <p:nvPicPr>
          <p:cNvPr id="265" name="Google Shape;265;p25"/>
          <p:cNvPicPr preferRelativeResize="0"/>
          <p:nvPr/>
        </p:nvPicPr>
        <p:blipFill rotWithShape="1">
          <a:blip r:embed="rId4">
            <a:alphaModFix/>
          </a:blip>
          <a:srcRect b="0" l="0" r="0" t="0"/>
          <a:stretch/>
        </p:blipFill>
        <p:spPr>
          <a:xfrm>
            <a:off x="1797159" y="4154465"/>
            <a:ext cx="1190625" cy="1981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Dropping Views</a:t>
            </a:r>
            <a:endParaRPr/>
          </a:p>
        </p:txBody>
      </p:sp>
      <p:sp>
        <p:nvSpPr>
          <p:cNvPr id="271" name="Google Shape;271;p2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Obviously, where you have a view, you need a way to drop the view if it is no longer needed.</a:t>
            </a:r>
            <a:endParaRPr/>
          </a:p>
          <a:p>
            <a:pPr indent="-297180" lvl="0" marL="457200" rtl="0" algn="l">
              <a:lnSpc>
                <a:spcPct val="100000"/>
              </a:lnSpc>
              <a:spcBef>
                <a:spcPts val="360"/>
              </a:spcBef>
              <a:spcAft>
                <a:spcPts val="0"/>
              </a:spcAft>
              <a:buSzPts val="1080"/>
              <a:buChar char="■"/>
            </a:pPr>
            <a:r>
              <a:rPr lang="en-US"/>
              <a:t>The syntax is very simple and is given below −</a:t>
            </a:r>
            <a:endParaRPr/>
          </a:p>
          <a:p>
            <a:pPr indent="-291465" lvl="1" marL="914400" rtl="0" algn="l">
              <a:lnSpc>
                <a:spcPct val="100000"/>
              </a:lnSpc>
              <a:spcBef>
                <a:spcPts val="360"/>
              </a:spcBef>
              <a:spcAft>
                <a:spcPts val="0"/>
              </a:spcAft>
              <a:buSzPts val="990"/>
              <a:buChar char="■"/>
            </a:pPr>
            <a:r>
              <a:rPr lang="en-US"/>
              <a:t>DROP VIEW view_name;</a:t>
            </a:r>
            <a:endParaRPr/>
          </a:p>
          <a:p>
            <a:pPr indent="-228600" lvl="0" marL="457200" rtl="0" algn="l">
              <a:lnSpc>
                <a:spcPct val="100000"/>
              </a:lnSpc>
              <a:spcBef>
                <a:spcPts val="360"/>
              </a:spcBef>
              <a:spcAft>
                <a:spcPts val="0"/>
              </a:spcAft>
              <a:buSzPts val="1080"/>
              <a:buNone/>
            </a:pPr>
            <a:r>
              <a:t/>
            </a:r>
            <a:endParaRPr/>
          </a:p>
          <a:p>
            <a:pPr indent="-297180" lvl="0" marL="457200" rtl="0" algn="l">
              <a:lnSpc>
                <a:spcPct val="100000"/>
              </a:lnSpc>
              <a:spcBef>
                <a:spcPts val="360"/>
              </a:spcBef>
              <a:spcAft>
                <a:spcPts val="0"/>
              </a:spcAft>
              <a:buSzPts val="1080"/>
              <a:buChar char="■"/>
            </a:pPr>
            <a:r>
              <a:rPr lang="en-US"/>
              <a:t>Following is an example to drop the CUSTOMERS_VIEW from the CUSTOMERS table.</a:t>
            </a:r>
            <a:endParaRPr/>
          </a:p>
          <a:p>
            <a:pPr indent="-228600" lvl="0" marL="457200" rtl="0" algn="l">
              <a:lnSpc>
                <a:spcPct val="100000"/>
              </a:lnSpc>
              <a:spcBef>
                <a:spcPts val="360"/>
              </a:spcBef>
              <a:spcAft>
                <a:spcPts val="0"/>
              </a:spcAft>
              <a:buSzPts val="1080"/>
              <a:buNone/>
            </a:pPr>
            <a:r>
              <a:t/>
            </a:r>
            <a:endParaRPr/>
          </a:p>
          <a:p>
            <a:pPr indent="-297180" lvl="0" marL="457200" rtl="0" algn="l">
              <a:lnSpc>
                <a:spcPct val="100000"/>
              </a:lnSpc>
              <a:spcBef>
                <a:spcPts val="360"/>
              </a:spcBef>
              <a:spcAft>
                <a:spcPts val="0"/>
              </a:spcAft>
              <a:buSzPts val="1080"/>
              <a:buChar char="■"/>
            </a:pPr>
            <a:r>
              <a:rPr lang="en-US"/>
              <a:t>DROP VIEW CUSTOMERS_VIEW;</a:t>
            </a:r>
            <a:endParaRPr/>
          </a:p>
          <a:p>
            <a:pPr indent="-228600" lvl="0" marL="457200" rtl="0" algn="l">
              <a:lnSpc>
                <a:spcPct val="100000"/>
              </a:lnSpc>
              <a:spcBef>
                <a:spcPts val="360"/>
              </a:spcBef>
              <a:spcAft>
                <a:spcPts val="0"/>
              </a:spcAft>
              <a:buSzPts val="1080"/>
              <a:buNone/>
            </a:pPr>
            <a:r>
              <a:t/>
            </a:r>
            <a:endParaRPr/>
          </a:p>
        </p:txBody>
      </p:sp>
      <p:sp>
        <p:nvSpPr>
          <p:cNvPr id="272" name="Google Shape;272;p2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Advantages of PostgreSQL views</a:t>
            </a:r>
            <a:endParaRPr/>
          </a:p>
        </p:txBody>
      </p:sp>
      <p:sp>
        <p:nvSpPr>
          <p:cNvPr id="278" name="Google Shape;278;p2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160020" rtl="0" algn="l">
              <a:lnSpc>
                <a:spcPct val="100000"/>
              </a:lnSpc>
              <a:spcBef>
                <a:spcPts val="360"/>
              </a:spcBef>
              <a:spcAft>
                <a:spcPts val="0"/>
              </a:spcAft>
              <a:buSzPts val="1080"/>
              <a:buFont typeface="Noto Sans Symbols"/>
              <a:buNone/>
            </a:pPr>
            <a:r>
              <a:rPr lang="en-US" sz="2000"/>
              <a:t>1) Simplifying complex queries</a:t>
            </a:r>
            <a:endParaRPr/>
          </a:p>
          <a:p>
            <a:pPr indent="-291465" lvl="1" marL="914400" rtl="0" algn="l">
              <a:lnSpc>
                <a:spcPct val="100000"/>
              </a:lnSpc>
              <a:spcBef>
                <a:spcPts val="360"/>
              </a:spcBef>
              <a:spcAft>
                <a:spcPts val="0"/>
              </a:spcAft>
              <a:buSzPts val="990"/>
              <a:buChar char="■"/>
            </a:pPr>
            <a:r>
              <a:rPr lang="en-US" sz="1800"/>
              <a:t>Views help simplify complex queries. </a:t>
            </a:r>
            <a:endParaRPr sz="1800"/>
          </a:p>
          <a:p>
            <a:pPr indent="-291465" lvl="1" marL="914400" rtl="0" algn="l">
              <a:lnSpc>
                <a:spcPct val="100000"/>
              </a:lnSpc>
              <a:spcBef>
                <a:spcPts val="360"/>
              </a:spcBef>
              <a:spcAft>
                <a:spcPts val="0"/>
              </a:spcAft>
              <a:buSzPts val="990"/>
              <a:buChar char="■"/>
            </a:pPr>
            <a:r>
              <a:rPr lang="en-US" sz="1800"/>
              <a:t>Typically, you first create views based on complex queries and store them in the database. </a:t>
            </a:r>
            <a:endParaRPr sz="1800"/>
          </a:p>
          <a:p>
            <a:pPr indent="-291465" lvl="1" marL="914400" rtl="0" algn="l">
              <a:lnSpc>
                <a:spcPct val="100000"/>
              </a:lnSpc>
              <a:spcBef>
                <a:spcPts val="360"/>
              </a:spcBef>
              <a:spcAft>
                <a:spcPts val="0"/>
              </a:spcAft>
              <a:buSzPts val="990"/>
              <a:buChar char="■"/>
            </a:pPr>
            <a:r>
              <a:rPr lang="en-US" sz="1800"/>
              <a:t>Then, you can use simple queries based on views instead of using complex queries.</a:t>
            </a:r>
            <a:endParaRPr/>
          </a:p>
          <a:p>
            <a:pPr indent="0" lvl="0" marL="160020" rtl="0" algn="l">
              <a:lnSpc>
                <a:spcPct val="100000"/>
              </a:lnSpc>
              <a:spcBef>
                <a:spcPts val="360"/>
              </a:spcBef>
              <a:spcAft>
                <a:spcPts val="0"/>
              </a:spcAft>
              <a:buSzPts val="1080"/>
              <a:buNone/>
            </a:pPr>
            <a:r>
              <a:rPr lang="en-US" sz="2000"/>
              <a:t>2) Security and access control</a:t>
            </a:r>
            <a:endParaRPr/>
          </a:p>
          <a:p>
            <a:pPr indent="-291465" lvl="1" marL="914400" rtl="0" algn="l">
              <a:lnSpc>
                <a:spcPct val="100000"/>
              </a:lnSpc>
              <a:spcBef>
                <a:spcPts val="360"/>
              </a:spcBef>
              <a:spcAft>
                <a:spcPts val="0"/>
              </a:spcAft>
              <a:buSzPts val="990"/>
              <a:buChar char="■"/>
            </a:pPr>
            <a:r>
              <a:rPr lang="en-US" sz="1800"/>
              <a:t>You can create views that expose subsets of data in the base tables, hiding sensitive information.</a:t>
            </a:r>
            <a:endParaRPr/>
          </a:p>
          <a:p>
            <a:pPr indent="-291465" lvl="1" marL="914400" rtl="0" algn="l">
              <a:lnSpc>
                <a:spcPct val="100000"/>
              </a:lnSpc>
              <a:spcBef>
                <a:spcPts val="360"/>
              </a:spcBef>
              <a:spcAft>
                <a:spcPts val="0"/>
              </a:spcAft>
              <a:buSzPts val="990"/>
              <a:buChar char="■"/>
            </a:pPr>
            <a:r>
              <a:rPr lang="en-US" sz="1800"/>
              <a:t>This is particularly useful when you have applications that require access to distinct portions of the data.</a:t>
            </a:r>
            <a:endParaRPr/>
          </a:p>
          <a:p>
            <a:pPr indent="0" lvl="0" marL="160020" rtl="0" algn="l">
              <a:lnSpc>
                <a:spcPct val="100000"/>
              </a:lnSpc>
              <a:spcBef>
                <a:spcPts val="360"/>
              </a:spcBef>
              <a:spcAft>
                <a:spcPts val="0"/>
              </a:spcAft>
              <a:buSzPts val="1080"/>
              <a:buNone/>
            </a:pPr>
            <a:r>
              <a:rPr lang="en-US" sz="2000"/>
              <a:t>3) Logical data independence</a:t>
            </a:r>
            <a:endParaRPr/>
          </a:p>
          <a:p>
            <a:pPr indent="-291465" lvl="1" marL="914400" rtl="0" algn="l">
              <a:lnSpc>
                <a:spcPct val="100000"/>
              </a:lnSpc>
              <a:spcBef>
                <a:spcPts val="360"/>
              </a:spcBef>
              <a:spcAft>
                <a:spcPts val="0"/>
              </a:spcAft>
              <a:buSzPts val="990"/>
              <a:buChar char="■"/>
            </a:pPr>
            <a:r>
              <a:rPr lang="en-US" sz="1800"/>
              <a:t>If your applications use views, you can freely modify the structure of the </a:t>
            </a:r>
            <a:endParaRPr/>
          </a:p>
        </p:txBody>
      </p:sp>
      <p:sp>
        <p:nvSpPr>
          <p:cNvPr id="279" name="Google Shape;279;p2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228600" y="410721"/>
            <a:ext cx="7796212" cy="884678"/>
          </a:xfrm>
          <a:prstGeom prst="rect">
            <a:avLst/>
          </a:prstGeom>
          <a:noFill/>
          <a:ln>
            <a:noFill/>
          </a:ln>
        </p:spPr>
        <p:txBody>
          <a:bodyPr anchorCtr="0" anchor="b" bIns="0" lIns="0" spcFirstLastPara="1" rIns="0" wrap="square" tIns="314775">
            <a:spAutoFit/>
          </a:bodyPr>
          <a:lstStyle/>
          <a:p>
            <a:pPr indent="0" lvl="0" marL="207009" rtl="0" algn="l">
              <a:lnSpc>
                <a:spcPct val="100000"/>
              </a:lnSpc>
              <a:spcBef>
                <a:spcPts val="105"/>
              </a:spcBef>
              <a:spcAft>
                <a:spcPts val="0"/>
              </a:spcAft>
              <a:buSzPts val="1400"/>
              <a:buNone/>
            </a:pPr>
            <a:r>
              <a:rPr lang="en-US"/>
              <a:t>Updating a View</a:t>
            </a:r>
            <a:endParaRPr/>
          </a:p>
        </p:txBody>
      </p:sp>
      <p:sp>
        <p:nvSpPr>
          <p:cNvPr id="285" name="Google Shape;285;p28"/>
          <p:cNvSpPr txBox="1"/>
          <p:nvPr/>
        </p:nvSpPr>
        <p:spPr>
          <a:xfrm>
            <a:off x="687704" y="1730401"/>
            <a:ext cx="7637100" cy="4714200"/>
          </a:xfrm>
          <a:prstGeom prst="rect">
            <a:avLst/>
          </a:prstGeom>
          <a:noFill/>
          <a:ln>
            <a:noFill/>
          </a:ln>
        </p:spPr>
        <p:txBody>
          <a:bodyPr anchorCtr="0" anchor="t" bIns="0" lIns="0" spcFirstLastPara="1" rIns="0" wrap="square" tIns="38725">
            <a:spAutoFit/>
          </a:bodyPr>
          <a:lstStyle/>
          <a:p>
            <a:pPr indent="0" lvl="0" marL="457200" marR="0" rtl="0" algn="l">
              <a:lnSpc>
                <a:spcPct val="100000"/>
              </a:lnSpc>
              <a:spcBef>
                <a:spcPts val="0"/>
              </a:spcBef>
              <a:spcAft>
                <a:spcPts val="0"/>
              </a:spcAft>
              <a:buNone/>
            </a:pPr>
            <a:r>
              <a:rPr b="0" i="0" lang="en-US" sz="2200" u="none" cap="none" strike="noStrike">
                <a:solidFill>
                  <a:srgbClr val="000000"/>
                </a:solidFill>
                <a:latin typeface="Calibri"/>
                <a:ea typeface="Calibri"/>
                <a:cs typeface="Calibri"/>
                <a:sym typeface="Calibri"/>
              </a:rPr>
              <a:t>A view can be updated under certain conditions which are given below −</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0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SELECT clause may not contain the keyword DISTINCT.</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0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SELECT clause may not contain summary functions.</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2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SELECT clause may not contain set functions.</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0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SELECT clause may not contain set operators.</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0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SELECT clause may not contain an ORDER BY clause.</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15"/>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FROM clause may not contain multiple tables.</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0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WHERE clause may not contain subqueries.</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0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The query may not contain GROUP BY or HAVING.</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215"/>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Calculated columns may not be updated.</a:t>
            </a:r>
            <a:endParaRPr b="0" i="0" sz="2200" u="none" cap="none" strike="noStrike">
              <a:solidFill>
                <a:srgbClr val="000000"/>
              </a:solidFill>
              <a:latin typeface="Calibri"/>
              <a:ea typeface="Calibri"/>
              <a:cs typeface="Calibri"/>
              <a:sym typeface="Calibri"/>
            </a:endParaRPr>
          </a:p>
          <a:p>
            <a:pPr indent="-227965" lvl="0" marL="240665" marR="0" rtl="0" algn="l">
              <a:lnSpc>
                <a:spcPct val="102045"/>
              </a:lnSpc>
              <a:spcBef>
                <a:spcPts val="20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All NOT NULL columns from the base table must be included in the view in order for the</a:t>
            </a:r>
            <a:r>
              <a:rPr lang="en-US" sz="2200">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INSERT query to function.</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nvSpPr>
        <p:spPr>
          <a:xfrm>
            <a:off x="687700" y="1597100"/>
            <a:ext cx="7733700" cy="5014800"/>
          </a:xfrm>
          <a:prstGeom prst="rect">
            <a:avLst/>
          </a:prstGeom>
          <a:noFill/>
          <a:ln>
            <a:noFill/>
          </a:ln>
        </p:spPr>
        <p:txBody>
          <a:bodyPr anchorCtr="0" anchor="t" bIns="0" lIns="0" spcFirstLastPara="1" rIns="0" wrap="square" tIns="38725">
            <a:spAutoFit/>
          </a:bodyPr>
          <a:lstStyle/>
          <a:p>
            <a:pPr indent="-227965" lvl="0" marL="240665" marR="0" rtl="0" algn="l">
              <a:lnSpc>
                <a:spcPct val="100000"/>
              </a:lnSpc>
              <a:spcBef>
                <a:spcPts val="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Inserting Rows into a View</a:t>
            </a:r>
            <a:endParaRPr b="0" i="0" sz="2200" u="none" cap="none" strike="noStrike">
              <a:solidFill>
                <a:srgbClr val="000000"/>
              </a:solidFill>
              <a:latin typeface="Calibri"/>
              <a:ea typeface="Calibri"/>
              <a:cs typeface="Calibri"/>
              <a:sym typeface="Calibri"/>
            </a:endParaRPr>
          </a:p>
          <a:p>
            <a:pPr indent="-227965" lvl="0" marL="240665" marR="0" rtl="0" algn="l">
              <a:lnSpc>
                <a:spcPct val="102045"/>
              </a:lnSpc>
              <a:spcBef>
                <a:spcPts val="20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Rows of data can be inserted into a view. The same rules that apply to the UPDATE</a:t>
            </a:r>
            <a:endParaRPr b="0" i="0" sz="2200" u="none" cap="none" strike="noStrike">
              <a:solidFill>
                <a:srgbClr val="000000"/>
              </a:solidFill>
              <a:latin typeface="Calibri"/>
              <a:ea typeface="Calibri"/>
              <a:cs typeface="Calibri"/>
              <a:sym typeface="Calibri"/>
            </a:endParaRPr>
          </a:p>
          <a:p>
            <a:pPr indent="0" lvl="0" marL="241300" marR="0" rtl="0" algn="l">
              <a:lnSpc>
                <a:spcPct val="102045"/>
              </a:lnSpc>
              <a:spcBef>
                <a:spcPts val="0"/>
              </a:spcBef>
              <a:spcAft>
                <a:spcPts val="0"/>
              </a:spcAft>
              <a:buNone/>
            </a:pPr>
            <a:r>
              <a:rPr b="0" i="0" lang="en-US" sz="2200" u="none" cap="none" strike="noStrike">
                <a:solidFill>
                  <a:srgbClr val="000000"/>
                </a:solidFill>
                <a:latin typeface="Calibri"/>
                <a:ea typeface="Calibri"/>
                <a:cs typeface="Calibri"/>
                <a:sym typeface="Calibri"/>
              </a:rPr>
              <a:t>command also apply to the INSERT command.</a:t>
            </a:r>
            <a:endParaRPr b="0" i="0" sz="2200" u="none" cap="none" strike="noStrike">
              <a:solidFill>
                <a:srgbClr val="000000"/>
              </a:solidFill>
              <a:latin typeface="Calibri"/>
              <a:ea typeface="Calibri"/>
              <a:cs typeface="Calibri"/>
              <a:sym typeface="Calibri"/>
            </a:endParaRPr>
          </a:p>
          <a:p>
            <a:pPr indent="-228600" lvl="0" marL="241300" marR="106679" rtl="0" algn="l">
              <a:lnSpc>
                <a:spcPct val="70000"/>
              </a:lnSpc>
              <a:spcBef>
                <a:spcPts val="100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Here, we cannot insert rows in the CUSTOMERS_VIEW because we have not included all the NOT NULL columns in this view, otherwise you can insert rows in a view in a similar way as you insert them in a table.</a:t>
            </a:r>
            <a:endParaRPr b="0" i="0" sz="2200" u="none" cap="none" strike="noStrike">
              <a:solidFill>
                <a:srgbClr val="000000"/>
              </a:solidFill>
              <a:latin typeface="Calibri"/>
              <a:ea typeface="Calibri"/>
              <a:cs typeface="Calibri"/>
              <a:sym typeface="Calibri"/>
            </a:endParaRPr>
          </a:p>
          <a:p>
            <a:pPr indent="-227965" lvl="0" marL="240665" marR="0" rtl="0" algn="l">
              <a:lnSpc>
                <a:spcPct val="100000"/>
              </a:lnSpc>
              <a:spcBef>
                <a:spcPts val="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Deleting Rows into a View</a:t>
            </a:r>
            <a:endParaRPr b="0" i="0" sz="2200" u="none" cap="none" strike="noStrike">
              <a:solidFill>
                <a:srgbClr val="000000"/>
              </a:solidFill>
              <a:latin typeface="Calibri"/>
              <a:ea typeface="Calibri"/>
              <a:cs typeface="Calibri"/>
              <a:sym typeface="Calibri"/>
            </a:endParaRPr>
          </a:p>
          <a:p>
            <a:pPr indent="-228600" lvl="0" marL="241300" marR="216534" rtl="0" algn="l">
              <a:lnSpc>
                <a:spcPct val="70000"/>
              </a:lnSpc>
              <a:spcBef>
                <a:spcPts val="100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Rows of data can be deleted from a view. The same rules that apply to the UPDATE and INSERT commands apply to the DELETE command.</a:t>
            </a:r>
            <a:endParaRPr b="0" i="0" sz="2200" u="none" cap="none" strike="noStrike">
              <a:solidFill>
                <a:srgbClr val="000000"/>
              </a:solidFill>
              <a:latin typeface="Calibri"/>
              <a:ea typeface="Calibri"/>
              <a:cs typeface="Calibri"/>
              <a:sym typeface="Calibri"/>
            </a:endParaRPr>
          </a:p>
          <a:p>
            <a:pPr indent="-227965" lvl="0" marL="240665" marR="0" rtl="0" algn="l">
              <a:lnSpc>
                <a:spcPct val="118409"/>
              </a:lnSpc>
              <a:spcBef>
                <a:spcPts val="215"/>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Following is an example to delete a record having AGE = 22.</a:t>
            </a:r>
            <a:endParaRPr b="0" i="0" sz="2200" u="none" cap="none" strike="noStrike">
              <a:solidFill>
                <a:srgbClr val="000000"/>
              </a:solidFill>
              <a:latin typeface="Calibri"/>
              <a:ea typeface="Calibri"/>
              <a:cs typeface="Calibri"/>
              <a:sym typeface="Calibri"/>
            </a:endParaRPr>
          </a:p>
          <a:p>
            <a:pPr indent="0" lvl="0" marL="1041400" marR="0" rtl="0" algn="l">
              <a:lnSpc>
                <a:spcPct val="117812"/>
              </a:lnSpc>
              <a:spcBef>
                <a:spcPts val="0"/>
              </a:spcBef>
              <a:spcAft>
                <a:spcPts val="0"/>
              </a:spcAft>
              <a:buNone/>
            </a:pPr>
            <a:r>
              <a:rPr b="0" i="0" lang="en-US" sz="1600" u="none" cap="none" strike="noStrike">
                <a:solidFill>
                  <a:srgbClr val="000000"/>
                </a:solidFill>
                <a:latin typeface="Calibri"/>
                <a:ea typeface="Calibri"/>
                <a:cs typeface="Calibri"/>
                <a:sym typeface="Calibri"/>
              </a:rPr>
              <a:t>SQL &gt; DELETE FROM CUSTOMERS_VIEW WHERE age = 22;</a:t>
            </a:r>
            <a:endParaRPr b="0" i="0" sz="1600" u="none" cap="none" strike="noStrike">
              <a:solidFill>
                <a:srgbClr val="000000"/>
              </a:solidFill>
              <a:latin typeface="Calibri"/>
              <a:ea typeface="Calibri"/>
              <a:cs typeface="Calibri"/>
              <a:sym typeface="Calibri"/>
            </a:endParaRPr>
          </a:p>
          <a:p>
            <a:pPr indent="-228600" lvl="0" marL="241300" marR="5080" rtl="0" algn="l">
              <a:lnSpc>
                <a:spcPct val="70000"/>
              </a:lnSpc>
              <a:spcBef>
                <a:spcPts val="994"/>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This would ultimately delete a row from the base table CUSTOMERS and the same would reflect in the view itself</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nvSpPr>
        <p:spPr>
          <a:xfrm>
            <a:off x="687704" y="1707918"/>
            <a:ext cx="7676100" cy="4976100"/>
          </a:xfrm>
          <a:prstGeom prst="rect">
            <a:avLst/>
          </a:prstGeom>
          <a:noFill/>
          <a:ln>
            <a:noFill/>
          </a:ln>
        </p:spPr>
        <p:txBody>
          <a:bodyPr anchorCtr="0" anchor="t" bIns="0" lIns="0" spcFirstLastPara="1" rIns="0" wrap="square" tIns="97775">
            <a:spAutoFit/>
          </a:bodyPr>
          <a:lstStyle/>
          <a:p>
            <a:pPr indent="-227329" lvl="0" marL="240029"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Dropping Views</a:t>
            </a:r>
            <a:endParaRPr b="0" i="0" sz="2800" u="none" cap="none" strike="noStrike">
              <a:solidFill>
                <a:srgbClr val="000000"/>
              </a:solidFill>
              <a:latin typeface="Calibri"/>
              <a:ea typeface="Calibri"/>
              <a:cs typeface="Calibri"/>
              <a:sym typeface="Calibri"/>
            </a:endParaRPr>
          </a:p>
          <a:p>
            <a:pPr indent="-227329" lvl="0" marL="240029" marR="0" rtl="0" algn="l">
              <a:lnSpc>
                <a:spcPct val="114107"/>
              </a:lnSpc>
              <a:spcBef>
                <a:spcPts val="67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Obviously, where you have a view, you need a way to drop the view if</a:t>
            </a:r>
            <a:endParaRPr b="0" i="0" sz="2800" u="none" cap="none" strike="noStrike">
              <a:solidFill>
                <a:srgbClr val="000000"/>
              </a:solidFill>
              <a:latin typeface="Calibri"/>
              <a:ea typeface="Calibri"/>
              <a:cs typeface="Calibri"/>
              <a:sym typeface="Calibri"/>
            </a:endParaRPr>
          </a:p>
          <a:p>
            <a:pPr indent="0" lvl="0" marL="241300" marR="0" rtl="0" algn="l">
              <a:lnSpc>
                <a:spcPct val="114107"/>
              </a:lnSpc>
              <a:spcBef>
                <a:spcPts val="0"/>
              </a:spcBef>
              <a:spcAft>
                <a:spcPts val="0"/>
              </a:spcAft>
              <a:buNone/>
            </a:pPr>
            <a:r>
              <a:rPr b="0" i="0" lang="en-US" sz="2800" u="none" cap="none" strike="noStrike">
                <a:solidFill>
                  <a:srgbClr val="000000"/>
                </a:solidFill>
                <a:latin typeface="Calibri"/>
                <a:ea typeface="Calibri"/>
                <a:cs typeface="Calibri"/>
                <a:sym typeface="Calibri"/>
              </a:rPr>
              <a:t>it is no longer needed. The syntax is very simple and is given below −</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DROP VIEW view_name;</a:t>
            </a:r>
            <a:endParaRPr b="0" i="0" sz="2800" u="none" cap="none" strike="noStrike">
              <a:solidFill>
                <a:srgbClr val="000000"/>
              </a:solidFill>
              <a:latin typeface="Calibri"/>
              <a:ea typeface="Calibri"/>
              <a:cs typeface="Calibri"/>
              <a:sym typeface="Calibri"/>
            </a:endParaRPr>
          </a:p>
          <a:p>
            <a:pPr indent="-227328" lvl="0" marL="240028" marR="658495" rtl="0" algn="l">
              <a:lnSpc>
                <a:spcPct val="107857"/>
              </a:lnSpc>
              <a:spcBef>
                <a:spcPts val="106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Following is an example to drop the CUSTOMERS_VIEW from the 	CUSTOMERS table.</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5"/>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DROP VIEW CUSTOMERS_VIEW;</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1"/>
          <p:cNvSpPr txBox="1"/>
          <p:nvPr>
            <p:ph type="title"/>
          </p:nvPr>
        </p:nvSpPr>
        <p:spPr>
          <a:xfrm>
            <a:off x="228600" y="410721"/>
            <a:ext cx="7796212" cy="884678"/>
          </a:xfrm>
          <a:prstGeom prst="rect">
            <a:avLst/>
          </a:prstGeom>
          <a:noFill/>
          <a:ln>
            <a:noFill/>
          </a:ln>
        </p:spPr>
        <p:txBody>
          <a:bodyPr anchorCtr="0" anchor="b" bIns="0" lIns="0" spcFirstLastPara="1" rIns="0" wrap="square" tIns="314775">
            <a:spAutoFit/>
          </a:bodyPr>
          <a:lstStyle/>
          <a:p>
            <a:pPr indent="0" lvl="0" marL="333375" rtl="0" algn="l">
              <a:lnSpc>
                <a:spcPct val="100000"/>
              </a:lnSpc>
              <a:spcBef>
                <a:spcPts val="105"/>
              </a:spcBef>
              <a:spcAft>
                <a:spcPts val="0"/>
              </a:spcAft>
              <a:buSzPts val="1400"/>
              <a:buNone/>
            </a:pPr>
            <a:r>
              <a:rPr lang="en-US"/>
              <a:t>Creating View from multiple tables</a:t>
            </a:r>
            <a:endParaRPr/>
          </a:p>
        </p:txBody>
      </p:sp>
      <p:sp>
        <p:nvSpPr>
          <p:cNvPr id="301" name="Google Shape;301;p31"/>
          <p:cNvSpPr txBox="1"/>
          <p:nvPr/>
        </p:nvSpPr>
        <p:spPr>
          <a:xfrm>
            <a:off x="626100" y="1384875"/>
            <a:ext cx="7737600" cy="5371500"/>
          </a:xfrm>
          <a:prstGeom prst="rect">
            <a:avLst/>
          </a:prstGeom>
          <a:noFill/>
          <a:ln>
            <a:noFill/>
          </a:ln>
        </p:spPr>
        <p:txBody>
          <a:bodyPr anchorCtr="0" anchor="t" bIns="0" lIns="0" spcFirstLastPara="1" rIns="0" wrap="square" tIns="121900">
            <a:spAutoFit/>
          </a:bodyPr>
          <a:lstStyle/>
          <a:p>
            <a:pPr indent="-220979" lvl="0" marL="240029" marR="5080" rtl="0" algn="l">
              <a:lnSpc>
                <a:spcPct val="70000"/>
              </a:lnSpc>
              <a:spcBef>
                <a:spcPts val="0"/>
              </a:spcBef>
              <a:spcAft>
                <a:spcPts val="0"/>
              </a:spcAft>
              <a:buClr>
                <a:srgbClr val="000000"/>
              </a:buClr>
              <a:buSzPts val="2300"/>
              <a:buFont typeface="Arial"/>
              <a:buChar char="•"/>
            </a:pPr>
            <a:r>
              <a:rPr b="0" i="0" lang="en-US" sz="2300" u="none" cap="none" strike="noStrike">
                <a:solidFill>
                  <a:srgbClr val="000000"/>
                </a:solidFill>
                <a:latin typeface="Calibri"/>
                <a:ea typeface="Calibri"/>
                <a:cs typeface="Calibri"/>
                <a:sym typeface="Calibri"/>
              </a:rPr>
              <a:t>View from multiple tables can be created by simply include multiple tables in the 	SELECT statement.</a:t>
            </a:r>
            <a:endParaRPr b="0" i="0" sz="2300" u="none" cap="none" strike="noStrike">
              <a:solidFill>
                <a:srgbClr val="000000"/>
              </a:solidFill>
              <a:latin typeface="Calibri"/>
              <a:ea typeface="Calibri"/>
              <a:cs typeface="Calibri"/>
              <a:sym typeface="Calibri"/>
            </a:endParaRPr>
          </a:p>
          <a:p>
            <a:pPr indent="-220979" lvl="0" marL="240029" marR="0" rtl="0" algn="l">
              <a:lnSpc>
                <a:spcPct val="102083"/>
              </a:lnSpc>
              <a:spcBef>
                <a:spcPts val="135"/>
              </a:spcBef>
              <a:spcAft>
                <a:spcPts val="0"/>
              </a:spcAft>
              <a:buClr>
                <a:srgbClr val="000000"/>
              </a:buClr>
              <a:buSzPts val="2300"/>
              <a:buFont typeface="Arial"/>
              <a:buChar char="•"/>
            </a:pPr>
            <a:r>
              <a:rPr b="0" i="0" lang="en-US" sz="2300" u="none" cap="none" strike="noStrike">
                <a:solidFill>
                  <a:srgbClr val="000000"/>
                </a:solidFill>
                <a:latin typeface="Calibri"/>
                <a:ea typeface="Calibri"/>
                <a:cs typeface="Calibri"/>
                <a:sym typeface="Calibri"/>
              </a:rPr>
              <a:t>In the given example, a view is created named MarksView from two tables</a:t>
            </a:r>
            <a:endParaRPr b="0" i="0" sz="2300" u="none" cap="none" strike="noStrike">
              <a:solidFill>
                <a:srgbClr val="000000"/>
              </a:solidFill>
              <a:latin typeface="Calibri"/>
              <a:ea typeface="Calibri"/>
              <a:cs typeface="Calibri"/>
              <a:sym typeface="Calibri"/>
            </a:endParaRPr>
          </a:p>
          <a:p>
            <a:pPr indent="0" lvl="0" marL="241300" marR="0" rtl="0" algn="l">
              <a:lnSpc>
                <a:spcPct val="102083"/>
              </a:lnSpc>
              <a:spcBef>
                <a:spcPts val="0"/>
              </a:spcBef>
              <a:spcAft>
                <a:spcPts val="0"/>
              </a:spcAft>
              <a:buNone/>
            </a:pPr>
            <a:r>
              <a:rPr b="0" i="0" lang="en-US" sz="2300" u="none" cap="none" strike="noStrike">
                <a:solidFill>
                  <a:srgbClr val="000000"/>
                </a:solidFill>
                <a:latin typeface="Calibri"/>
                <a:ea typeface="Calibri"/>
                <a:cs typeface="Calibri"/>
                <a:sym typeface="Calibri"/>
              </a:rPr>
              <a:t>Student_Detail and Student_Marks.</a:t>
            </a:r>
            <a:endParaRPr b="0" i="0" sz="2300" u="none" cap="none" strike="noStrike">
              <a:solidFill>
                <a:srgbClr val="000000"/>
              </a:solidFill>
              <a:latin typeface="Calibri"/>
              <a:ea typeface="Calibri"/>
              <a:cs typeface="Calibri"/>
              <a:sym typeface="Calibri"/>
            </a:endParaRPr>
          </a:p>
          <a:p>
            <a:pPr indent="-220979" lvl="0" marL="240029" marR="0" rtl="0" algn="l">
              <a:lnSpc>
                <a:spcPct val="117916"/>
              </a:lnSpc>
              <a:spcBef>
                <a:spcPts val="145"/>
              </a:spcBef>
              <a:spcAft>
                <a:spcPts val="0"/>
              </a:spcAft>
              <a:buClr>
                <a:srgbClr val="000000"/>
              </a:buClr>
              <a:buSzPts val="2300"/>
              <a:buFont typeface="Arial"/>
              <a:buChar char="•"/>
            </a:pPr>
            <a:r>
              <a:rPr b="0" i="0" lang="en-US" sz="2300" u="none" cap="none" strike="noStrike">
                <a:solidFill>
                  <a:srgbClr val="000000"/>
                </a:solidFill>
                <a:latin typeface="Calibri"/>
                <a:ea typeface="Calibri"/>
                <a:cs typeface="Calibri"/>
                <a:sym typeface="Calibri"/>
              </a:rPr>
              <a:t>Syntax:</a:t>
            </a:r>
            <a:endParaRPr b="0" i="0" sz="2300" u="none" cap="none" strike="noStrike">
              <a:solidFill>
                <a:srgbClr val="000000"/>
              </a:solidFill>
              <a:latin typeface="Calibri"/>
              <a:ea typeface="Calibri"/>
              <a:cs typeface="Calibri"/>
              <a:sym typeface="Calibri"/>
            </a:endParaRPr>
          </a:p>
          <a:p>
            <a:pPr indent="0" lvl="0" marL="1041400" marR="0" rtl="0" algn="l">
              <a:lnSpc>
                <a:spcPct val="113529"/>
              </a:lnSpc>
              <a:spcBef>
                <a:spcPts val="0"/>
              </a:spcBef>
              <a:spcAft>
                <a:spcPts val="0"/>
              </a:spcAft>
              <a:buNone/>
            </a:pPr>
            <a:r>
              <a:rPr b="0" i="0" lang="en-US" sz="1600" u="none" cap="none" strike="noStrike">
                <a:solidFill>
                  <a:srgbClr val="000000"/>
                </a:solidFill>
                <a:latin typeface="Calibri"/>
                <a:ea typeface="Calibri"/>
                <a:cs typeface="Calibri"/>
                <a:sym typeface="Calibri"/>
              </a:rPr>
              <a:t>CREATE VIEW view_name AS</a:t>
            </a:r>
            <a:endParaRPr b="0" i="0" sz="1600" u="none" cap="none" strike="noStrike">
              <a:solidFill>
                <a:srgbClr val="000000"/>
              </a:solidFill>
              <a:latin typeface="Calibri"/>
              <a:ea typeface="Calibri"/>
              <a:cs typeface="Calibri"/>
              <a:sym typeface="Calibri"/>
            </a:endParaRPr>
          </a:p>
          <a:p>
            <a:pPr indent="0" lvl="0" marL="1041400" marR="3637279" rtl="0" algn="l">
              <a:lnSpc>
                <a:spcPct val="113529"/>
              </a:lnSpc>
              <a:spcBef>
                <a:spcPts val="95"/>
              </a:spcBef>
              <a:spcAft>
                <a:spcPts val="0"/>
              </a:spcAft>
              <a:buNone/>
            </a:pPr>
            <a:r>
              <a:rPr b="0" i="0" lang="en-US" sz="1600" u="none" cap="none" strike="noStrike">
                <a:solidFill>
                  <a:srgbClr val="000000"/>
                </a:solidFill>
                <a:latin typeface="Calibri"/>
                <a:ea typeface="Calibri"/>
                <a:cs typeface="Calibri"/>
                <a:sym typeface="Calibri"/>
              </a:rPr>
              <a:t>SELECT table1.col_name1, table1.col_name2,table2.col_name1 FROM table1,table2</a:t>
            </a:r>
            <a:endParaRPr b="0" i="0" sz="1600" u="none" cap="none" strike="noStrike">
              <a:solidFill>
                <a:srgbClr val="000000"/>
              </a:solidFill>
              <a:latin typeface="Calibri"/>
              <a:ea typeface="Calibri"/>
              <a:cs typeface="Calibri"/>
              <a:sym typeface="Calibri"/>
            </a:endParaRPr>
          </a:p>
          <a:p>
            <a:pPr indent="0" lvl="0" marL="1041400" marR="0" rtl="0" algn="l">
              <a:lnSpc>
                <a:spcPct val="111117"/>
              </a:lnSpc>
              <a:spcBef>
                <a:spcPts val="0"/>
              </a:spcBef>
              <a:spcAft>
                <a:spcPts val="0"/>
              </a:spcAft>
              <a:buNone/>
            </a:pPr>
            <a:r>
              <a:rPr b="0" i="0" lang="en-US" sz="1600" u="none" cap="none" strike="noStrike">
                <a:solidFill>
                  <a:srgbClr val="000000"/>
                </a:solidFill>
                <a:latin typeface="Calibri"/>
                <a:ea typeface="Calibri"/>
                <a:cs typeface="Calibri"/>
                <a:sym typeface="Calibri"/>
              </a:rPr>
              <a:t>WHERE table1.col_name = Table2.col_name; (matching column)</a:t>
            </a:r>
            <a:endParaRPr b="0" i="0" sz="1600" u="none" cap="none" strike="noStrike">
              <a:solidFill>
                <a:srgbClr val="000000"/>
              </a:solidFill>
              <a:latin typeface="Calibri"/>
              <a:ea typeface="Calibri"/>
              <a:cs typeface="Calibri"/>
              <a:sym typeface="Calibri"/>
            </a:endParaRPr>
          </a:p>
          <a:p>
            <a:pPr indent="-220979" lvl="0" marL="240029" marR="0" rtl="0" algn="l">
              <a:lnSpc>
                <a:spcPct val="117916"/>
              </a:lnSpc>
              <a:spcBef>
                <a:spcPts val="130"/>
              </a:spcBef>
              <a:spcAft>
                <a:spcPts val="0"/>
              </a:spcAft>
              <a:buClr>
                <a:srgbClr val="000000"/>
              </a:buClr>
              <a:buSzPts val="2300"/>
              <a:buFont typeface="Arial"/>
              <a:buChar char="•"/>
            </a:pPr>
            <a:r>
              <a:rPr b="0" i="0" lang="en-US" sz="2300" u="none" cap="none" strike="noStrike">
                <a:solidFill>
                  <a:srgbClr val="000000"/>
                </a:solidFill>
                <a:latin typeface="Calibri"/>
                <a:ea typeface="Calibri"/>
                <a:cs typeface="Calibri"/>
                <a:sym typeface="Calibri"/>
              </a:rPr>
              <a:t>Example:</a:t>
            </a:r>
            <a:endParaRPr b="0" i="0" sz="2300" u="none" cap="none" strike="noStrike">
              <a:solidFill>
                <a:srgbClr val="000000"/>
              </a:solidFill>
              <a:latin typeface="Calibri"/>
              <a:ea typeface="Calibri"/>
              <a:cs typeface="Calibri"/>
              <a:sym typeface="Calibri"/>
            </a:endParaRPr>
          </a:p>
          <a:p>
            <a:pPr indent="0" lvl="0" marL="1041400" marR="0" rtl="0" algn="l">
              <a:lnSpc>
                <a:spcPct val="113529"/>
              </a:lnSpc>
              <a:spcBef>
                <a:spcPts val="0"/>
              </a:spcBef>
              <a:spcAft>
                <a:spcPts val="0"/>
              </a:spcAft>
              <a:buNone/>
            </a:pPr>
            <a:r>
              <a:rPr b="0" i="0" lang="en-US" sz="1600" u="none" cap="none" strike="noStrike">
                <a:solidFill>
                  <a:srgbClr val="000000"/>
                </a:solidFill>
                <a:latin typeface="Calibri"/>
                <a:ea typeface="Calibri"/>
                <a:cs typeface="Calibri"/>
                <a:sym typeface="Calibri"/>
              </a:rPr>
              <a:t>CREATE VIEW MarksView AS</a:t>
            </a:r>
            <a:endParaRPr b="0" i="0" sz="1600" u="none" cap="none" strike="noStrike">
              <a:solidFill>
                <a:srgbClr val="000000"/>
              </a:solidFill>
              <a:latin typeface="Calibri"/>
              <a:ea typeface="Calibri"/>
              <a:cs typeface="Calibri"/>
              <a:sym typeface="Calibri"/>
            </a:endParaRPr>
          </a:p>
          <a:p>
            <a:pPr indent="0" lvl="0" marL="1041400" marR="2187575" rtl="0" algn="l">
              <a:lnSpc>
                <a:spcPct val="113529"/>
              </a:lnSpc>
              <a:spcBef>
                <a:spcPts val="95"/>
              </a:spcBef>
              <a:spcAft>
                <a:spcPts val="0"/>
              </a:spcAft>
              <a:buNone/>
            </a:pPr>
            <a:r>
              <a:rPr b="0" i="0" lang="en-US" sz="1600" u="none" cap="none" strike="noStrike">
                <a:solidFill>
                  <a:srgbClr val="000000"/>
                </a:solidFill>
                <a:latin typeface="Calibri"/>
                <a:ea typeface="Calibri"/>
                <a:cs typeface="Calibri"/>
                <a:sym typeface="Calibri"/>
              </a:rPr>
              <a:t>SELECT Student_Detail.NAME, Student_Detail.ADDRESS, Student_Marks.MARKS FROM Student_Detail, Student_Mark</a:t>
            </a:r>
            <a:endParaRPr b="0" i="0" sz="1600" u="none" cap="none" strike="noStrike">
              <a:solidFill>
                <a:srgbClr val="000000"/>
              </a:solidFill>
              <a:latin typeface="Calibri"/>
              <a:ea typeface="Calibri"/>
              <a:cs typeface="Calibri"/>
              <a:sym typeface="Calibri"/>
            </a:endParaRPr>
          </a:p>
          <a:p>
            <a:pPr indent="0" lvl="0" marL="1041400" marR="0" rtl="0" algn="l">
              <a:lnSpc>
                <a:spcPct val="111117"/>
              </a:lnSpc>
              <a:spcBef>
                <a:spcPts val="0"/>
              </a:spcBef>
              <a:spcAft>
                <a:spcPts val="0"/>
              </a:spcAft>
              <a:buNone/>
            </a:pPr>
            <a:r>
              <a:rPr b="0" i="0" lang="en-US" sz="1600" u="none" cap="none" strike="noStrike">
                <a:solidFill>
                  <a:srgbClr val="000000"/>
                </a:solidFill>
                <a:latin typeface="Calibri"/>
                <a:ea typeface="Calibri"/>
                <a:cs typeface="Calibri"/>
                <a:sym typeface="Calibri"/>
              </a:rPr>
              <a:t>WHERE Student_Detail.NAME = Student_Marks.NAME;</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Assertion </a:t>
            </a:r>
            <a:endParaRPr/>
          </a:p>
        </p:txBody>
      </p:sp>
      <p:sp>
        <p:nvSpPr>
          <p:cNvPr id="307" name="Google Shape;307;p3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sz="2400"/>
              <a:t>An assertion is a constraint or condition that must always be true for the database to remain in a consistent state. </a:t>
            </a:r>
            <a:endParaRPr sz="2400"/>
          </a:p>
          <a:p>
            <a:pPr indent="-297180" lvl="0" marL="457200" rtl="0" algn="l">
              <a:lnSpc>
                <a:spcPct val="100000"/>
              </a:lnSpc>
              <a:spcBef>
                <a:spcPts val="360"/>
              </a:spcBef>
              <a:spcAft>
                <a:spcPts val="0"/>
              </a:spcAft>
              <a:buSzPts val="1080"/>
              <a:buChar char="■"/>
            </a:pPr>
            <a:r>
              <a:rPr lang="en-US" sz="2400"/>
              <a:t>Assertions are used to enforce business rules, integrity constraints, or any other conditions that the database administrator deems necessary for the data to be valid and meaningful.</a:t>
            </a:r>
            <a:endParaRPr/>
          </a:p>
          <a:p>
            <a:pPr indent="-297180" lvl="0" marL="457200" rtl="0" algn="l">
              <a:lnSpc>
                <a:spcPct val="100000"/>
              </a:lnSpc>
              <a:spcBef>
                <a:spcPts val="360"/>
              </a:spcBef>
              <a:spcAft>
                <a:spcPts val="0"/>
              </a:spcAft>
              <a:buSzPts val="1080"/>
              <a:buChar char="■"/>
            </a:pPr>
            <a:r>
              <a:rPr lang="en-US"/>
              <a:t>Example:</a:t>
            </a:r>
            <a:endParaRPr/>
          </a:p>
          <a:p>
            <a:pPr indent="-297180" lvl="0" marL="457200" rtl="0" algn="l">
              <a:lnSpc>
                <a:spcPct val="100000"/>
              </a:lnSpc>
              <a:spcBef>
                <a:spcPts val="360"/>
              </a:spcBef>
              <a:spcAft>
                <a:spcPts val="0"/>
              </a:spcAft>
              <a:buSzPts val="1080"/>
              <a:buChar char="■"/>
            </a:pPr>
            <a:r>
              <a:rPr lang="en-US" sz="2000"/>
              <a:t>For example, suppose you have a database for a library management system. </a:t>
            </a:r>
            <a:endParaRPr sz="2000"/>
          </a:p>
          <a:p>
            <a:pPr indent="-291465" lvl="1" marL="914400" rtl="0" algn="l">
              <a:lnSpc>
                <a:spcPct val="100000"/>
              </a:lnSpc>
              <a:spcBef>
                <a:spcPts val="360"/>
              </a:spcBef>
              <a:spcAft>
                <a:spcPts val="0"/>
              </a:spcAft>
              <a:buSzPts val="990"/>
              <a:buChar char="■"/>
            </a:pPr>
            <a:r>
              <a:rPr lang="en-US" sz="1800"/>
              <a:t>You might have an assertion that ensures that the total number of copies of a book available in the library cannot be negative. </a:t>
            </a:r>
            <a:endParaRPr sz="1800"/>
          </a:p>
          <a:p>
            <a:pPr indent="-291465" lvl="1" marL="914400" rtl="0" algn="l">
              <a:lnSpc>
                <a:spcPct val="100000"/>
              </a:lnSpc>
              <a:spcBef>
                <a:spcPts val="360"/>
              </a:spcBef>
              <a:spcAft>
                <a:spcPts val="0"/>
              </a:spcAft>
              <a:buSzPts val="990"/>
              <a:buChar char="■"/>
            </a:pPr>
            <a:r>
              <a:rPr lang="en-US" sz="1800"/>
              <a:t>This assertion would be enforced whenever a new copy is added or removed from the library</a:t>
            </a:r>
            <a:r>
              <a:rPr lang="en-US"/>
              <a:t>.</a:t>
            </a:r>
            <a:endParaRPr/>
          </a:p>
        </p:txBody>
      </p:sp>
      <p:sp>
        <p:nvSpPr>
          <p:cNvPr id="308" name="Google Shape;308;p3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3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In SQL, assertions can be declared using the CREATE ASSERTION statement. </a:t>
            </a:r>
            <a:endParaRPr/>
          </a:p>
          <a:p>
            <a:pPr indent="-297180" lvl="0" marL="457200" rtl="0" algn="l">
              <a:lnSpc>
                <a:spcPct val="100000"/>
              </a:lnSpc>
              <a:spcBef>
                <a:spcPts val="360"/>
              </a:spcBef>
              <a:spcAft>
                <a:spcPts val="0"/>
              </a:spcAft>
              <a:buSzPts val="1080"/>
              <a:buChar char="■"/>
            </a:pPr>
            <a:r>
              <a:rPr lang="en-US"/>
              <a:t>However, not all database systems support assertions directly. </a:t>
            </a:r>
            <a:endParaRPr/>
          </a:p>
          <a:p>
            <a:pPr indent="-297180" lvl="0" marL="457200" rtl="0" algn="l">
              <a:lnSpc>
                <a:spcPct val="100000"/>
              </a:lnSpc>
              <a:spcBef>
                <a:spcPts val="360"/>
              </a:spcBef>
              <a:spcAft>
                <a:spcPts val="0"/>
              </a:spcAft>
              <a:buSzPts val="1080"/>
              <a:buChar char="■"/>
            </a:pPr>
            <a:r>
              <a:rPr lang="en-US"/>
              <a:t>Some databases provide alternative mechanisms for enforcing constraints, such as triggers, check constraints, or stored procedures.</a:t>
            </a:r>
            <a:endParaRPr/>
          </a:p>
        </p:txBody>
      </p:sp>
      <p:sp>
        <p:nvSpPr>
          <p:cNvPr id="315" name="Google Shape;315;p3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a:t>
            </a:r>
            <a:endParaRPr/>
          </a:p>
        </p:txBody>
      </p:sp>
      <p:sp>
        <p:nvSpPr>
          <p:cNvPr id="321" name="Google Shape;321;p3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sz="2400"/>
              <a:t>Suppose we have a table "Orders" and we want to ensure that the total amount of all orders is always less than 10000.</a:t>
            </a:r>
            <a:endParaRPr/>
          </a:p>
          <a:p>
            <a:pPr indent="-228600" lvl="0" marL="457200" rtl="0" algn="l">
              <a:lnSpc>
                <a:spcPct val="100000"/>
              </a:lnSpc>
              <a:spcBef>
                <a:spcPts val="360"/>
              </a:spcBef>
              <a:spcAft>
                <a:spcPts val="0"/>
              </a:spcAft>
              <a:buSzPts val="1080"/>
              <a:buNone/>
            </a:pPr>
            <a:r>
              <a:t/>
            </a:r>
            <a:endParaRPr sz="2400"/>
          </a:p>
          <a:p>
            <a:pPr indent="-291465" lvl="1" marL="914400" rtl="0" algn="l">
              <a:lnSpc>
                <a:spcPct val="100000"/>
              </a:lnSpc>
              <a:spcBef>
                <a:spcPts val="360"/>
              </a:spcBef>
              <a:spcAft>
                <a:spcPts val="0"/>
              </a:spcAft>
              <a:buSzPts val="990"/>
              <a:buChar char="■"/>
            </a:pPr>
            <a:r>
              <a:rPr lang="en-US" sz="2200"/>
              <a:t>CREATE ASSERTION orders_total CHECK ((SELECT SUM(amount) FROM Orders) &lt; 10000); SQL</a:t>
            </a:r>
            <a:endParaRPr/>
          </a:p>
          <a:p>
            <a:pPr indent="0" lvl="0" marL="160020" rtl="0" algn="l">
              <a:lnSpc>
                <a:spcPct val="100000"/>
              </a:lnSpc>
              <a:spcBef>
                <a:spcPts val="360"/>
              </a:spcBef>
              <a:spcAft>
                <a:spcPts val="0"/>
              </a:spcAft>
              <a:buSzPts val="1080"/>
              <a:buNone/>
            </a:pPr>
            <a:r>
              <a:t/>
            </a:r>
            <a:endParaRPr sz="2400"/>
          </a:p>
          <a:p>
            <a:pPr indent="-297180" lvl="0" marL="457200" rtl="0" algn="l">
              <a:lnSpc>
                <a:spcPct val="100000"/>
              </a:lnSpc>
              <a:spcBef>
                <a:spcPts val="360"/>
              </a:spcBef>
              <a:spcAft>
                <a:spcPts val="0"/>
              </a:spcAft>
              <a:buSzPts val="1080"/>
              <a:buChar char="■"/>
            </a:pPr>
            <a:r>
              <a:rPr lang="en-US" sz="2400"/>
              <a:t>This assertion ensures that the total amount of all orders will never exceed 10000. </a:t>
            </a:r>
            <a:endParaRPr sz="2400"/>
          </a:p>
          <a:p>
            <a:pPr indent="-297180" lvl="0" marL="457200" rtl="0" algn="l">
              <a:lnSpc>
                <a:spcPct val="100000"/>
              </a:lnSpc>
              <a:spcBef>
                <a:spcPts val="360"/>
              </a:spcBef>
              <a:spcAft>
                <a:spcPts val="0"/>
              </a:spcAft>
              <a:buSzPts val="1080"/>
              <a:buChar char="■"/>
            </a:pPr>
            <a:r>
              <a:rPr lang="en-US" sz="2400"/>
              <a:t>If an attempt is made to add an order that would cause the total to exceed 10000, the database system will reject it.</a:t>
            </a:r>
            <a:endParaRPr/>
          </a:p>
          <a:p>
            <a:pPr indent="0" lvl="0" marL="160020" rtl="0" algn="l">
              <a:lnSpc>
                <a:spcPct val="100000"/>
              </a:lnSpc>
              <a:spcBef>
                <a:spcPts val="360"/>
              </a:spcBef>
              <a:spcAft>
                <a:spcPts val="0"/>
              </a:spcAft>
              <a:buSzPts val="1080"/>
              <a:buNone/>
            </a:pPr>
            <a:r>
              <a:t/>
            </a:r>
            <a:endParaRPr sz="2400"/>
          </a:p>
        </p:txBody>
      </p:sp>
      <p:sp>
        <p:nvSpPr>
          <p:cNvPr id="322" name="Google Shape;322;p3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PL /SQL-</a:t>
            </a:r>
            <a:endParaRPr/>
          </a:p>
        </p:txBody>
      </p:sp>
      <p:sp>
        <p:nvSpPr>
          <p:cNvPr id="328" name="Google Shape;328;p35"/>
          <p:cNvSpPr txBox="1"/>
          <p:nvPr>
            <p:ph idx="1" type="body"/>
          </p:nvPr>
        </p:nvSpPr>
        <p:spPr>
          <a:xfrm>
            <a:off x="2592887" y="2004163"/>
            <a:ext cx="4225446" cy="3729625"/>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Cursor</a:t>
            </a:r>
            <a:endParaRPr/>
          </a:p>
          <a:p>
            <a:pPr indent="-297180" lvl="0" marL="457200" rtl="0" algn="l">
              <a:lnSpc>
                <a:spcPct val="100000"/>
              </a:lnSpc>
              <a:spcBef>
                <a:spcPts val="360"/>
              </a:spcBef>
              <a:spcAft>
                <a:spcPts val="0"/>
              </a:spcAft>
              <a:buSzPts val="1080"/>
              <a:buChar char="■"/>
            </a:pPr>
            <a:r>
              <a:rPr lang="en-US"/>
              <a:t>Function</a:t>
            </a:r>
            <a:endParaRPr/>
          </a:p>
          <a:p>
            <a:pPr indent="-297180" lvl="0" marL="457200" rtl="0" algn="l">
              <a:lnSpc>
                <a:spcPct val="100000"/>
              </a:lnSpc>
              <a:spcBef>
                <a:spcPts val="360"/>
              </a:spcBef>
              <a:spcAft>
                <a:spcPts val="0"/>
              </a:spcAft>
              <a:buSzPts val="1080"/>
              <a:buChar char="■"/>
            </a:pPr>
            <a:r>
              <a:rPr lang="en-US"/>
              <a:t>Procedures</a:t>
            </a:r>
            <a:endParaRPr/>
          </a:p>
          <a:p>
            <a:pPr indent="-297180" lvl="0" marL="457200" rtl="0" algn="l">
              <a:lnSpc>
                <a:spcPct val="100000"/>
              </a:lnSpc>
              <a:spcBef>
                <a:spcPts val="360"/>
              </a:spcBef>
              <a:spcAft>
                <a:spcPts val="0"/>
              </a:spcAft>
              <a:buSzPts val="1080"/>
              <a:buChar char="■"/>
            </a:pPr>
            <a:r>
              <a:rPr lang="en-US"/>
              <a:t>Triggers</a:t>
            </a:r>
            <a:endParaRPr/>
          </a:p>
          <a:p>
            <a:pPr indent="-228600" lvl="0" marL="457200" rtl="0" algn="l">
              <a:lnSpc>
                <a:spcPct val="100000"/>
              </a:lnSpc>
              <a:spcBef>
                <a:spcPts val="360"/>
              </a:spcBef>
              <a:spcAft>
                <a:spcPts val="0"/>
              </a:spcAft>
              <a:buSzPts val="1080"/>
              <a:buNone/>
            </a:pPr>
            <a:r>
              <a:t/>
            </a:r>
            <a:endParaRPr/>
          </a:p>
        </p:txBody>
      </p:sp>
      <p:sp>
        <p:nvSpPr>
          <p:cNvPr id="329" name="Google Shape;329;p3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Cursor:</a:t>
            </a:r>
            <a:endParaRPr/>
          </a:p>
        </p:txBody>
      </p:sp>
      <p:sp>
        <p:nvSpPr>
          <p:cNvPr id="335" name="Google Shape;335;p36"/>
          <p:cNvSpPr txBox="1"/>
          <p:nvPr>
            <p:ph idx="1" type="body"/>
          </p:nvPr>
        </p:nvSpPr>
        <p:spPr>
          <a:xfrm>
            <a:off x="250521" y="1365337"/>
            <a:ext cx="8283878" cy="4806863"/>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In DBMS, a cursor is a database object used to retrieve or manipulate data row by row, especially when dealing with result sets that consist of multiple rows. </a:t>
            </a:r>
            <a:endParaRPr/>
          </a:p>
          <a:p>
            <a:pPr indent="-297180" lvl="0" marL="457200" rtl="0" algn="l">
              <a:lnSpc>
                <a:spcPct val="100000"/>
              </a:lnSpc>
              <a:spcBef>
                <a:spcPts val="360"/>
              </a:spcBef>
              <a:spcAft>
                <a:spcPts val="0"/>
              </a:spcAft>
              <a:buSzPts val="1080"/>
              <a:buChar char="■"/>
            </a:pPr>
            <a:r>
              <a:rPr lang="en-US"/>
              <a:t>Think of it like a pointer or a reference to a specific row within a result set. </a:t>
            </a:r>
            <a:endParaRPr/>
          </a:p>
          <a:p>
            <a:pPr indent="-297180" lvl="0" marL="457200" rtl="0" algn="l">
              <a:lnSpc>
                <a:spcPct val="100000"/>
              </a:lnSpc>
              <a:spcBef>
                <a:spcPts val="360"/>
              </a:spcBef>
              <a:spcAft>
                <a:spcPts val="0"/>
              </a:spcAft>
              <a:buSzPts val="1080"/>
              <a:buChar char="■"/>
            </a:pPr>
            <a:r>
              <a:rPr lang="en-US"/>
              <a:t>Cursors are particularly useful when you need to work with data sequentially, process one row at a time, </a:t>
            </a:r>
            <a:endParaRPr/>
          </a:p>
          <a:p>
            <a:pPr indent="-297180" lvl="0" marL="457200" rtl="0" algn="l">
              <a:lnSpc>
                <a:spcPct val="100000"/>
              </a:lnSpc>
              <a:spcBef>
                <a:spcPts val="360"/>
              </a:spcBef>
              <a:spcAft>
                <a:spcPts val="0"/>
              </a:spcAft>
              <a:buSzPts val="1080"/>
              <a:buChar char="■"/>
            </a:pPr>
            <a:r>
              <a:rPr lang="en-US"/>
              <a:t>or when you need to perform operations that can't be easily accomplished with set-based operations.</a:t>
            </a:r>
            <a:endParaRPr/>
          </a:p>
          <a:p>
            <a:pPr indent="-228600" lvl="0" marL="457200" rtl="0" algn="l">
              <a:lnSpc>
                <a:spcPct val="100000"/>
              </a:lnSpc>
              <a:spcBef>
                <a:spcPts val="360"/>
              </a:spcBef>
              <a:spcAft>
                <a:spcPts val="0"/>
              </a:spcAft>
              <a:buSzPts val="1080"/>
              <a:buNone/>
            </a:pPr>
            <a:r>
              <a:t/>
            </a:r>
            <a:endParaRPr/>
          </a:p>
        </p:txBody>
      </p:sp>
      <p:sp>
        <p:nvSpPr>
          <p:cNvPr id="336" name="Google Shape;336;p3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are generally two types of cursors:</a:t>
            </a:r>
            <a:endParaRPr/>
          </a:p>
        </p:txBody>
      </p:sp>
      <p:sp>
        <p:nvSpPr>
          <p:cNvPr id="342" name="Google Shape;342;p37"/>
          <p:cNvSpPr txBox="1"/>
          <p:nvPr>
            <p:ph idx="1" type="body"/>
          </p:nvPr>
        </p:nvSpPr>
        <p:spPr>
          <a:xfrm>
            <a:off x="177082" y="1487465"/>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b="1" lang="en-US"/>
              <a:t>Implicit Cursor</a:t>
            </a:r>
            <a:r>
              <a:rPr lang="en-US"/>
              <a:t>: </a:t>
            </a:r>
            <a:endParaRPr/>
          </a:p>
          <a:p>
            <a:pPr indent="-291465" lvl="1" marL="914400" rtl="0" algn="l">
              <a:lnSpc>
                <a:spcPct val="100000"/>
              </a:lnSpc>
              <a:spcBef>
                <a:spcPts val="360"/>
              </a:spcBef>
              <a:spcAft>
                <a:spcPts val="0"/>
              </a:spcAft>
              <a:buSzPts val="990"/>
              <a:buChar char="■"/>
            </a:pPr>
            <a:r>
              <a:rPr lang="en-US" sz="2000"/>
              <a:t>Automatically created by the DBMS for SQL statements like SELECT, INSERT, UPDATE, or DELETE. </a:t>
            </a:r>
            <a:endParaRPr sz="2000"/>
          </a:p>
          <a:p>
            <a:pPr indent="-291465" lvl="1" marL="914400" rtl="0" algn="l">
              <a:lnSpc>
                <a:spcPct val="100000"/>
              </a:lnSpc>
              <a:spcBef>
                <a:spcPts val="360"/>
              </a:spcBef>
              <a:spcAft>
                <a:spcPts val="0"/>
              </a:spcAft>
              <a:buSzPts val="990"/>
              <a:buChar char="■"/>
            </a:pPr>
            <a:r>
              <a:rPr lang="en-US" sz="2000"/>
              <a:t>Implicit cursors are managed by the DBMS internally, and you don't need to explicitly declare or control them </a:t>
            </a:r>
            <a:r>
              <a:rPr lang="en-US"/>
              <a:t>in your code.</a:t>
            </a:r>
            <a:endParaRPr/>
          </a:p>
          <a:p>
            <a:pPr indent="-297180" lvl="0" marL="457200" rtl="0" algn="l">
              <a:lnSpc>
                <a:spcPct val="100000"/>
              </a:lnSpc>
              <a:spcBef>
                <a:spcPts val="360"/>
              </a:spcBef>
              <a:spcAft>
                <a:spcPts val="0"/>
              </a:spcAft>
              <a:buSzPts val="1080"/>
              <a:buChar char="■"/>
            </a:pPr>
            <a:r>
              <a:rPr b="1" lang="en-US"/>
              <a:t>Explicit Cursor</a:t>
            </a:r>
            <a:r>
              <a:rPr lang="en-US"/>
              <a:t>: </a:t>
            </a:r>
            <a:endParaRPr/>
          </a:p>
          <a:p>
            <a:pPr indent="-291465" lvl="1" marL="914400" rtl="0" algn="l">
              <a:lnSpc>
                <a:spcPct val="100000"/>
              </a:lnSpc>
              <a:spcBef>
                <a:spcPts val="360"/>
              </a:spcBef>
              <a:spcAft>
                <a:spcPts val="0"/>
              </a:spcAft>
              <a:buSzPts val="990"/>
              <a:buChar char="■"/>
            </a:pPr>
            <a:r>
              <a:rPr lang="en-US" sz="2000"/>
              <a:t>Created explicitly by the programmer using the DECLARE CURSOR statement. </a:t>
            </a:r>
            <a:endParaRPr sz="2000"/>
          </a:p>
          <a:p>
            <a:pPr indent="-291465" lvl="1" marL="914400" rtl="0" algn="l">
              <a:lnSpc>
                <a:spcPct val="100000"/>
              </a:lnSpc>
              <a:spcBef>
                <a:spcPts val="360"/>
              </a:spcBef>
              <a:spcAft>
                <a:spcPts val="0"/>
              </a:spcAft>
              <a:buSzPts val="990"/>
              <a:buChar char="■"/>
            </a:pPr>
            <a:r>
              <a:rPr lang="en-US" sz="2000"/>
              <a:t>Explicit cursors provide more control over the result set traversal, allowing the programmer to open, fetch</a:t>
            </a:r>
            <a:r>
              <a:rPr lang="en-US"/>
              <a:t>, </a:t>
            </a:r>
            <a:r>
              <a:rPr lang="en-US" sz="2000"/>
              <a:t>and close the cursor as needed.</a:t>
            </a:r>
            <a:endParaRPr/>
          </a:p>
          <a:p>
            <a:pPr indent="-228600" lvl="0" marL="457200" rtl="0" algn="l">
              <a:lnSpc>
                <a:spcPct val="100000"/>
              </a:lnSpc>
              <a:spcBef>
                <a:spcPts val="360"/>
              </a:spcBef>
              <a:spcAft>
                <a:spcPts val="0"/>
              </a:spcAft>
              <a:buSzPts val="1080"/>
              <a:buNone/>
            </a:pPr>
            <a:r>
              <a:t/>
            </a:r>
            <a:endParaRPr/>
          </a:p>
        </p:txBody>
      </p:sp>
      <p:sp>
        <p:nvSpPr>
          <p:cNvPr id="343" name="Google Shape;343;p3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Explicit cursors</a:t>
            </a:r>
            <a:endParaRPr/>
          </a:p>
        </p:txBody>
      </p:sp>
      <p:sp>
        <p:nvSpPr>
          <p:cNvPr id="349" name="Google Shape;349;p3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Explicit cursors in database management systems (DBMS) are programmatically created and managed by the developer to retrieve data row by row from a result set. </a:t>
            </a:r>
            <a:endParaRPr/>
          </a:p>
          <a:p>
            <a:pPr indent="0" lvl="0" marL="160020" rtl="0" algn="l">
              <a:lnSpc>
                <a:spcPct val="100000"/>
              </a:lnSpc>
              <a:spcBef>
                <a:spcPts val="360"/>
              </a:spcBef>
              <a:spcAft>
                <a:spcPts val="0"/>
              </a:spcAft>
              <a:buSzPts val="1080"/>
              <a:buNone/>
            </a:pPr>
            <a:r>
              <a:rPr b="1" lang="en-US"/>
              <a:t>1. Declaration</a:t>
            </a:r>
            <a:r>
              <a:rPr lang="en-US"/>
              <a:t>: </a:t>
            </a:r>
            <a:endParaRPr/>
          </a:p>
          <a:p>
            <a:pPr indent="-297180" lvl="0" marL="457200" rtl="0" algn="l">
              <a:lnSpc>
                <a:spcPct val="100000"/>
              </a:lnSpc>
              <a:spcBef>
                <a:spcPts val="360"/>
              </a:spcBef>
              <a:spcAft>
                <a:spcPts val="0"/>
              </a:spcAft>
              <a:buSzPts val="1080"/>
              <a:buChar char="■"/>
            </a:pPr>
            <a:r>
              <a:rPr lang="en-US" sz="2400"/>
              <a:t>First, you declare the cursor using the DECLARE CURSOR statement. This statement defines the SQL query that the cursor will use to fetch data.</a:t>
            </a:r>
            <a:endParaRPr sz="2400"/>
          </a:p>
        </p:txBody>
      </p:sp>
      <p:sp>
        <p:nvSpPr>
          <p:cNvPr id="350" name="Google Shape;350;p3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351" name="Google Shape;351;p38"/>
          <p:cNvPicPr preferRelativeResize="0"/>
          <p:nvPr/>
        </p:nvPicPr>
        <p:blipFill rotWithShape="1">
          <a:blip r:embed="rId3">
            <a:alphaModFix/>
          </a:blip>
          <a:srcRect b="0" l="0" r="0" t="0"/>
          <a:stretch/>
        </p:blipFill>
        <p:spPr>
          <a:xfrm>
            <a:off x="1034115" y="5306924"/>
            <a:ext cx="3540984" cy="124699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p3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160020" rtl="0" algn="l">
              <a:lnSpc>
                <a:spcPct val="100000"/>
              </a:lnSpc>
              <a:spcBef>
                <a:spcPts val="360"/>
              </a:spcBef>
              <a:spcAft>
                <a:spcPts val="0"/>
              </a:spcAft>
              <a:buSzPts val="1080"/>
              <a:buNone/>
            </a:pPr>
            <a:r>
              <a:rPr b="1" lang="en-US"/>
              <a:t>2. Opening the Cursor</a:t>
            </a:r>
            <a:r>
              <a:rPr lang="en-US"/>
              <a:t>: </a:t>
            </a:r>
            <a:endParaRPr/>
          </a:p>
          <a:p>
            <a:pPr indent="-297180" lvl="0" marL="457200" rtl="0" algn="l">
              <a:lnSpc>
                <a:spcPct val="100000"/>
              </a:lnSpc>
              <a:spcBef>
                <a:spcPts val="360"/>
              </a:spcBef>
              <a:spcAft>
                <a:spcPts val="0"/>
              </a:spcAft>
              <a:buSzPts val="1080"/>
              <a:buChar char="■"/>
            </a:pPr>
            <a:r>
              <a:rPr lang="en-US" sz="2000"/>
              <a:t>After declaring the cursor, you need to open it using the OPEN statement. This step initializes the cursor and executes the SQL query, populating the result set.</a:t>
            </a:r>
            <a:endParaRPr/>
          </a:p>
          <a:p>
            <a:pPr indent="-228600" lvl="0" marL="457200" rtl="0" algn="l">
              <a:lnSpc>
                <a:spcPct val="100000"/>
              </a:lnSpc>
              <a:spcBef>
                <a:spcPts val="360"/>
              </a:spcBef>
              <a:spcAft>
                <a:spcPts val="0"/>
              </a:spcAft>
              <a:buSzPts val="1080"/>
              <a:buNone/>
            </a:pPr>
            <a:r>
              <a:t/>
            </a:r>
            <a:endParaRPr sz="2000"/>
          </a:p>
          <a:p>
            <a:pPr indent="-228600" lvl="0" marL="457200" rtl="0" algn="l">
              <a:lnSpc>
                <a:spcPct val="100000"/>
              </a:lnSpc>
              <a:spcBef>
                <a:spcPts val="360"/>
              </a:spcBef>
              <a:spcAft>
                <a:spcPts val="0"/>
              </a:spcAft>
              <a:buSzPts val="1080"/>
              <a:buNone/>
            </a:pPr>
            <a:r>
              <a:t/>
            </a:r>
            <a:endParaRPr sz="2000"/>
          </a:p>
          <a:p>
            <a:pPr indent="0" lvl="0" marL="160020" rtl="0" algn="l">
              <a:lnSpc>
                <a:spcPct val="100000"/>
              </a:lnSpc>
              <a:spcBef>
                <a:spcPts val="360"/>
              </a:spcBef>
              <a:spcAft>
                <a:spcPts val="0"/>
              </a:spcAft>
              <a:buSzPts val="1080"/>
              <a:buNone/>
            </a:pPr>
            <a:r>
              <a:rPr b="1" lang="en-US"/>
              <a:t>3. Fetching Rows: </a:t>
            </a:r>
            <a:endParaRPr b="1"/>
          </a:p>
          <a:p>
            <a:pPr indent="-297180" lvl="0" marL="457200" rtl="0" algn="l">
              <a:lnSpc>
                <a:spcPct val="100000"/>
              </a:lnSpc>
              <a:spcBef>
                <a:spcPts val="360"/>
              </a:spcBef>
              <a:spcAft>
                <a:spcPts val="0"/>
              </a:spcAft>
              <a:buSzPts val="1080"/>
              <a:buChar char="■"/>
            </a:pPr>
            <a:r>
              <a:rPr lang="en-US" sz="2000"/>
              <a:t>Once the cursor is opened, you can fetch rows from the result set one by one using the FETCH statement. This retrieves the next row of data from the result set and advances the cursor position.</a:t>
            </a:r>
            <a:endParaRPr/>
          </a:p>
          <a:p>
            <a:pPr indent="-228600" lvl="0" marL="457200" rtl="0" algn="l">
              <a:lnSpc>
                <a:spcPct val="100000"/>
              </a:lnSpc>
              <a:spcBef>
                <a:spcPts val="360"/>
              </a:spcBef>
              <a:spcAft>
                <a:spcPts val="0"/>
              </a:spcAft>
              <a:buSzPts val="1080"/>
              <a:buNone/>
            </a:pPr>
            <a:r>
              <a:t/>
            </a:r>
            <a:endParaRPr sz="2000"/>
          </a:p>
        </p:txBody>
      </p:sp>
      <p:sp>
        <p:nvSpPr>
          <p:cNvPr id="358" name="Google Shape;358;p3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359" name="Google Shape;359;p39"/>
          <p:cNvPicPr preferRelativeResize="0"/>
          <p:nvPr/>
        </p:nvPicPr>
        <p:blipFill rotWithShape="1">
          <a:blip r:embed="rId3">
            <a:alphaModFix/>
          </a:blip>
          <a:srcRect b="0" l="0" r="0" t="0"/>
          <a:stretch/>
        </p:blipFill>
        <p:spPr>
          <a:xfrm>
            <a:off x="944344" y="3127329"/>
            <a:ext cx="2625895" cy="521917"/>
          </a:xfrm>
          <a:prstGeom prst="rect">
            <a:avLst/>
          </a:prstGeom>
          <a:noFill/>
          <a:ln>
            <a:noFill/>
          </a:ln>
        </p:spPr>
      </p:pic>
      <p:pic>
        <p:nvPicPr>
          <p:cNvPr id="360" name="Google Shape;360;p39"/>
          <p:cNvPicPr preferRelativeResize="0"/>
          <p:nvPr/>
        </p:nvPicPr>
        <p:blipFill rotWithShape="1">
          <a:blip r:embed="rId4">
            <a:alphaModFix/>
          </a:blip>
          <a:srcRect b="0" l="0" r="0" t="0"/>
          <a:stretch/>
        </p:blipFill>
        <p:spPr>
          <a:xfrm>
            <a:off x="852421" y="5791330"/>
            <a:ext cx="4717285" cy="43410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4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0" lvl="0" marL="160020" rtl="0" algn="l">
              <a:lnSpc>
                <a:spcPct val="100000"/>
              </a:lnSpc>
              <a:spcBef>
                <a:spcPts val="360"/>
              </a:spcBef>
              <a:spcAft>
                <a:spcPts val="0"/>
              </a:spcAft>
              <a:buSzPts val="1080"/>
              <a:buNone/>
            </a:pPr>
            <a:r>
              <a:rPr b="1" lang="en-US"/>
              <a:t>4. Processing Rows</a:t>
            </a:r>
            <a:r>
              <a:rPr lang="en-US"/>
              <a:t>: </a:t>
            </a:r>
            <a:endParaRPr/>
          </a:p>
          <a:p>
            <a:pPr indent="-297180" lvl="0" marL="457200" rtl="0" algn="l">
              <a:lnSpc>
                <a:spcPct val="100000"/>
              </a:lnSpc>
              <a:spcBef>
                <a:spcPts val="360"/>
              </a:spcBef>
              <a:spcAft>
                <a:spcPts val="0"/>
              </a:spcAft>
              <a:buSzPts val="1080"/>
              <a:buChar char="■"/>
            </a:pPr>
            <a:r>
              <a:rPr lang="en-US" sz="2000"/>
              <a:t>After fetching a row, you can perform operations or calculations using the retrieved data. This step allows you to apply business logic or perform calculations on a row-by-row basis</a:t>
            </a:r>
            <a:r>
              <a:rPr lang="en-US"/>
              <a:t>.</a:t>
            </a:r>
            <a:endParaRPr/>
          </a:p>
          <a:p>
            <a:pPr indent="0" lvl="0" marL="160020" rtl="0" algn="l">
              <a:lnSpc>
                <a:spcPct val="100000"/>
              </a:lnSpc>
              <a:spcBef>
                <a:spcPts val="360"/>
              </a:spcBef>
              <a:spcAft>
                <a:spcPts val="0"/>
              </a:spcAft>
              <a:buSzPts val="1080"/>
              <a:buNone/>
            </a:pPr>
            <a:r>
              <a:rPr b="1" lang="en-US"/>
              <a:t>5. Closing the Cursor</a:t>
            </a:r>
            <a:r>
              <a:rPr lang="en-US"/>
              <a:t>: </a:t>
            </a:r>
            <a:endParaRPr/>
          </a:p>
          <a:p>
            <a:pPr indent="-297180" lvl="0" marL="457200" rtl="0" algn="l">
              <a:lnSpc>
                <a:spcPct val="100000"/>
              </a:lnSpc>
              <a:spcBef>
                <a:spcPts val="360"/>
              </a:spcBef>
              <a:spcAft>
                <a:spcPts val="0"/>
              </a:spcAft>
              <a:buSzPts val="1080"/>
              <a:buChar char="■"/>
            </a:pPr>
            <a:r>
              <a:rPr lang="en-US" sz="2000"/>
              <a:t>Once you've finished processing all the rows, or when you no longer need the cursor, you should close it using the CLOSE statement. This releases the resources associated with the cursor.</a:t>
            </a:r>
            <a:endParaRPr/>
          </a:p>
          <a:p>
            <a:pPr indent="-291465" lvl="1" marL="914400" rtl="0" algn="l">
              <a:lnSpc>
                <a:spcPct val="100000"/>
              </a:lnSpc>
              <a:spcBef>
                <a:spcPts val="360"/>
              </a:spcBef>
              <a:spcAft>
                <a:spcPts val="0"/>
              </a:spcAft>
              <a:buSzPts val="990"/>
              <a:buChar char="■"/>
            </a:pPr>
            <a:r>
              <a:rPr lang="en-US"/>
              <a:t>CLOSE cursor_name;</a:t>
            </a:r>
            <a:endParaRPr/>
          </a:p>
          <a:p>
            <a:pPr indent="-228600" lvl="0" marL="457200" rtl="0" algn="l">
              <a:lnSpc>
                <a:spcPct val="100000"/>
              </a:lnSpc>
              <a:spcBef>
                <a:spcPts val="360"/>
              </a:spcBef>
              <a:spcAft>
                <a:spcPts val="0"/>
              </a:spcAft>
              <a:buSzPts val="1080"/>
              <a:buNone/>
            </a:pPr>
            <a:r>
              <a:t/>
            </a:r>
            <a:endParaRPr/>
          </a:p>
        </p:txBody>
      </p:sp>
      <p:sp>
        <p:nvSpPr>
          <p:cNvPr id="367" name="Google Shape;367;p4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a:t>
            </a:r>
            <a:endParaRPr/>
          </a:p>
        </p:txBody>
      </p:sp>
      <p:sp>
        <p:nvSpPr>
          <p:cNvPr id="373" name="Google Shape;373;p4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374" name="Google Shape;374;p4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375" name="Google Shape;375;p41"/>
          <p:cNvPicPr preferRelativeResize="0"/>
          <p:nvPr/>
        </p:nvPicPr>
        <p:blipFill rotWithShape="1">
          <a:blip r:embed="rId3">
            <a:alphaModFix/>
          </a:blip>
          <a:srcRect b="0" l="0" r="0" t="0"/>
          <a:stretch/>
        </p:blipFill>
        <p:spPr>
          <a:xfrm>
            <a:off x="655267" y="1860703"/>
            <a:ext cx="4938905" cy="356306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2"/>
          <p:cNvSpPr txBox="1"/>
          <p:nvPr>
            <p:ph idx="1" type="body"/>
          </p:nvPr>
        </p:nvSpPr>
        <p:spPr>
          <a:xfrm>
            <a:off x="114451" y="259915"/>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 Declare the cursor </a:t>
            </a:r>
            <a:endParaRPr/>
          </a:p>
          <a:p>
            <a:pPr indent="-291465" lvl="1" marL="914400" rtl="0" algn="l">
              <a:lnSpc>
                <a:spcPct val="100000"/>
              </a:lnSpc>
              <a:spcBef>
                <a:spcPts val="360"/>
              </a:spcBef>
              <a:spcAft>
                <a:spcPts val="0"/>
              </a:spcAft>
              <a:buSzPts val="990"/>
              <a:buChar char="■"/>
            </a:pPr>
            <a:r>
              <a:rPr lang="en-US" sz="2000"/>
              <a:t>DECLARE ecsr CURSOR FOR SELECT eid FROM emp;</a:t>
            </a:r>
            <a:endParaRPr sz="2000"/>
          </a:p>
        </p:txBody>
      </p:sp>
      <p:sp>
        <p:nvSpPr>
          <p:cNvPr id="381" name="Google Shape;381;p4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382" name="Google Shape;382;p42"/>
          <p:cNvPicPr preferRelativeResize="0"/>
          <p:nvPr/>
        </p:nvPicPr>
        <p:blipFill rotWithShape="1">
          <a:blip r:embed="rId3">
            <a:alphaModFix/>
          </a:blip>
          <a:srcRect b="0" l="0" r="0" t="0"/>
          <a:stretch/>
        </p:blipFill>
        <p:spPr>
          <a:xfrm>
            <a:off x="839244" y="1377327"/>
            <a:ext cx="6789106" cy="529278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4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 Output the retrieved data </a:t>
            </a:r>
            <a:endParaRPr/>
          </a:p>
          <a:p>
            <a:pPr indent="-291465" lvl="1" marL="914400" rtl="0" algn="l">
              <a:lnSpc>
                <a:spcPct val="100000"/>
              </a:lnSpc>
              <a:spcBef>
                <a:spcPts val="360"/>
              </a:spcBef>
              <a:spcAft>
                <a:spcPts val="0"/>
              </a:spcAft>
              <a:buSzPts val="990"/>
              <a:buChar char="■"/>
            </a:pPr>
            <a:r>
              <a:rPr lang="en-US" sz="1800"/>
              <a:t>RAISE NOTICE 'Employee ID: %, Name: % Surname:%', emp_id, emp_first_name, emp_last_name;</a:t>
            </a:r>
            <a:r>
              <a:rPr lang="en-US"/>
              <a:t> </a:t>
            </a:r>
            <a:endParaRPr/>
          </a:p>
          <a:p>
            <a:pPr indent="-291465" lvl="1" marL="914400" rtl="0" algn="l">
              <a:lnSpc>
                <a:spcPct val="100000"/>
              </a:lnSpc>
              <a:spcBef>
                <a:spcPts val="360"/>
              </a:spcBef>
              <a:spcAft>
                <a:spcPts val="0"/>
              </a:spcAft>
              <a:buSzPts val="990"/>
              <a:buChar char="■"/>
            </a:pPr>
            <a:r>
              <a:rPr lang="en-US"/>
              <a:t>END LOOP; </a:t>
            </a:r>
            <a:endParaRPr/>
          </a:p>
          <a:p>
            <a:pPr indent="-228600" lvl="0" marL="457200" rtl="0" algn="l">
              <a:lnSpc>
                <a:spcPct val="100000"/>
              </a:lnSpc>
              <a:spcBef>
                <a:spcPts val="360"/>
              </a:spcBef>
              <a:spcAft>
                <a:spcPts val="0"/>
              </a:spcAft>
              <a:buSzPts val="1080"/>
              <a:buNone/>
            </a:pPr>
            <a:r>
              <a:t/>
            </a:r>
            <a:endParaRPr/>
          </a:p>
          <a:p>
            <a:pPr indent="-297180" lvl="0" marL="457200" rtl="0" algn="l">
              <a:lnSpc>
                <a:spcPct val="100000"/>
              </a:lnSpc>
              <a:spcBef>
                <a:spcPts val="360"/>
              </a:spcBef>
              <a:spcAft>
                <a:spcPts val="0"/>
              </a:spcAft>
              <a:buSzPts val="1080"/>
              <a:buChar char="■"/>
            </a:pPr>
            <a:r>
              <a:rPr lang="en-US"/>
              <a:t>-- Close the cursor </a:t>
            </a:r>
            <a:endParaRPr/>
          </a:p>
          <a:p>
            <a:pPr indent="-291465" lvl="1" marL="914400" rtl="0" algn="l">
              <a:lnSpc>
                <a:spcPct val="100000"/>
              </a:lnSpc>
              <a:spcBef>
                <a:spcPts val="360"/>
              </a:spcBef>
              <a:spcAft>
                <a:spcPts val="0"/>
              </a:spcAft>
              <a:buSzPts val="990"/>
              <a:buChar char="■"/>
            </a:pPr>
            <a:r>
              <a:rPr lang="en-US"/>
              <a:t>CLOSE emp_cursor;</a:t>
            </a:r>
            <a:endParaRPr/>
          </a:p>
        </p:txBody>
      </p:sp>
      <p:sp>
        <p:nvSpPr>
          <p:cNvPr id="389" name="Google Shape;389;p4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xEl>
                                              <p:pRg end="0" st="0"/>
                                            </p:txEl>
                                          </p:spTgt>
                                        </p:tgtEl>
                                        <p:attrNameLst>
                                          <p:attrName>style.visibility</p:attrName>
                                        </p:attrNameLst>
                                      </p:cBhvr>
                                      <p:to>
                                        <p:strVal val="visible"/>
                                      </p:to>
                                    </p:set>
                                    <p:anim calcmode="lin" valueType="num">
                                      <p:cBhvr additive="base">
                                        <p:cTn dur="500"/>
                                        <p:tgtEl>
                                          <p:spTgt spid="38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xEl>
                                              <p:pRg end="1" st="1"/>
                                            </p:txEl>
                                          </p:spTgt>
                                        </p:tgtEl>
                                        <p:attrNameLst>
                                          <p:attrName>style.visibility</p:attrName>
                                        </p:attrNameLst>
                                      </p:cBhvr>
                                      <p:to>
                                        <p:strVal val="visible"/>
                                      </p:to>
                                    </p:set>
                                    <p:anim calcmode="lin" valueType="num">
                                      <p:cBhvr additive="base">
                                        <p:cTn dur="500"/>
                                        <p:tgtEl>
                                          <p:spTgt spid="38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xEl>
                                              <p:pRg end="2" st="2"/>
                                            </p:txEl>
                                          </p:spTgt>
                                        </p:tgtEl>
                                        <p:attrNameLst>
                                          <p:attrName>style.visibility</p:attrName>
                                        </p:attrNameLst>
                                      </p:cBhvr>
                                      <p:to>
                                        <p:strVal val="visible"/>
                                      </p:to>
                                    </p:set>
                                    <p:anim calcmode="lin" valueType="num">
                                      <p:cBhvr additive="base">
                                        <p:cTn dur="500"/>
                                        <p:tgtEl>
                                          <p:spTgt spid="38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xEl>
                                              <p:pRg end="3" st="3"/>
                                            </p:txEl>
                                          </p:spTgt>
                                        </p:tgtEl>
                                        <p:attrNameLst>
                                          <p:attrName>style.visibility</p:attrName>
                                        </p:attrNameLst>
                                      </p:cBhvr>
                                      <p:to>
                                        <p:strVal val="visible"/>
                                      </p:to>
                                    </p:set>
                                    <p:anim calcmode="lin" valueType="num">
                                      <p:cBhvr additive="base">
                                        <p:cTn dur="500"/>
                                        <p:tgtEl>
                                          <p:spTgt spid="38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xEl>
                                              <p:pRg end="4" st="4"/>
                                            </p:txEl>
                                          </p:spTgt>
                                        </p:tgtEl>
                                        <p:attrNameLst>
                                          <p:attrName>style.visibility</p:attrName>
                                        </p:attrNameLst>
                                      </p:cBhvr>
                                      <p:to>
                                        <p:strVal val="visible"/>
                                      </p:to>
                                    </p:set>
                                    <p:anim calcmode="lin" valueType="num">
                                      <p:cBhvr additive="base">
                                        <p:cTn dur="500"/>
                                        <p:tgtEl>
                                          <p:spTgt spid="38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xEl>
                                              <p:pRg end="5" st="5"/>
                                            </p:txEl>
                                          </p:spTgt>
                                        </p:tgtEl>
                                        <p:attrNameLst>
                                          <p:attrName>style.visibility</p:attrName>
                                        </p:attrNameLst>
                                      </p:cBhvr>
                                      <p:to>
                                        <p:strVal val="visible"/>
                                      </p:to>
                                    </p:set>
                                    <p:anim calcmode="lin" valueType="num">
                                      <p:cBhvr additive="base">
                                        <p:cTn dur="500"/>
                                        <p:tgtEl>
                                          <p:spTgt spid="38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a:t>
            </a:r>
            <a:endParaRPr/>
          </a:p>
        </p:txBody>
      </p:sp>
      <p:sp>
        <p:nvSpPr>
          <p:cNvPr id="395" name="Google Shape;395;p4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396" name="Google Shape;396;p4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397" name="Google Shape;397;p44"/>
          <p:cNvPicPr preferRelativeResize="0"/>
          <p:nvPr/>
        </p:nvPicPr>
        <p:blipFill rotWithShape="1">
          <a:blip r:embed="rId3">
            <a:alphaModFix/>
          </a:blip>
          <a:srcRect b="0" l="0" r="0" t="0"/>
          <a:stretch/>
        </p:blipFill>
        <p:spPr>
          <a:xfrm>
            <a:off x="880970" y="1340284"/>
            <a:ext cx="6509387" cy="49392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654413" y="223863"/>
            <a:ext cx="7835078" cy="1066318"/>
          </a:xfrm>
          <a:prstGeom prst="rect">
            <a:avLst/>
          </a:prstGeom>
          <a:noFill/>
          <a:ln>
            <a:noFill/>
          </a:ln>
        </p:spPr>
        <p:txBody>
          <a:bodyPr anchorCtr="0" anchor="b" bIns="0" lIns="0" spcFirstLastPara="1" rIns="0" wrap="square" tIns="116200">
            <a:spAutoFit/>
          </a:bodyPr>
          <a:lstStyle/>
          <a:p>
            <a:pPr indent="-1492885" lvl="0" marL="1504950" marR="5080" rtl="0" algn="l">
              <a:lnSpc>
                <a:spcPct val="162000"/>
              </a:lnSpc>
              <a:spcBef>
                <a:spcPts val="915"/>
              </a:spcBef>
              <a:spcAft>
                <a:spcPts val="0"/>
              </a:spcAft>
              <a:buSzPts val="1400"/>
              <a:buNone/>
            </a:pPr>
            <a:r>
              <a:rPr lang="en-US" sz="4000"/>
              <a:t>Stored Functions and Procedures</a:t>
            </a:r>
            <a:endParaRPr sz="4000"/>
          </a:p>
        </p:txBody>
      </p:sp>
      <p:sp>
        <p:nvSpPr>
          <p:cNvPr id="403" name="Google Shape;403;p45"/>
          <p:cNvSpPr txBox="1"/>
          <p:nvPr/>
        </p:nvSpPr>
        <p:spPr>
          <a:xfrm>
            <a:off x="1248442" y="2572687"/>
            <a:ext cx="6647021" cy="2025555"/>
          </a:xfrm>
          <a:prstGeom prst="rect">
            <a:avLst/>
          </a:prstGeom>
          <a:noFill/>
          <a:ln>
            <a:noFill/>
          </a:ln>
        </p:spPr>
        <p:txBody>
          <a:bodyPr anchorCtr="0" anchor="t" bIns="0" lIns="0" spcFirstLastPara="1" rIns="0" wrap="square" tIns="12050">
            <a:spAutoFit/>
          </a:bodyPr>
          <a:lstStyle/>
          <a:p>
            <a:pPr indent="0" lvl="0" marL="0" marR="0" rtl="0" algn="ctr">
              <a:lnSpc>
                <a:spcPct val="114090"/>
              </a:lnSpc>
              <a:spcBef>
                <a:spcPts val="0"/>
              </a:spcBef>
              <a:spcAft>
                <a:spcPts val="0"/>
              </a:spcAft>
              <a:buNone/>
            </a:pPr>
            <a:r>
              <a:rPr b="0" i="0" lang="en-US" sz="2200" u="none" cap="none" strike="noStrike">
                <a:solidFill>
                  <a:srgbClr val="000000"/>
                </a:solidFill>
                <a:latin typeface="Calibri"/>
                <a:ea typeface="Calibri"/>
                <a:cs typeface="Calibri"/>
                <a:sym typeface="Calibri"/>
              </a:rPr>
              <a:t>"A </a:t>
            </a:r>
            <a:r>
              <a:rPr b="1" i="0" lang="en-US" sz="2200" u="none" cap="none" strike="noStrike">
                <a:solidFill>
                  <a:srgbClr val="000000"/>
                </a:solidFill>
                <a:latin typeface="Calibri"/>
                <a:ea typeface="Calibri"/>
                <a:cs typeface="Calibri"/>
                <a:sym typeface="Calibri"/>
              </a:rPr>
              <a:t>procedures </a:t>
            </a:r>
            <a:r>
              <a:rPr b="0" i="0" lang="en-US" sz="2200" u="none" cap="none" strike="noStrike">
                <a:solidFill>
                  <a:srgbClr val="000000"/>
                </a:solidFill>
                <a:latin typeface="Calibri"/>
                <a:ea typeface="Calibri"/>
                <a:cs typeface="Calibri"/>
                <a:sym typeface="Calibri"/>
              </a:rPr>
              <a:t>or </a:t>
            </a:r>
            <a:r>
              <a:rPr b="1" i="0" lang="en-US" sz="2200" u="none" cap="none" strike="noStrike">
                <a:solidFill>
                  <a:srgbClr val="000000"/>
                </a:solidFill>
                <a:latin typeface="Calibri"/>
                <a:ea typeface="Calibri"/>
                <a:cs typeface="Calibri"/>
                <a:sym typeface="Calibri"/>
              </a:rPr>
              <a:t>function </a:t>
            </a:r>
            <a:r>
              <a:rPr b="0" i="0" lang="en-US" sz="2200" u="none" cap="none" strike="noStrike">
                <a:solidFill>
                  <a:srgbClr val="000000"/>
                </a:solidFill>
                <a:latin typeface="Calibri"/>
                <a:ea typeface="Calibri"/>
                <a:cs typeface="Calibri"/>
                <a:sym typeface="Calibri"/>
              </a:rPr>
              <a:t>is a group or set of SQL statements that perform a</a:t>
            </a:r>
            <a:endParaRPr b="0" i="0" sz="2200" u="none" cap="none" strike="noStrike">
              <a:solidFill>
                <a:srgbClr val="000000"/>
              </a:solidFill>
              <a:latin typeface="Calibri"/>
              <a:ea typeface="Calibri"/>
              <a:cs typeface="Calibri"/>
              <a:sym typeface="Calibri"/>
            </a:endParaRPr>
          </a:p>
          <a:p>
            <a:pPr indent="0" lvl="0" marL="635" marR="0" rtl="0" algn="ctr">
              <a:lnSpc>
                <a:spcPct val="114090"/>
              </a:lnSpc>
              <a:spcBef>
                <a:spcPts val="0"/>
              </a:spcBef>
              <a:spcAft>
                <a:spcPts val="0"/>
              </a:spcAft>
              <a:buNone/>
            </a:pPr>
            <a:r>
              <a:rPr b="0" i="0" lang="en-US" sz="2200" u="none" cap="none" strike="noStrike">
                <a:solidFill>
                  <a:srgbClr val="000000"/>
                </a:solidFill>
                <a:latin typeface="Calibri"/>
                <a:ea typeface="Calibri"/>
                <a:cs typeface="Calibri"/>
                <a:sym typeface="Calibri"/>
              </a:rPr>
              <a:t>specific task.“</a:t>
            </a:r>
            <a:endParaRPr b="0" i="0" sz="2200" u="none" cap="none" strike="noStrike">
              <a:solidFill>
                <a:srgbClr val="000000"/>
              </a:solidFill>
              <a:latin typeface="Calibri"/>
              <a:ea typeface="Calibri"/>
              <a:cs typeface="Calibri"/>
              <a:sym typeface="Calibri"/>
            </a:endParaRPr>
          </a:p>
          <a:p>
            <a:pPr indent="-1270" lvl="0" marL="12700" marR="5080" rtl="0" algn="ctr">
              <a:lnSpc>
                <a:spcPct val="108181"/>
              </a:lnSpc>
              <a:spcBef>
                <a:spcPts val="1030"/>
              </a:spcBef>
              <a:spcAft>
                <a:spcPts val="0"/>
              </a:spcAft>
              <a:buNone/>
            </a:pPr>
            <a:r>
              <a:rPr b="0" i="0" lang="en-US" sz="2200" u="none" cap="none" strike="noStrike">
                <a:solidFill>
                  <a:srgbClr val="000000"/>
                </a:solidFill>
                <a:latin typeface="Calibri"/>
                <a:ea typeface="Calibri"/>
                <a:cs typeface="Calibri"/>
                <a:sym typeface="Calibri"/>
              </a:rPr>
              <a:t>The major difference between a procedure and a function is, a function must always return a value, but a procedure may or may not return a value (in SQL).</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type="title"/>
          </p:nvPr>
        </p:nvSpPr>
        <p:spPr>
          <a:xfrm>
            <a:off x="228600" y="-143277"/>
            <a:ext cx="7796212" cy="1438676"/>
          </a:xfrm>
          <a:prstGeom prst="rect">
            <a:avLst/>
          </a:prstGeom>
          <a:noFill/>
          <a:ln>
            <a:noFill/>
          </a:ln>
        </p:spPr>
        <p:txBody>
          <a:bodyPr anchorCtr="0" anchor="b" bIns="0" lIns="0" spcFirstLastPara="1" rIns="0" wrap="square" tIns="314775">
            <a:spAutoFit/>
          </a:bodyPr>
          <a:lstStyle/>
          <a:p>
            <a:pPr indent="0" lvl="0" marL="207009" rtl="0" algn="l">
              <a:lnSpc>
                <a:spcPct val="100000"/>
              </a:lnSpc>
              <a:spcBef>
                <a:spcPts val="105"/>
              </a:spcBef>
              <a:spcAft>
                <a:spcPts val="0"/>
              </a:spcAft>
              <a:buSzPts val="1400"/>
              <a:buNone/>
            </a:pPr>
            <a:r>
              <a:rPr lang="en-US"/>
              <a:t>Differences between Function &amp; Procedure.</a:t>
            </a:r>
            <a:endParaRPr/>
          </a:p>
        </p:txBody>
      </p:sp>
      <p:sp>
        <p:nvSpPr>
          <p:cNvPr id="409" name="Google Shape;409;p46"/>
          <p:cNvSpPr txBox="1"/>
          <p:nvPr/>
        </p:nvSpPr>
        <p:spPr>
          <a:xfrm>
            <a:off x="687705" y="1793493"/>
            <a:ext cx="7433786" cy="835660"/>
          </a:xfrm>
          <a:prstGeom prst="rect">
            <a:avLst/>
          </a:prstGeom>
          <a:noFill/>
          <a:ln>
            <a:noFill/>
          </a:ln>
        </p:spPr>
        <p:txBody>
          <a:bodyPr anchorCtr="0" anchor="t" bIns="0" lIns="0" spcFirstLastPara="1" rIns="0" wrap="square" tIns="60950">
            <a:spAutoFit/>
          </a:bodyPr>
          <a:lstStyle/>
          <a:p>
            <a:pPr indent="-227329" lvl="0" marL="240029" marR="508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Following are the important differences between SQL Function and 	SQL Procedure.</a:t>
            </a:r>
            <a:endParaRPr b="0" i="0" sz="2800" u="none" cap="none" strike="noStrike">
              <a:solidFill>
                <a:srgbClr val="000000"/>
              </a:solidFill>
              <a:latin typeface="Calibri"/>
              <a:ea typeface="Calibri"/>
              <a:cs typeface="Calibri"/>
              <a:sym typeface="Calibri"/>
            </a:endParaRPr>
          </a:p>
        </p:txBody>
      </p:sp>
      <p:pic>
        <p:nvPicPr>
          <p:cNvPr id="410" name="Google Shape;410;p46"/>
          <p:cNvPicPr preferRelativeResize="0"/>
          <p:nvPr/>
        </p:nvPicPr>
        <p:blipFill rotWithShape="1">
          <a:blip r:embed="rId3">
            <a:alphaModFix/>
          </a:blip>
          <a:srcRect b="0" l="0" r="0" t="0"/>
          <a:stretch/>
        </p:blipFill>
        <p:spPr>
          <a:xfrm>
            <a:off x="1721475" y="2676229"/>
            <a:ext cx="5069028" cy="400041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7"/>
          <p:cNvSpPr txBox="1"/>
          <p:nvPr>
            <p:ph type="title"/>
          </p:nvPr>
        </p:nvSpPr>
        <p:spPr>
          <a:xfrm>
            <a:off x="541629" y="698009"/>
            <a:ext cx="4080475" cy="579646"/>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100"/>
              </a:spcBef>
              <a:spcAft>
                <a:spcPts val="0"/>
              </a:spcAft>
              <a:buSzPts val="1400"/>
              <a:buNone/>
            </a:pPr>
            <a:r>
              <a:rPr lang="en-US" sz="3600"/>
              <a:t>Procedures</a:t>
            </a:r>
            <a:endParaRPr sz="3600"/>
          </a:p>
        </p:txBody>
      </p:sp>
      <p:sp>
        <p:nvSpPr>
          <p:cNvPr id="416" name="Google Shape;416;p47"/>
          <p:cNvSpPr txBox="1"/>
          <p:nvPr/>
        </p:nvSpPr>
        <p:spPr>
          <a:xfrm>
            <a:off x="0" y="1464450"/>
            <a:ext cx="5388300" cy="5372700"/>
          </a:xfrm>
          <a:prstGeom prst="rect">
            <a:avLst/>
          </a:prstGeom>
          <a:noFill/>
          <a:ln>
            <a:noFill/>
          </a:ln>
        </p:spPr>
        <p:txBody>
          <a:bodyPr anchorCtr="0" anchor="t" bIns="0" lIns="0" spcFirstLastPara="1" rIns="0" wrap="square" tIns="45075">
            <a:spAutoFit/>
          </a:bodyPr>
          <a:lstStyle/>
          <a:p>
            <a:pPr indent="-228600" lvl="0" marL="240665" marR="351155" rtl="0" algn="l">
              <a:lnSpc>
                <a:spcPct val="107894"/>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	</a:t>
            </a:r>
            <a:r>
              <a:rPr b="0" i="0" lang="en-US" sz="1900" u="none" cap="none" strike="noStrike">
                <a:solidFill>
                  <a:srgbClr val="000000"/>
                </a:solidFill>
                <a:latin typeface="Calibri"/>
                <a:ea typeface="Calibri"/>
                <a:cs typeface="Calibri"/>
                <a:sym typeface="Calibri"/>
              </a:rPr>
              <a:t>A procedure/stored procedure is a named PL/SQL block which performs one or more specific task.</a:t>
            </a:r>
            <a:endParaRPr b="0" i="0" sz="1900" u="none" cap="none" strike="noStrike">
              <a:solidFill>
                <a:srgbClr val="000000"/>
              </a:solidFill>
              <a:latin typeface="Calibri"/>
              <a:ea typeface="Calibri"/>
              <a:cs typeface="Calibri"/>
              <a:sym typeface="Calibri"/>
            </a:endParaRPr>
          </a:p>
          <a:p>
            <a:pPr indent="-228600" lvl="0" marL="240665" marR="871855" rtl="0" algn="l">
              <a:lnSpc>
                <a:spcPct val="107894"/>
              </a:lnSpc>
              <a:spcBef>
                <a:spcPts val="1010"/>
              </a:spcBef>
              <a:spcAft>
                <a:spcPts val="0"/>
              </a:spcAft>
              <a:buClr>
                <a:srgbClr val="000000"/>
              </a:buClr>
              <a:buSzPts val="1900"/>
              <a:buFont typeface="Arial"/>
              <a:buChar char="•"/>
            </a:pPr>
            <a:r>
              <a:rPr b="0" i="0" lang="en-US" sz="1900" u="none" cap="none" strike="noStrike">
                <a:solidFill>
                  <a:srgbClr val="000000"/>
                </a:solidFill>
                <a:latin typeface="Calibri"/>
                <a:ea typeface="Calibri"/>
                <a:cs typeface="Calibri"/>
                <a:sym typeface="Calibri"/>
              </a:rPr>
              <a:t>This is similar to a procedure in other programming languages.</a:t>
            </a:r>
            <a:endParaRPr b="0" i="0" sz="1900" u="none" cap="none" strike="noStrike">
              <a:solidFill>
                <a:srgbClr val="000000"/>
              </a:solidFill>
              <a:latin typeface="Calibri"/>
              <a:ea typeface="Calibri"/>
              <a:cs typeface="Calibri"/>
              <a:sym typeface="Calibri"/>
            </a:endParaRPr>
          </a:p>
          <a:p>
            <a:pPr indent="-227965" lvl="0" marL="240665" marR="0" rtl="0" algn="l">
              <a:lnSpc>
                <a:spcPct val="113947"/>
              </a:lnSpc>
              <a:spcBef>
                <a:spcPts val="740"/>
              </a:spcBef>
              <a:spcAft>
                <a:spcPts val="0"/>
              </a:spcAft>
              <a:buClr>
                <a:srgbClr val="000000"/>
              </a:buClr>
              <a:buSzPts val="1900"/>
              <a:buFont typeface="Arial"/>
              <a:buChar char="•"/>
            </a:pPr>
            <a:r>
              <a:rPr b="0" i="0" lang="en-US" sz="1900" u="none" cap="none" strike="noStrike">
                <a:solidFill>
                  <a:srgbClr val="000000"/>
                </a:solidFill>
                <a:latin typeface="Calibri"/>
                <a:ea typeface="Calibri"/>
                <a:cs typeface="Calibri"/>
                <a:sym typeface="Calibri"/>
              </a:rPr>
              <a:t>Stored procedures can increase productivity by writing once</a:t>
            </a:r>
            <a:endParaRPr b="0" i="0" sz="1900" u="none" cap="none" strike="noStrike">
              <a:solidFill>
                <a:srgbClr val="000000"/>
              </a:solidFill>
              <a:latin typeface="Calibri"/>
              <a:ea typeface="Calibri"/>
              <a:cs typeface="Calibri"/>
              <a:sym typeface="Calibri"/>
            </a:endParaRPr>
          </a:p>
          <a:p>
            <a:pPr indent="0" lvl="0" marL="240665" marR="0" rtl="0" algn="l">
              <a:lnSpc>
                <a:spcPct val="113947"/>
              </a:lnSpc>
              <a:spcBef>
                <a:spcPts val="0"/>
              </a:spcBef>
              <a:spcAft>
                <a:spcPts val="0"/>
              </a:spcAft>
              <a:buNone/>
            </a:pPr>
            <a:r>
              <a:rPr b="0" i="0" lang="en-US" sz="1900" u="none" cap="none" strike="noStrike">
                <a:solidFill>
                  <a:srgbClr val="000000"/>
                </a:solidFill>
                <a:latin typeface="Calibri"/>
                <a:ea typeface="Calibri"/>
                <a:cs typeface="Calibri"/>
                <a:sym typeface="Calibri"/>
              </a:rPr>
              <a:t>and using it many times.</a:t>
            </a:r>
            <a:endParaRPr b="0" i="0" sz="1900" u="none" cap="none" strike="noStrike">
              <a:solidFill>
                <a:srgbClr val="000000"/>
              </a:solidFill>
              <a:latin typeface="Calibri"/>
              <a:ea typeface="Calibri"/>
              <a:cs typeface="Calibri"/>
              <a:sym typeface="Calibri"/>
            </a:endParaRPr>
          </a:p>
          <a:p>
            <a:pPr indent="-227965" lvl="0" marL="240665" marR="0" rtl="0" algn="l">
              <a:lnSpc>
                <a:spcPct val="100000"/>
              </a:lnSpc>
              <a:spcBef>
                <a:spcPts val="770"/>
              </a:spcBef>
              <a:spcAft>
                <a:spcPts val="0"/>
              </a:spcAft>
              <a:buClr>
                <a:srgbClr val="000000"/>
              </a:buClr>
              <a:buSzPts val="1900"/>
              <a:buFont typeface="Arial"/>
              <a:buChar char="•"/>
            </a:pPr>
            <a:r>
              <a:rPr b="0" i="0" lang="en-US" sz="1900" u="none" cap="none" strike="noStrike">
                <a:solidFill>
                  <a:srgbClr val="000000"/>
                </a:solidFill>
                <a:latin typeface="Calibri"/>
                <a:ea typeface="Calibri"/>
                <a:cs typeface="Calibri"/>
                <a:sym typeface="Calibri"/>
              </a:rPr>
              <a:t>A stored procedure has a header and a body.</a:t>
            </a:r>
            <a:endParaRPr b="0" i="0" sz="1900" u="none" cap="none" strike="noStrike">
              <a:solidFill>
                <a:srgbClr val="000000"/>
              </a:solidFill>
              <a:latin typeface="Calibri"/>
              <a:ea typeface="Calibri"/>
              <a:cs typeface="Calibri"/>
              <a:sym typeface="Calibri"/>
            </a:endParaRPr>
          </a:p>
          <a:p>
            <a:pPr indent="-228600" lvl="0" marL="240665" marR="184785" rtl="0" algn="l">
              <a:lnSpc>
                <a:spcPct val="107894"/>
              </a:lnSpc>
              <a:spcBef>
                <a:spcPts val="1040"/>
              </a:spcBef>
              <a:spcAft>
                <a:spcPts val="0"/>
              </a:spcAft>
              <a:buClr>
                <a:srgbClr val="000000"/>
              </a:buClr>
              <a:buSzPts val="1900"/>
              <a:buFont typeface="Arial"/>
              <a:buChar char="•"/>
            </a:pPr>
            <a:r>
              <a:rPr b="0" i="0" lang="en-US" sz="1900" u="none" cap="none" strike="noStrike">
                <a:solidFill>
                  <a:srgbClr val="000000"/>
                </a:solidFill>
                <a:latin typeface="Calibri"/>
                <a:ea typeface="Calibri"/>
                <a:cs typeface="Calibri"/>
                <a:sym typeface="Calibri"/>
              </a:rPr>
              <a:t>The header consists of the name of the procedure and the parameters or variables passed to the procedure.</a:t>
            </a:r>
            <a:endParaRPr b="0" i="0" sz="1900" u="none" cap="none" strike="noStrike">
              <a:solidFill>
                <a:srgbClr val="000000"/>
              </a:solidFill>
              <a:latin typeface="Calibri"/>
              <a:ea typeface="Calibri"/>
              <a:cs typeface="Calibri"/>
              <a:sym typeface="Calibri"/>
            </a:endParaRPr>
          </a:p>
          <a:p>
            <a:pPr indent="-227965" lvl="0" marL="240665" marR="0" rtl="0" algn="l">
              <a:lnSpc>
                <a:spcPct val="113947"/>
              </a:lnSpc>
              <a:spcBef>
                <a:spcPts val="740"/>
              </a:spcBef>
              <a:spcAft>
                <a:spcPts val="0"/>
              </a:spcAft>
              <a:buClr>
                <a:srgbClr val="000000"/>
              </a:buClr>
              <a:buSzPts val="1900"/>
              <a:buFont typeface="Arial"/>
              <a:buChar char="•"/>
            </a:pPr>
            <a:r>
              <a:rPr b="0" i="0" lang="en-US" sz="1900" u="none" cap="none" strike="noStrike">
                <a:solidFill>
                  <a:srgbClr val="000000"/>
                </a:solidFill>
                <a:latin typeface="Calibri"/>
                <a:ea typeface="Calibri"/>
                <a:cs typeface="Calibri"/>
                <a:sym typeface="Calibri"/>
              </a:rPr>
              <a:t>The body consists or declaration section, execution sectionand exception section similar to a general PL/SQL Block.</a:t>
            </a:r>
            <a:endParaRPr b="0" i="0" sz="1900" u="none" cap="none" strike="noStrike">
              <a:solidFill>
                <a:srgbClr val="000000"/>
              </a:solidFill>
              <a:latin typeface="Calibri"/>
              <a:ea typeface="Calibri"/>
              <a:cs typeface="Calibri"/>
              <a:sym typeface="Calibri"/>
            </a:endParaRPr>
          </a:p>
        </p:txBody>
      </p:sp>
      <p:pic>
        <p:nvPicPr>
          <p:cNvPr id="417" name="Google Shape;417;p47"/>
          <p:cNvPicPr preferRelativeResize="0"/>
          <p:nvPr/>
        </p:nvPicPr>
        <p:blipFill rotWithShape="1">
          <a:blip r:embed="rId3">
            <a:alphaModFix/>
          </a:blip>
          <a:srcRect b="0" l="0" r="0" t="0"/>
          <a:stretch/>
        </p:blipFill>
        <p:spPr>
          <a:xfrm>
            <a:off x="5388132" y="2006825"/>
            <a:ext cx="3219264" cy="2385911"/>
          </a:xfrm>
          <a:prstGeom prst="rect">
            <a:avLst/>
          </a:prstGeom>
          <a:noFill/>
          <a:ln>
            <a:noFill/>
          </a:ln>
        </p:spPr>
      </p:pic>
      <p:sp>
        <p:nvSpPr>
          <p:cNvPr id="418" name="Google Shape;418;p47"/>
          <p:cNvSpPr/>
          <p:nvPr/>
        </p:nvSpPr>
        <p:spPr>
          <a:xfrm>
            <a:off x="8321040" y="0"/>
            <a:ext cx="822960" cy="1097280"/>
          </a:xfrm>
          <a:custGeom>
            <a:rect b="b" l="l" r="r" t="t"/>
            <a:pathLst>
              <a:path extrusionOk="0" h="1097280" w="1097279">
                <a:moveTo>
                  <a:pt x="1097280" y="0"/>
                </a:moveTo>
                <a:lnTo>
                  <a:pt x="0" y="0"/>
                </a:lnTo>
                <a:lnTo>
                  <a:pt x="178269" y="178282"/>
                </a:lnTo>
                <a:lnTo>
                  <a:pt x="0" y="356616"/>
                </a:lnTo>
                <a:lnTo>
                  <a:pt x="323723" y="680339"/>
                </a:lnTo>
                <a:lnTo>
                  <a:pt x="502056" y="502069"/>
                </a:lnTo>
                <a:lnTo>
                  <a:pt x="1097280" y="1097280"/>
                </a:lnTo>
                <a:lnTo>
                  <a:pt x="1097280" y="0"/>
                </a:lnTo>
                <a:close/>
              </a:path>
            </a:pathLst>
          </a:custGeom>
          <a:solidFill>
            <a:srgbClr val="FFC000">
              <a:alpha val="2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8"/>
          <p:cNvSpPr txBox="1"/>
          <p:nvPr>
            <p:ph type="title"/>
          </p:nvPr>
        </p:nvSpPr>
        <p:spPr>
          <a:xfrm>
            <a:off x="783031" y="662147"/>
            <a:ext cx="6306701" cy="640560"/>
          </a:xfrm>
          <a:prstGeom prst="rect">
            <a:avLst/>
          </a:prstGeom>
          <a:noFill/>
          <a:ln>
            <a:noFill/>
          </a:ln>
        </p:spPr>
        <p:txBody>
          <a:bodyPr anchorCtr="0" anchor="b" bIns="0" lIns="0" spcFirstLastPara="1" rIns="0" wrap="square" tIns="12050">
            <a:spAutoFit/>
          </a:bodyPr>
          <a:lstStyle/>
          <a:p>
            <a:pPr indent="0" lvl="0" marL="12700" rtl="0" algn="l">
              <a:lnSpc>
                <a:spcPct val="100000"/>
              </a:lnSpc>
              <a:spcBef>
                <a:spcPts val="95"/>
              </a:spcBef>
              <a:spcAft>
                <a:spcPts val="0"/>
              </a:spcAft>
              <a:buSzPts val="1400"/>
              <a:buNone/>
            </a:pPr>
            <a:r>
              <a:rPr lang="en-US" sz="4000"/>
              <a:t>Creating Procedure</a:t>
            </a:r>
            <a:endParaRPr sz="4000"/>
          </a:p>
        </p:txBody>
      </p:sp>
      <p:pic>
        <p:nvPicPr>
          <p:cNvPr id="424" name="Google Shape;424;p48"/>
          <p:cNvPicPr preferRelativeResize="0"/>
          <p:nvPr/>
        </p:nvPicPr>
        <p:blipFill rotWithShape="1">
          <a:blip r:embed="rId3">
            <a:alphaModFix/>
          </a:blip>
          <a:srcRect b="0" l="0" r="0" t="0"/>
          <a:stretch/>
        </p:blipFill>
        <p:spPr>
          <a:xfrm>
            <a:off x="2209539" y="1614366"/>
            <a:ext cx="3848100" cy="2228850"/>
          </a:xfrm>
          <a:prstGeom prst="rect">
            <a:avLst/>
          </a:prstGeom>
          <a:noFill/>
          <a:ln>
            <a:noFill/>
          </a:ln>
        </p:spPr>
      </p:pic>
      <p:graphicFrame>
        <p:nvGraphicFramePr>
          <p:cNvPr id="425" name="Google Shape;425;p48"/>
          <p:cNvGraphicFramePr/>
          <p:nvPr/>
        </p:nvGraphicFramePr>
        <p:xfrm>
          <a:off x="606143" y="4246346"/>
          <a:ext cx="3000000" cy="3000000"/>
        </p:xfrm>
        <a:graphic>
          <a:graphicData uri="http://schemas.openxmlformats.org/drawingml/2006/table">
            <a:tbl>
              <a:tblPr>
                <a:noFill/>
                <a:tableStyleId>{4BCD0539-DB5C-4694-AC88-EC60A41D49A1}</a:tableStyleId>
              </a:tblPr>
              <a:tblGrid>
                <a:gridCol w="1999275"/>
                <a:gridCol w="4684725"/>
              </a:tblGrid>
              <a:tr h="177800">
                <a:tc>
                  <a:txBody>
                    <a:bodyPr/>
                    <a:lstStyle/>
                    <a:p>
                      <a:pPr indent="0" lvl="0" marL="0" marR="0" rtl="0" algn="l">
                        <a:lnSpc>
                          <a:spcPct val="100000"/>
                        </a:lnSpc>
                        <a:spcBef>
                          <a:spcPts val="0"/>
                        </a:spcBef>
                        <a:spcAft>
                          <a:spcPts val="0"/>
                        </a:spcAft>
                        <a:buNone/>
                      </a:pPr>
                      <a:r>
                        <a:rPr lang="en-US" sz="1400" u="none" cap="none" strike="noStrike"/>
                        <a:t>OR REPLACE</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1400" u="none" cap="none" strike="noStrike"/>
                        <a:t>Optional. CREATE PROCEDURE defines a new procedure. CREATE OR REPLACE PROCEDURE will either create a new procedure, or replace an existing procedure.</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r>
              <a:tr h="177800">
                <a:tc>
                  <a:txBody>
                    <a:bodyPr/>
                    <a:lstStyle/>
                    <a:p>
                      <a:pPr indent="0" lvl="0" marL="0" marR="0" rtl="0" algn="l">
                        <a:lnSpc>
                          <a:spcPct val="100000"/>
                        </a:lnSpc>
                        <a:spcBef>
                          <a:spcPts val="0"/>
                        </a:spcBef>
                        <a:spcAft>
                          <a:spcPts val="0"/>
                        </a:spcAft>
                        <a:buNone/>
                      </a:pPr>
                      <a:r>
                        <a:rPr lang="en-US" sz="1400" u="none" cap="none" strike="noStrike"/>
                        <a:t>procedure_name</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1400" u="none" cap="none" strike="noStrike"/>
                        <a:t>Required. Specify the name to assign to this procedure.</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r>
              <a:tr h="177800">
                <a:tc>
                  <a:txBody>
                    <a:bodyPr/>
                    <a:lstStyle/>
                    <a:p>
                      <a:pPr indent="0" lvl="0" marL="0" marR="0" rtl="0" algn="l">
                        <a:lnSpc>
                          <a:spcPct val="100000"/>
                        </a:lnSpc>
                        <a:spcBef>
                          <a:spcPts val="0"/>
                        </a:spcBef>
                        <a:spcAft>
                          <a:spcPts val="0"/>
                        </a:spcAft>
                        <a:buNone/>
                      </a:pPr>
                      <a:r>
                        <a:rPr lang="en-US" sz="1400" u="none" cap="none" strike="noStrike"/>
                        <a:t>parameter</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1400" u="none" cap="none" strike="noStrike"/>
                        <a:t>Optional. Specify one or more parameters passed into the procedure.</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r>
              <a:tr h="177800">
                <a:tc>
                  <a:txBody>
                    <a:bodyPr/>
                    <a:lstStyle/>
                    <a:p>
                      <a:pPr indent="0" lvl="0" marL="0" marR="0" rtl="0" algn="l">
                        <a:lnSpc>
                          <a:spcPct val="100000"/>
                        </a:lnSpc>
                        <a:spcBef>
                          <a:spcPts val="0"/>
                        </a:spcBef>
                        <a:spcAft>
                          <a:spcPts val="0"/>
                        </a:spcAft>
                        <a:buNone/>
                      </a:pPr>
                      <a:r>
                        <a:rPr lang="en-US" sz="1400" u="none" cap="none" strike="noStrike"/>
                        <a:t>sql_body</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1400" u="none" cap="none" strike="noStrike"/>
                        <a:t>Specify the block of SQL statements to be executed.</a:t>
                      </a:r>
                      <a:endParaRPr/>
                    </a:p>
                  </a:txBody>
                  <a:tcPr marT="47625" marB="47625" marR="95250" marL="95250">
                    <a:lnL cap="flat" cmpd="sng" w="9525">
                      <a:solidFill>
                        <a:srgbClr val="D1D1E0"/>
                      </a:solidFill>
                      <a:prstDash val="solid"/>
                      <a:round/>
                      <a:headEnd len="sm" w="sm" type="none"/>
                      <a:tailEnd len="sm" w="sm" type="none"/>
                    </a:lnL>
                    <a:lnR cap="flat" cmpd="sng" w="9525">
                      <a:solidFill>
                        <a:srgbClr val="D1D1E0"/>
                      </a:solidFill>
                      <a:prstDash val="solid"/>
                      <a:round/>
                      <a:headEnd len="sm" w="sm" type="none"/>
                      <a:tailEnd len="sm" w="sm" type="none"/>
                    </a:lnR>
                    <a:lnT cap="flat" cmpd="sng" w="9525">
                      <a:solidFill>
                        <a:srgbClr val="D1D1E0"/>
                      </a:solidFill>
                      <a:prstDash val="solid"/>
                      <a:round/>
                      <a:headEnd len="sm" w="sm" type="none"/>
                      <a:tailEnd len="sm" w="sm" type="none"/>
                    </a:lnT>
                    <a:lnB cap="flat" cmpd="sng" w="9525">
                      <a:solidFill>
                        <a:srgbClr val="D1D1E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4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To invoke a stored procedure, the CALL statement is used. </a:t>
            </a:r>
            <a:endParaRPr/>
          </a:p>
          <a:p>
            <a:pPr indent="-297180" lvl="0" marL="457200" rtl="0" algn="l">
              <a:lnSpc>
                <a:spcPct val="100000"/>
              </a:lnSpc>
              <a:spcBef>
                <a:spcPts val="360"/>
              </a:spcBef>
              <a:spcAft>
                <a:spcPts val="0"/>
              </a:spcAft>
              <a:buSzPts val="1080"/>
              <a:buChar char="■"/>
            </a:pPr>
            <a:r>
              <a:rPr lang="en-US"/>
              <a:t>Syntax:</a:t>
            </a:r>
            <a:endParaRPr/>
          </a:p>
          <a:p>
            <a:pPr indent="-228600" lvl="1" marL="914400" rtl="0" algn="l">
              <a:lnSpc>
                <a:spcPct val="100000"/>
              </a:lnSpc>
              <a:spcBef>
                <a:spcPts val="360"/>
              </a:spcBef>
              <a:spcAft>
                <a:spcPts val="0"/>
              </a:spcAft>
              <a:buSzPts val="990"/>
              <a:buNone/>
            </a:pPr>
            <a:r>
              <a:t/>
            </a:r>
            <a:endParaRPr/>
          </a:p>
          <a:p>
            <a:pPr indent="-291465" lvl="1" marL="914400" rtl="0" algn="l">
              <a:lnSpc>
                <a:spcPct val="100000"/>
              </a:lnSpc>
              <a:spcBef>
                <a:spcPts val="360"/>
              </a:spcBef>
              <a:spcAft>
                <a:spcPts val="0"/>
              </a:spcAft>
              <a:buSzPts val="990"/>
              <a:buChar char="■"/>
            </a:pPr>
            <a:r>
              <a:rPr lang="en-US"/>
              <a:t>CALL procedure_name(parameter(s));</a:t>
            </a:r>
            <a:endParaRPr/>
          </a:p>
          <a:p>
            <a:pPr indent="-228600" lvl="0" marL="457200" rtl="0" algn="l">
              <a:lnSpc>
                <a:spcPct val="100000"/>
              </a:lnSpc>
              <a:spcBef>
                <a:spcPts val="360"/>
              </a:spcBef>
              <a:spcAft>
                <a:spcPts val="0"/>
              </a:spcAft>
              <a:buSzPts val="1080"/>
              <a:buNone/>
            </a:pPr>
            <a:r>
              <a:t/>
            </a:r>
            <a:endParaRPr/>
          </a:p>
        </p:txBody>
      </p:sp>
      <p:sp>
        <p:nvSpPr>
          <p:cNvPr id="432" name="Google Shape;432;p4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0"/>
          <p:cNvSpPr txBox="1"/>
          <p:nvPr>
            <p:ph type="title"/>
          </p:nvPr>
        </p:nvSpPr>
        <p:spPr>
          <a:xfrm>
            <a:off x="228600" y="303212"/>
            <a:ext cx="7796212" cy="992187"/>
          </a:xfrm>
          <a:prstGeom prst="rect">
            <a:avLst/>
          </a:prstGeom>
          <a:noFill/>
          <a:ln>
            <a:noFill/>
          </a:ln>
        </p:spPr>
        <p:txBody>
          <a:bodyPr anchorCtr="0" anchor="b" bIns="0" lIns="0" spcFirstLastPara="1" rIns="0" wrap="square" tIns="314775">
            <a:spAutoFit/>
          </a:bodyPr>
          <a:lstStyle/>
          <a:p>
            <a:pPr indent="0" lvl="0" marL="207009" rtl="0" algn="l">
              <a:lnSpc>
                <a:spcPct val="100000"/>
              </a:lnSpc>
              <a:spcBef>
                <a:spcPts val="105"/>
              </a:spcBef>
              <a:spcAft>
                <a:spcPts val="0"/>
              </a:spcAft>
              <a:buSzPts val="1400"/>
              <a:buNone/>
            </a:pPr>
            <a:r>
              <a:rPr lang="en-US"/>
              <a:t>Example</a:t>
            </a:r>
            <a:endParaRPr/>
          </a:p>
        </p:txBody>
      </p:sp>
      <p:sp>
        <p:nvSpPr>
          <p:cNvPr id="438" name="Google Shape;438;p5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97180" lvl="0" marL="457200" rtl="0" algn="l">
              <a:lnSpc>
                <a:spcPct val="100000"/>
              </a:lnSpc>
              <a:spcBef>
                <a:spcPts val="360"/>
              </a:spcBef>
              <a:spcAft>
                <a:spcPts val="0"/>
              </a:spcAft>
              <a:buSzPts val="1080"/>
              <a:buChar char="■"/>
            </a:pPr>
            <a:r>
              <a:rPr lang="en-US"/>
              <a:t>Create a procedure to display record of employees belongs to ‘Sales’ dept.</a:t>
            </a:r>
            <a:endParaRPr/>
          </a:p>
          <a:p>
            <a:pPr indent="-228600" lvl="0" marL="457200" rtl="0" algn="l">
              <a:lnSpc>
                <a:spcPct val="100000"/>
              </a:lnSpc>
              <a:spcBef>
                <a:spcPts val="360"/>
              </a:spcBef>
              <a:spcAft>
                <a:spcPts val="0"/>
              </a:spcAft>
              <a:buSzPts val="1080"/>
              <a:buNone/>
            </a:pPr>
            <a:r>
              <a:t/>
            </a:r>
            <a:endParaRPr/>
          </a:p>
        </p:txBody>
      </p:sp>
      <p:pic>
        <p:nvPicPr>
          <p:cNvPr id="439" name="Google Shape;439;p50"/>
          <p:cNvPicPr preferRelativeResize="0"/>
          <p:nvPr/>
        </p:nvPicPr>
        <p:blipFill rotWithShape="1">
          <a:blip r:embed="rId3">
            <a:alphaModFix/>
          </a:blip>
          <a:srcRect b="0" l="0" r="0" t="0"/>
          <a:stretch/>
        </p:blipFill>
        <p:spPr>
          <a:xfrm>
            <a:off x="476186" y="1669286"/>
            <a:ext cx="2906248" cy="1392347"/>
          </a:xfrm>
          <a:prstGeom prst="rect">
            <a:avLst/>
          </a:prstGeom>
          <a:noFill/>
          <a:ln>
            <a:noFill/>
          </a:ln>
        </p:spPr>
      </p:pic>
      <p:pic>
        <p:nvPicPr>
          <p:cNvPr id="440" name="Google Shape;440;p50"/>
          <p:cNvPicPr preferRelativeResize="0"/>
          <p:nvPr/>
        </p:nvPicPr>
        <p:blipFill rotWithShape="1">
          <a:blip r:embed="rId4">
            <a:alphaModFix/>
          </a:blip>
          <a:srcRect b="0" l="0" r="0" t="0"/>
          <a:stretch/>
        </p:blipFill>
        <p:spPr>
          <a:xfrm>
            <a:off x="673208" y="4237318"/>
            <a:ext cx="5168026" cy="19755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2</a:t>
            </a:r>
            <a:endParaRPr/>
          </a:p>
        </p:txBody>
      </p:sp>
      <p:sp>
        <p:nvSpPr>
          <p:cNvPr id="446" name="Google Shape;446;p5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447" name="Google Shape;447;p5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448" name="Google Shape;448;p51"/>
          <p:cNvPicPr preferRelativeResize="0"/>
          <p:nvPr/>
        </p:nvPicPr>
        <p:blipFill rotWithShape="1">
          <a:blip r:embed="rId3">
            <a:alphaModFix/>
          </a:blip>
          <a:srcRect b="0" l="0" r="0" t="0"/>
          <a:stretch/>
        </p:blipFill>
        <p:spPr>
          <a:xfrm>
            <a:off x="764675" y="1457585"/>
            <a:ext cx="6913779" cy="485665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Create Procedure with Parameter</a:t>
            </a:r>
            <a:endParaRPr/>
          </a:p>
        </p:txBody>
      </p:sp>
      <p:sp>
        <p:nvSpPr>
          <p:cNvPr id="454" name="Google Shape;454;p5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455" name="Google Shape;455;p5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456" name="Google Shape;456;p52"/>
          <p:cNvPicPr preferRelativeResize="0"/>
          <p:nvPr/>
        </p:nvPicPr>
        <p:blipFill rotWithShape="1">
          <a:blip r:embed="rId3">
            <a:alphaModFix/>
          </a:blip>
          <a:srcRect b="0" l="0" r="0" t="0"/>
          <a:stretch/>
        </p:blipFill>
        <p:spPr>
          <a:xfrm>
            <a:off x="627802" y="1455368"/>
            <a:ext cx="4371975" cy="1943100"/>
          </a:xfrm>
          <a:prstGeom prst="rect">
            <a:avLst/>
          </a:prstGeom>
          <a:noFill/>
          <a:ln>
            <a:noFill/>
          </a:ln>
        </p:spPr>
      </p:pic>
      <p:pic>
        <p:nvPicPr>
          <p:cNvPr id="457" name="Google Shape;457;p52"/>
          <p:cNvPicPr preferRelativeResize="0"/>
          <p:nvPr/>
        </p:nvPicPr>
        <p:blipFill rotWithShape="1">
          <a:blip r:embed="rId4">
            <a:alphaModFix/>
          </a:blip>
          <a:srcRect b="0" l="0" r="0" t="0"/>
          <a:stretch/>
        </p:blipFill>
        <p:spPr>
          <a:xfrm>
            <a:off x="627802" y="3574876"/>
            <a:ext cx="4267200" cy="781050"/>
          </a:xfrm>
          <a:prstGeom prst="rect">
            <a:avLst/>
          </a:prstGeom>
          <a:noFill/>
          <a:ln>
            <a:noFill/>
          </a:ln>
        </p:spPr>
      </p:pic>
      <p:pic>
        <p:nvPicPr>
          <p:cNvPr id="458" name="Google Shape;458;p52"/>
          <p:cNvPicPr preferRelativeResize="0"/>
          <p:nvPr/>
        </p:nvPicPr>
        <p:blipFill rotWithShape="1">
          <a:blip r:embed="rId5">
            <a:alphaModFix/>
          </a:blip>
          <a:srcRect b="0" l="0" r="0" t="0"/>
          <a:stretch/>
        </p:blipFill>
        <p:spPr>
          <a:xfrm>
            <a:off x="803167" y="4471791"/>
            <a:ext cx="2902275" cy="1672225"/>
          </a:xfrm>
          <a:prstGeom prst="rect">
            <a:avLst/>
          </a:prstGeom>
          <a:noFill/>
          <a:ln>
            <a:noFill/>
          </a:ln>
        </p:spPr>
      </p:pic>
      <p:pic>
        <p:nvPicPr>
          <p:cNvPr id="459" name="Google Shape;459;p52"/>
          <p:cNvPicPr preferRelativeResize="0"/>
          <p:nvPr/>
        </p:nvPicPr>
        <p:blipFill rotWithShape="1">
          <a:blip r:embed="rId6">
            <a:alphaModFix/>
          </a:blip>
          <a:srcRect b="0" l="0" r="0" t="0"/>
          <a:stretch/>
        </p:blipFill>
        <p:spPr>
          <a:xfrm>
            <a:off x="5034680" y="1455368"/>
            <a:ext cx="3390900" cy="17907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3"/>
          <p:cNvSpPr txBox="1"/>
          <p:nvPr>
            <p:ph type="title"/>
          </p:nvPr>
        </p:nvSpPr>
        <p:spPr>
          <a:xfrm>
            <a:off x="2973667" y="2734012"/>
            <a:ext cx="3572828" cy="1872307"/>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100"/>
              </a:spcBef>
              <a:spcAft>
                <a:spcPts val="0"/>
              </a:spcAft>
              <a:buSzPts val="1400"/>
              <a:buNone/>
            </a:pPr>
            <a:r>
              <a:rPr lang="en-US" sz="6000"/>
              <a:t>Stored function</a:t>
            </a:r>
            <a:endParaRPr sz="60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4"/>
          <p:cNvSpPr txBox="1"/>
          <p:nvPr>
            <p:ph type="title"/>
          </p:nvPr>
        </p:nvSpPr>
        <p:spPr>
          <a:xfrm>
            <a:off x="228600" y="410721"/>
            <a:ext cx="7796212" cy="884678"/>
          </a:xfrm>
          <a:prstGeom prst="rect">
            <a:avLst/>
          </a:prstGeom>
          <a:noFill/>
          <a:ln>
            <a:noFill/>
          </a:ln>
        </p:spPr>
        <p:txBody>
          <a:bodyPr anchorCtr="0" anchor="b" bIns="0" lIns="0" spcFirstLastPara="1" rIns="0" wrap="square" tIns="314775">
            <a:spAutoFit/>
          </a:bodyPr>
          <a:lstStyle/>
          <a:p>
            <a:pPr indent="0" lvl="0" marL="207009" rtl="0" algn="l">
              <a:lnSpc>
                <a:spcPct val="100000"/>
              </a:lnSpc>
              <a:spcBef>
                <a:spcPts val="105"/>
              </a:spcBef>
              <a:spcAft>
                <a:spcPts val="0"/>
              </a:spcAft>
              <a:buSzPts val="1400"/>
              <a:buNone/>
            </a:pPr>
            <a:r>
              <a:rPr lang="en-US"/>
              <a:t>Stored function</a:t>
            </a:r>
            <a:endParaRPr/>
          </a:p>
        </p:txBody>
      </p:sp>
      <p:sp>
        <p:nvSpPr>
          <p:cNvPr id="470" name="Google Shape;470;p54"/>
          <p:cNvSpPr txBox="1"/>
          <p:nvPr/>
        </p:nvSpPr>
        <p:spPr>
          <a:xfrm>
            <a:off x="687700" y="1538750"/>
            <a:ext cx="7769400" cy="5147400"/>
          </a:xfrm>
          <a:prstGeom prst="rect">
            <a:avLst/>
          </a:prstGeom>
          <a:noFill/>
          <a:ln>
            <a:noFill/>
          </a:ln>
        </p:spPr>
        <p:txBody>
          <a:bodyPr anchorCtr="0" anchor="t" bIns="0" lIns="0" spcFirstLastPara="1" rIns="0" wrap="square" tIns="132075">
            <a:spAutoFit/>
          </a:bodyPr>
          <a:lstStyle/>
          <a:p>
            <a:pPr indent="-209550" lvl="0" marL="241300" marR="280035" rtl="0" algn="l">
              <a:lnSpc>
                <a:spcPct val="100000"/>
              </a:lnSpc>
              <a:spcBef>
                <a:spcPts val="0"/>
              </a:spcBef>
              <a:spcAft>
                <a:spcPts val="0"/>
              </a:spcAft>
              <a:buClr>
                <a:srgbClr val="000000"/>
              </a:buClr>
              <a:buSzPts val="2300"/>
              <a:buFont typeface="Arial"/>
              <a:buChar char="•"/>
            </a:pPr>
            <a:r>
              <a:rPr b="0" i="0" lang="en-US" sz="2300" u="none" cap="none" strike="noStrike">
                <a:solidFill>
                  <a:srgbClr val="333333"/>
                </a:solidFill>
                <a:latin typeface="Arial"/>
                <a:ea typeface="Arial"/>
                <a:cs typeface="Arial"/>
                <a:sym typeface="Arial"/>
              </a:rPr>
              <a:t>A stored function in MySQL is a set of SQL statements that perform some task/operation and return a single value.</a:t>
            </a:r>
            <a:endParaRPr b="0" i="0" sz="2300" u="none" cap="none" strike="noStrike">
              <a:solidFill>
                <a:srgbClr val="000000"/>
              </a:solidFill>
              <a:latin typeface="Arial"/>
              <a:ea typeface="Arial"/>
              <a:cs typeface="Arial"/>
              <a:sym typeface="Arial"/>
            </a:endParaRPr>
          </a:p>
          <a:p>
            <a:pPr indent="-209550" lvl="0" marL="241300" marR="6350" rtl="0" algn="l">
              <a:lnSpc>
                <a:spcPct val="100000"/>
              </a:lnSpc>
              <a:spcBef>
                <a:spcPts val="990"/>
              </a:spcBef>
              <a:spcAft>
                <a:spcPts val="0"/>
              </a:spcAft>
              <a:buClr>
                <a:srgbClr val="000000"/>
              </a:buClr>
              <a:buSzPts val="2300"/>
              <a:buFont typeface="Arial"/>
              <a:buChar char="•"/>
            </a:pPr>
            <a:r>
              <a:rPr b="0" i="0" lang="en-US" sz="2300" u="none" cap="none" strike="noStrike">
                <a:solidFill>
                  <a:srgbClr val="333333"/>
                </a:solidFill>
                <a:latin typeface="Arial"/>
                <a:ea typeface="Arial"/>
                <a:cs typeface="Arial"/>
                <a:sym typeface="Arial"/>
              </a:rPr>
              <a:t>The stored function is almost similar to the procedure in </a:t>
            </a:r>
            <a:r>
              <a:rPr b="0" i="0" lang="en-US" sz="2300" u="none" cap="none" strike="noStrike">
                <a:solidFill>
                  <a:srgbClr val="008000"/>
                </a:solidFill>
                <a:latin typeface="Arial"/>
                <a:ea typeface="Arial"/>
                <a:cs typeface="Arial"/>
                <a:sym typeface="Arial"/>
              </a:rPr>
              <a:t>MySQL</a:t>
            </a:r>
            <a:r>
              <a:rPr b="0" i="0" lang="en-US" sz="2300" u="none" cap="none" strike="noStrike">
                <a:solidFill>
                  <a:srgbClr val="333333"/>
                </a:solidFill>
                <a:latin typeface="Arial"/>
                <a:ea typeface="Arial"/>
                <a:cs typeface="Arial"/>
                <a:sym typeface="Arial"/>
              </a:rPr>
              <a:t>, but it has some differences that are as follows:</a:t>
            </a:r>
            <a:endParaRPr b="0" i="0" sz="2300" u="none" cap="none" strike="noStrike">
              <a:solidFill>
                <a:srgbClr val="000000"/>
              </a:solidFill>
              <a:latin typeface="Arial"/>
              <a:ea typeface="Arial"/>
              <a:cs typeface="Arial"/>
              <a:sym typeface="Arial"/>
            </a:endParaRPr>
          </a:p>
          <a:p>
            <a:pPr indent="-209550" lvl="1" marL="698500" marR="0" rtl="0" algn="l">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The function parameter may contain only the </a:t>
            </a:r>
            <a:r>
              <a:rPr b="1" i="0" lang="en-US" sz="1900" u="none" cap="none" strike="noStrike">
                <a:solidFill>
                  <a:srgbClr val="000000"/>
                </a:solidFill>
                <a:latin typeface="Arial"/>
                <a:ea typeface="Arial"/>
                <a:cs typeface="Arial"/>
                <a:sym typeface="Arial"/>
              </a:rPr>
              <a:t>IN parameter </a:t>
            </a:r>
            <a:r>
              <a:rPr b="0" i="0" lang="en-US" sz="1900" u="none" cap="none" strike="noStrike">
                <a:solidFill>
                  <a:srgbClr val="000000"/>
                </a:solidFill>
                <a:latin typeface="Arial"/>
                <a:ea typeface="Arial"/>
                <a:cs typeface="Arial"/>
                <a:sym typeface="Arial"/>
              </a:rPr>
              <a:t>but can't allow</a:t>
            </a:r>
            <a:r>
              <a:rPr lang="en-US" sz="1900"/>
              <a:t> </a:t>
            </a:r>
            <a:r>
              <a:rPr b="0" i="0" lang="en-US" sz="1900" u="none" cap="none" strike="noStrike">
                <a:solidFill>
                  <a:srgbClr val="000000"/>
                </a:solidFill>
                <a:latin typeface="Arial"/>
                <a:ea typeface="Arial"/>
                <a:cs typeface="Arial"/>
                <a:sym typeface="Arial"/>
              </a:rPr>
              <a:t>specifying	this	parameter,	while	the	procedure</a:t>
            </a:r>
            <a:r>
              <a:rPr lang="en-US" sz="1900"/>
              <a:t> </a:t>
            </a:r>
            <a:r>
              <a:rPr b="0" i="0" lang="en-US" sz="1900" u="none" cap="none" strike="noStrike">
                <a:solidFill>
                  <a:srgbClr val="000000"/>
                </a:solidFill>
                <a:latin typeface="Arial"/>
                <a:ea typeface="Arial"/>
                <a:cs typeface="Arial"/>
                <a:sym typeface="Arial"/>
              </a:rPr>
              <a:t>can</a:t>
            </a:r>
            <a:r>
              <a:rPr lang="en-US" sz="1900"/>
              <a:t> </a:t>
            </a:r>
            <a:r>
              <a:rPr b="0" i="0" lang="en-US" sz="1900" u="none" cap="none" strike="noStrike">
                <a:solidFill>
                  <a:srgbClr val="000000"/>
                </a:solidFill>
                <a:latin typeface="Arial"/>
                <a:ea typeface="Arial"/>
                <a:cs typeface="Arial"/>
                <a:sym typeface="Arial"/>
              </a:rPr>
              <a:t>allow	</a:t>
            </a:r>
            <a:r>
              <a:rPr b="1" i="0" lang="en-US" sz="1900" u="none" cap="none" strike="noStrike">
                <a:solidFill>
                  <a:srgbClr val="000000"/>
                </a:solidFill>
                <a:latin typeface="Arial"/>
                <a:ea typeface="Arial"/>
                <a:cs typeface="Arial"/>
                <a:sym typeface="Arial"/>
              </a:rPr>
              <a:t>IN,	OUT,	INOUT parameters</a:t>
            </a:r>
            <a:r>
              <a:rPr b="0" i="0" lang="en-US" sz="1900" u="none" cap="none" strike="noStrike">
                <a:solidFill>
                  <a:srgbClr val="000000"/>
                </a:solidFill>
                <a:latin typeface="Arial"/>
                <a:ea typeface="Arial"/>
                <a:cs typeface="Arial"/>
                <a:sym typeface="Arial"/>
              </a:rPr>
              <a:t>.</a:t>
            </a:r>
            <a:endParaRPr b="0" i="0" sz="1900" u="none" cap="none" strike="noStrike">
              <a:solidFill>
                <a:srgbClr val="000000"/>
              </a:solidFill>
              <a:latin typeface="Arial"/>
              <a:ea typeface="Arial"/>
              <a:cs typeface="Arial"/>
              <a:sym typeface="Arial"/>
            </a:endParaRPr>
          </a:p>
          <a:p>
            <a:pPr indent="-209550" lvl="1" marL="698500" marR="0" rtl="0" algn="l">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The	stored	function	can	return	only	 a	single	value	defined	in	the	function</a:t>
            </a:r>
            <a:r>
              <a:rPr lang="en-US" sz="1900"/>
              <a:t> </a:t>
            </a:r>
            <a:r>
              <a:rPr b="0" i="0" lang="en-US" sz="1900" u="none" cap="none" strike="noStrike">
                <a:solidFill>
                  <a:srgbClr val="000000"/>
                </a:solidFill>
                <a:latin typeface="Arial"/>
                <a:ea typeface="Arial"/>
                <a:cs typeface="Arial"/>
                <a:sym typeface="Arial"/>
              </a:rPr>
              <a:t>header.</a:t>
            </a:r>
            <a:endParaRPr b="0" i="0" sz="1900" u="none" cap="none" strike="noStrike">
              <a:solidFill>
                <a:srgbClr val="000000"/>
              </a:solidFill>
              <a:latin typeface="Arial"/>
              <a:ea typeface="Arial"/>
              <a:cs typeface="Arial"/>
              <a:sym typeface="Arial"/>
            </a:endParaRPr>
          </a:p>
          <a:p>
            <a:pPr indent="-209550" lvl="1" marL="698500" marR="0" rtl="0" algn="l">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The stored function may also be called within SQL statements.</a:t>
            </a:r>
            <a:endParaRPr b="0" i="0" sz="1900" u="none" cap="none" strike="noStrike">
              <a:solidFill>
                <a:srgbClr val="000000"/>
              </a:solidFill>
              <a:latin typeface="Arial"/>
              <a:ea typeface="Arial"/>
              <a:cs typeface="Arial"/>
              <a:sym typeface="Arial"/>
            </a:endParaRPr>
          </a:p>
          <a:p>
            <a:pPr indent="-209550" lvl="1" marL="698500" marR="0" rtl="0" algn="l">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It may not produce a result set.</a:t>
            </a:r>
            <a:endParaRPr b="0" i="0" sz="1900" u="none" cap="none" strike="noStrike">
              <a:solidFill>
                <a:srgbClr val="000000"/>
              </a:solidFill>
              <a:latin typeface="Arial"/>
              <a:ea typeface="Arial"/>
              <a:cs typeface="Arial"/>
              <a:sym typeface="Arial"/>
            </a:endParaRPr>
          </a:p>
          <a:p>
            <a:pPr indent="-209550" lvl="0" marL="241300" marR="0" rtl="0" algn="l">
              <a:lnSpc>
                <a:spcPct val="100000"/>
              </a:lnSpc>
              <a:spcBef>
                <a:spcPts val="60"/>
              </a:spcBef>
              <a:spcAft>
                <a:spcPts val="0"/>
              </a:spcAft>
              <a:buClr>
                <a:srgbClr val="000000"/>
              </a:buClr>
              <a:buSzPts val="2300"/>
              <a:buFont typeface="Arial"/>
              <a:buChar char="•"/>
            </a:pPr>
            <a:r>
              <a:rPr b="0" i="0" lang="en-US" sz="2300" u="none" cap="none" strike="noStrike">
                <a:solidFill>
                  <a:srgbClr val="333333"/>
                </a:solidFill>
                <a:latin typeface="Arial"/>
                <a:ea typeface="Arial"/>
                <a:cs typeface="Arial"/>
                <a:sym typeface="Arial"/>
              </a:rPr>
              <a:t>Thus,we	 will</a:t>
            </a:r>
            <a:r>
              <a:rPr lang="en-US" sz="2300">
                <a:solidFill>
                  <a:srgbClr val="333333"/>
                </a:solidFill>
              </a:rPr>
              <a:t> </a:t>
            </a:r>
            <a:r>
              <a:rPr b="0" i="0" lang="en-US" sz="2300" u="none" cap="none" strike="noStrike">
                <a:solidFill>
                  <a:srgbClr val="333333"/>
                </a:solidFill>
                <a:latin typeface="Arial"/>
                <a:ea typeface="Arial"/>
                <a:cs typeface="Arial"/>
                <a:sym typeface="Arial"/>
              </a:rPr>
              <a:t>consider	the	stored	function	when	our	</a:t>
            </a:r>
            <a:r>
              <a:rPr lang="en-US" sz="2300">
                <a:solidFill>
                  <a:srgbClr val="333333"/>
                </a:solidFill>
              </a:rPr>
              <a:t> p</a:t>
            </a:r>
            <a:r>
              <a:rPr b="0" i="0" lang="en-US" sz="2300" u="none" cap="none" strike="noStrike">
                <a:solidFill>
                  <a:srgbClr val="333333"/>
                </a:solidFill>
                <a:latin typeface="Arial"/>
                <a:ea typeface="Arial"/>
                <a:cs typeface="Arial"/>
                <a:sym typeface="Arial"/>
              </a:rPr>
              <a:t>rogram's</a:t>
            </a:r>
            <a:r>
              <a:rPr lang="en-US" sz="2300"/>
              <a:t> </a:t>
            </a:r>
            <a:r>
              <a:rPr b="0" i="0" lang="en-US" sz="2300" u="none" cap="none" strike="noStrike">
                <a:solidFill>
                  <a:srgbClr val="333333"/>
                </a:solidFill>
                <a:latin typeface="Arial"/>
                <a:ea typeface="Arial"/>
                <a:cs typeface="Arial"/>
                <a:sym typeface="Arial"/>
              </a:rPr>
              <a:t>purpose	is	to	compute	and	return	a	single	value	only	or	create	a user-defined function.</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Functions in postgresql </a:t>
            </a:r>
            <a:endParaRPr/>
          </a:p>
        </p:txBody>
      </p:sp>
      <p:sp>
        <p:nvSpPr>
          <p:cNvPr id="476" name="Google Shape;476;p5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92500" lnSpcReduction="10000"/>
          </a:bodyPr>
          <a:lstStyle/>
          <a:p>
            <a:pPr indent="-297180" lvl="0" marL="457200" rtl="0" algn="l">
              <a:lnSpc>
                <a:spcPct val="100000"/>
              </a:lnSpc>
              <a:spcBef>
                <a:spcPts val="360"/>
              </a:spcBef>
              <a:spcAft>
                <a:spcPts val="0"/>
              </a:spcAft>
              <a:buSzPct val="41698"/>
              <a:buChar char="■"/>
            </a:pPr>
            <a:r>
              <a:rPr lang="en-US"/>
              <a:t>The basic syntax to create a function is as follows −</a:t>
            </a:r>
            <a:endParaRPr/>
          </a:p>
          <a:p>
            <a:pPr indent="-297180" lvl="0" marL="457200" rtl="0" algn="l">
              <a:lnSpc>
                <a:spcPct val="100000"/>
              </a:lnSpc>
              <a:spcBef>
                <a:spcPts val="360"/>
              </a:spcBef>
              <a:spcAft>
                <a:spcPts val="0"/>
              </a:spcAft>
              <a:buSzPct val="48648"/>
              <a:buChar char="■"/>
            </a:pPr>
            <a:r>
              <a:rPr lang="en-US" sz="2400"/>
              <a:t>CREATE [OR REPLACE] FUNCTION function_name (arguments) </a:t>
            </a:r>
            <a:endParaRPr/>
          </a:p>
          <a:p>
            <a:pPr indent="-297180" lvl="0" marL="457200" rtl="0" algn="l">
              <a:lnSpc>
                <a:spcPct val="100000"/>
              </a:lnSpc>
              <a:spcBef>
                <a:spcPts val="360"/>
              </a:spcBef>
              <a:spcAft>
                <a:spcPts val="0"/>
              </a:spcAft>
              <a:buSzPct val="48648"/>
              <a:buChar char="■"/>
            </a:pPr>
            <a:r>
              <a:rPr lang="en-US" sz="2400"/>
              <a:t>RETURNS return_datatype </a:t>
            </a:r>
            <a:endParaRPr/>
          </a:p>
          <a:p>
            <a:pPr indent="-297180" lvl="0" marL="457200" rtl="0" algn="l">
              <a:lnSpc>
                <a:spcPct val="100000"/>
              </a:lnSpc>
              <a:spcBef>
                <a:spcPts val="360"/>
              </a:spcBef>
              <a:spcAft>
                <a:spcPts val="0"/>
              </a:spcAft>
              <a:buSzPct val="48648"/>
              <a:buChar char="■"/>
            </a:pPr>
            <a:r>
              <a:rPr lang="en-US" sz="2400"/>
              <a:t>language plpgsql </a:t>
            </a:r>
            <a:endParaRPr/>
          </a:p>
          <a:p>
            <a:pPr indent="-297180" lvl="0" marL="457200" rtl="0" algn="l">
              <a:lnSpc>
                <a:spcPct val="100000"/>
              </a:lnSpc>
              <a:spcBef>
                <a:spcPts val="360"/>
              </a:spcBef>
              <a:spcAft>
                <a:spcPts val="0"/>
              </a:spcAft>
              <a:buSzPct val="48648"/>
              <a:buChar char="■"/>
            </a:pPr>
            <a:r>
              <a:rPr lang="en-US" sz="2400"/>
              <a:t>AS </a:t>
            </a:r>
            <a:endParaRPr/>
          </a:p>
          <a:p>
            <a:pPr indent="-297180" lvl="0" marL="457200" rtl="0" algn="l">
              <a:lnSpc>
                <a:spcPct val="100000"/>
              </a:lnSpc>
              <a:spcBef>
                <a:spcPts val="360"/>
              </a:spcBef>
              <a:spcAft>
                <a:spcPts val="0"/>
              </a:spcAft>
              <a:buSzPct val="48648"/>
              <a:buChar char="■"/>
            </a:pPr>
            <a:r>
              <a:rPr lang="en-US" sz="2400"/>
              <a:t>$variable_name$ </a:t>
            </a:r>
            <a:endParaRPr/>
          </a:p>
          <a:p>
            <a:pPr indent="-297180" lvl="0" marL="457200" rtl="0" algn="l">
              <a:lnSpc>
                <a:spcPct val="100000"/>
              </a:lnSpc>
              <a:spcBef>
                <a:spcPts val="360"/>
              </a:spcBef>
              <a:spcAft>
                <a:spcPts val="0"/>
              </a:spcAft>
              <a:buSzPct val="48648"/>
              <a:buChar char="■"/>
            </a:pPr>
            <a:r>
              <a:rPr lang="en-US" sz="2400"/>
              <a:t>declare </a:t>
            </a:r>
            <a:endParaRPr/>
          </a:p>
          <a:p>
            <a:pPr indent="-291465" lvl="1" marL="914400" rtl="0" algn="l">
              <a:lnSpc>
                <a:spcPct val="100000"/>
              </a:lnSpc>
              <a:spcBef>
                <a:spcPts val="360"/>
              </a:spcBef>
              <a:spcAft>
                <a:spcPts val="0"/>
              </a:spcAft>
              <a:buSzPct val="53513"/>
              <a:buChar char="■"/>
            </a:pPr>
            <a:r>
              <a:rPr lang="en-US" sz="2000"/>
              <a:t>-- variable declaration </a:t>
            </a:r>
            <a:endParaRPr/>
          </a:p>
          <a:p>
            <a:pPr indent="-297180" lvl="0" marL="457200" rtl="0" algn="l">
              <a:lnSpc>
                <a:spcPct val="100000"/>
              </a:lnSpc>
              <a:spcBef>
                <a:spcPts val="360"/>
              </a:spcBef>
              <a:spcAft>
                <a:spcPts val="0"/>
              </a:spcAft>
              <a:buSzPct val="48648"/>
              <a:buChar char="■"/>
            </a:pPr>
            <a:r>
              <a:rPr lang="en-US" sz="2400"/>
              <a:t>begin </a:t>
            </a:r>
            <a:endParaRPr/>
          </a:p>
          <a:p>
            <a:pPr indent="-291465" lvl="1" marL="914400" rtl="0" algn="l">
              <a:lnSpc>
                <a:spcPct val="100000"/>
              </a:lnSpc>
              <a:spcBef>
                <a:spcPts val="360"/>
              </a:spcBef>
              <a:spcAft>
                <a:spcPts val="0"/>
              </a:spcAft>
              <a:buSzPct val="53513"/>
              <a:buChar char="■"/>
            </a:pPr>
            <a:r>
              <a:rPr lang="en-US" sz="2000"/>
              <a:t>-- stored procedure body </a:t>
            </a:r>
            <a:endParaRPr/>
          </a:p>
          <a:p>
            <a:pPr indent="-297180" lvl="0" marL="457200" rtl="0" algn="l">
              <a:lnSpc>
                <a:spcPct val="100000"/>
              </a:lnSpc>
              <a:spcBef>
                <a:spcPts val="360"/>
              </a:spcBef>
              <a:spcAft>
                <a:spcPts val="0"/>
              </a:spcAft>
              <a:buSzPct val="48648"/>
              <a:buChar char="■"/>
            </a:pPr>
            <a:r>
              <a:rPr lang="en-US" sz="2400"/>
              <a:t>end; $$</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p5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77500" lnSpcReduction="20000"/>
          </a:bodyPr>
          <a:lstStyle/>
          <a:p>
            <a:pPr indent="-297180" lvl="0" marL="457200" rtl="0" algn="l">
              <a:lnSpc>
                <a:spcPct val="100000"/>
              </a:lnSpc>
              <a:spcBef>
                <a:spcPts val="360"/>
              </a:spcBef>
              <a:spcAft>
                <a:spcPts val="0"/>
              </a:spcAft>
              <a:buSzPct val="49769"/>
              <a:buChar char="■"/>
            </a:pPr>
            <a:r>
              <a:rPr b="1" lang="en-US"/>
              <a:t>function-name</a:t>
            </a:r>
            <a:r>
              <a:rPr lang="en-US"/>
              <a:t> specifies the name of the function.</a:t>
            </a:r>
            <a:endParaRPr/>
          </a:p>
          <a:p>
            <a:pPr indent="-297180" lvl="0" marL="457200" rtl="0" algn="l">
              <a:lnSpc>
                <a:spcPct val="100000"/>
              </a:lnSpc>
              <a:spcBef>
                <a:spcPts val="360"/>
              </a:spcBef>
              <a:spcAft>
                <a:spcPts val="0"/>
              </a:spcAft>
              <a:buSzPct val="49769"/>
              <a:buChar char="■"/>
            </a:pPr>
            <a:r>
              <a:rPr lang="en-US"/>
              <a:t>[OR REPLACE] option allows modifying an existing function.</a:t>
            </a:r>
            <a:endParaRPr/>
          </a:p>
          <a:p>
            <a:pPr indent="-291465" lvl="1" marL="914400" rtl="0" algn="l">
              <a:lnSpc>
                <a:spcPct val="100000"/>
              </a:lnSpc>
              <a:spcBef>
                <a:spcPts val="360"/>
              </a:spcBef>
              <a:spcAft>
                <a:spcPts val="0"/>
              </a:spcAft>
              <a:buSzPct val="49131"/>
              <a:buChar char="■"/>
            </a:pPr>
            <a:r>
              <a:rPr lang="en-US"/>
              <a:t>The function must contain a </a:t>
            </a:r>
            <a:r>
              <a:rPr b="1" lang="en-US"/>
              <a:t>return</a:t>
            </a:r>
            <a:r>
              <a:rPr lang="en-US"/>
              <a:t> statement.</a:t>
            </a:r>
            <a:endParaRPr/>
          </a:p>
          <a:p>
            <a:pPr indent="-297180" lvl="0" marL="457200" rtl="0" algn="l">
              <a:lnSpc>
                <a:spcPct val="100000"/>
              </a:lnSpc>
              <a:spcBef>
                <a:spcPts val="360"/>
              </a:spcBef>
              <a:spcAft>
                <a:spcPts val="0"/>
              </a:spcAft>
              <a:buSzPct val="49769"/>
              <a:buChar char="■"/>
            </a:pPr>
            <a:r>
              <a:rPr b="1" lang="en-US"/>
              <a:t>RETURN</a:t>
            </a:r>
            <a:r>
              <a:rPr lang="en-US"/>
              <a:t> clause specifies that data type you are going to return from the function. </a:t>
            </a:r>
            <a:endParaRPr/>
          </a:p>
          <a:p>
            <a:pPr indent="-291465" lvl="1" marL="914400" rtl="0" algn="l">
              <a:lnSpc>
                <a:spcPct val="100000"/>
              </a:lnSpc>
              <a:spcBef>
                <a:spcPts val="360"/>
              </a:spcBef>
              <a:spcAft>
                <a:spcPts val="0"/>
              </a:spcAft>
              <a:buSzPct val="49131"/>
              <a:buChar char="■"/>
            </a:pPr>
            <a:r>
              <a:rPr lang="en-US"/>
              <a:t>The </a:t>
            </a:r>
            <a:r>
              <a:rPr b="1" lang="en-US"/>
              <a:t>return_datatype</a:t>
            </a:r>
            <a:r>
              <a:rPr lang="en-US"/>
              <a:t> can be a base, composite, or domain type, or can reference the type of a table column.</a:t>
            </a:r>
            <a:endParaRPr/>
          </a:p>
          <a:p>
            <a:pPr indent="-297180" lvl="0" marL="457200" rtl="0" algn="l">
              <a:lnSpc>
                <a:spcPct val="100000"/>
              </a:lnSpc>
              <a:spcBef>
                <a:spcPts val="360"/>
              </a:spcBef>
              <a:spcAft>
                <a:spcPts val="0"/>
              </a:spcAft>
              <a:buSzPct val="49769"/>
              <a:buChar char="■"/>
            </a:pPr>
            <a:r>
              <a:rPr b="1" lang="en-US"/>
              <a:t>function-body</a:t>
            </a:r>
            <a:r>
              <a:rPr lang="en-US"/>
              <a:t> contains the executable part.</a:t>
            </a:r>
            <a:endParaRPr/>
          </a:p>
          <a:p>
            <a:pPr indent="-291465" lvl="1" marL="914400" rtl="0" algn="l">
              <a:lnSpc>
                <a:spcPct val="100000"/>
              </a:lnSpc>
              <a:spcBef>
                <a:spcPts val="360"/>
              </a:spcBef>
              <a:spcAft>
                <a:spcPts val="0"/>
              </a:spcAft>
              <a:buSzPct val="49131"/>
              <a:buChar char="■"/>
            </a:pPr>
            <a:r>
              <a:rPr lang="en-US"/>
              <a:t>The AS keyword is used for creating a standalone function.</a:t>
            </a:r>
            <a:endParaRPr/>
          </a:p>
          <a:p>
            <a:pPr indent="-297180" lvl="0" marL="457200" rtl="0" algn="l">
              <a:lnSpc>
                <a:spcPct val="100000"/>
              </a:lnSpc>
              <a:spcBef>
                <a:spcPts val="360"/>
              </a:spcBef>
              <a:spcAft>
                <a:spcPts val="0"/>
              </a:spcAft>
              <a:buSzPct val="49769"/>
              <a:buChar char="■"/>
            </a:pPr>
            <a:r>
              <a:rPr b="1" lang="en-US"/>
              <a:t>plpgsql</a:t>
            </a:r>
            <a:r>
              <a:rPr lang="en-US"/>
              <a:t> is the name of the language that the function is implemented in. </a:t>
            </a:r>
            <a:endParaRPr/>
          </a:p>
          <a:p>
            <a:pPr indent="-291465" lvl="1" marL="914400" rtl="0" algn="l">
              <a:lnSpc>
                <a:spcPct val="100000"/>
              </a:lnSpc>
              <a:spcBef>
                <a:spcPts val="360"/>
              </a:spcBef>
              <a:spcAft>
                <a:spcPts val="0"/>
              </a:spcAft>
              <a:buSzPct val="49131"/>
              <a:buChar char="■"/>
            </a:pPr>
            <a:r>
              <a:rPr lang="en-US"/>
              <a:t>Here, we use this option for PostgreSQL, it Can be SQL, C, internal, or the name of a user-defined procedural language. </a:t>
            </a:r>
            <a:endParaRPr/>
          </a:p>
          <a:p>
            <a:pPr indent="-291465" lvl="1" marL="914400" rtl="0" algn="l">
              <a:lnSpc>
                <a:spcPct val="100000"/>
              </a:lnSpc>
              <a:spcBef>
                <a:spcPts val="360"/>
              </a:spcBef>
              <a:spcAft>
                <a:spcPts val="0"/>
              </a:spcAft>
              <a:buSzPct val="49131"/>
              <a:buChar char="■"/>
            </a:pPr>
            <a:r>
              <a:rPr lang="en-US"/>
              <a:t>For backward compatibility, the name can be enclosed by single quotes.</a:t>
            </a:r>
            <a:endParaRPr/>
          </a:p>
          <a:p>
            <a:pPr indent="-228600" lvl="0" marL="457200" rtl="0" algn="l">
              <a:lnSpc>
                <a:spcPct val="100000"/>
              </a:lnSpc>
              <a:spcBef>
                <a:spcPts val="360"/>
              </a:spcBef>
              <a:spcAft>
                <a:spcPts val="0"/>
              </a:spcAft>
              <a:buSzPct val="49769"/>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a:t>
            </a:r>
            <a:endParaRPr/>
          </a:p>
        </p:txBody>
      </p:sp>
      <p:sp>
        <p:nvSpPr>
          <p:cNvPr id="488" name="Google Shape;488;p5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a:bodyPr>
          <a:lstStyle/>
          <a:p>
            <a:pPr indent="-297180" lvl="0" marL="457200" rtl="0" algn="l">
              <a:lnSpc>
                <a:spcPct val="100000"/>
              </a:lnSpc>
              <a:spcBef>
                <a:spcPts val="360"/>
              </a:spcBef>
              <a:spcAft>
                <a:spcPts val="0"/>
              </a:spcAft>
              <a:buSzPts val="1080"/>
              <a:buChar char="■"/>
            </a:pPr>
            <a:r>
              <a:rPr lang="en-US"/>
              <a:t>Function totalRecords() is as follows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97180" lvl="0" marL="457200" rtl="0" algn="l">
              <a:lnSpc>
                <a:spcPct val="100000"/>
              </a:lnSpc>
              <a:spcBef>
                <a:spcPts val="360"/>
              </a:spcBef>
              <a:spcAft>
                <a:spcPts val="0"/>
              </a:spcAft>
              <a:buSzPts val="1080"/>
              <a:buChar char="■"/>
            </a:pPr>
            <a:r>
              <a:rPr lang="en-US"/>
              <a:t>Create a function</a:t>
            </a:r>
            <a:endParaRPr/>
          </a:p>
          <a:p>
            <a:pPr indent="-228600" lvl="0" marL="457200" rtl="0" algn="l">
              <a:lnSpc>
                <a:spcPct val="100000"/>
              </a:lnSpc>
              <a:spcBef>
                <a:spcPts val="360"/>
              </a:spcBef>
              <a:spcAft>
                <a:spcPts val="0"/>
              </a:spcAft>
              <a:buSzPts val="1080"/>
              <a:buNone/>
            </a:pPr>
            <a:r>
              <a:t/>
            </a:r>
            <a:endParaRPr/>
          </a:p>
        </p:txBody>
      </p:sp>
      <p:pic>
        <p:nvPicPr>
          <p:cNvPr id="489" name="Google Shape;489;p57"/>
          <p:cNvPicPr preferRelativeResize="0"/>
          <p:nvPr/>
        </p:nvPicPr>
        <p:blipFill rotWithShape="1">
          <a:blip r:embed="rId3">
            <a:alphaModFix/>
          </a:blip>
          <a:srcRect b="0" l="0" r="0" t="0"/>
          <a:stretch/>
        </p:blipFill>
        <p:spPr>
          <a:xfrm>
            <a:off x="683567" y="2132856"/>
            <a:ext cx="7704485" cy="23762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5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a:p>
          <a:p>
            <a:pPr indent="-228600" lvl="0" marL="457200" rtl="0" algn="l">
              <a:lnSpc>
                <a:spcPct val="100000"/>
              </a:lnSpc>
              <a:spcBef>
                <a:spcPts val="360"/>
              </a:spcBef>
              <a:spcAft>
                <a:spcPts val="0"/>
              </a:spcAft>
              <a:buSzPts val="1080"/>
              <a:buNone/>
            </a:pPr>
            <a:r>
              <a:t/>
            </a:r>
            <a:endParaRPr sz="2000"/>
          </a:p>
          <a:p>
            <a:pPr indent="-297180" lvl="0" marL="457200" rtl="0" algn="l">
              <a:lnSpc>
                <a:spcPct val="100000"/>
              </a:lnSpc>
              <a:spcBef>
                <a:spcPts val="360"/>
              </a:spcBef>
              <a:spcAft>
                <a:spcPts val="0"/>
              </a:spcAft>
              <a:buSzPts val="1080"/>
              <a:buChar char="■"/>
            </a:pPr>
            <a:r>
              <a:rPr lang="en-US" sz="2000"/>
              <a:t>CallIng a function :</a:t>
            </a:r>
            <a:endParaRPr/>
          </a:p>
          <a:p>
            <a:pPr indent="-291465" lvl="1" marL="914400" rtl="0" algn="l">
              <a:lnSpc>
                <a:spcPct val="100000"/>
              </a:lnSpc>
              <a:spcBef>
                <a:spcPts val="360"/>
              </a:spcBef>
              <a:spcAft>
                <a:spcPts val="0"/>
              </a:spcAft>
              <a:buSzPts val="990"/>
              <a:buChar char="■"/>
            </a:pPr>
            <a:r>
              <a:rPr lang="en-US" sz="2000"/>
              <a:t>select totalRecords();</a:t>
            </a:r>
            <a:endParaRPr/>
          </a:p>
        </p:txBody>
      </p:sp>
      <p:pic>
        <p:nvPicPr>
          <p:cNvPr id="496" name="Google Shape;496;p58"/>
          <p:cNvPicPr preferRelativeResize="0"/>
          <p:nvPr/>
        </p:nvPicPr>
        <p:blipFill rotWithShape="1">
          <a:blip r:embed="rId3">
            <a:alphaModFix/>
          </a:blip>
          <a:srcRect b="0" l="0" r="0" t="0"/>
          <a:stretch/>
        </p:blipFill>
        <p:spPr>
          <a:xfrm>
            <a:off x="5674157" y="5121098"/>
            <a:ext cx="2745779" cy="1296144"/>
          </a:xfrm>
          <a:prstGeom prst="rect">
            <a:avLst/>
          </a:prstGeom>
          <a:noFill/>
          <a:ln>
            <a:noFill/>
          </a:ln>
        </p:spPr>
      </p:pic>
      <p:pic>
        <p:nvPicPr>
          <p:cNvPr id="497" name="Google Shape;497;p58"/>
          <p:cNvPicPr preferRelativeResize="0"/>
          <p:nvPr/>
        </p:nvPicPr>
        <p:blipFill rotWithShape="1">
          <a:blip r:embed="rId4">
            <a:alphaModFix/>
          </a:blip>
          <a:srcRect b="0" l="0" r="0" t="0"/>
          <a:stretch/>
        </p:blipFill>
        <p:spPr>
          <a:xfrm>
            <a:off x="789140" y="1547213"/>
            <a:ext cx="5826764" cy="3573885"/>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5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504" name="Google Shape;504;p5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505" name="Google Shape;505;p59"/>
          <p:cNvPicPr preferRelativeResize="0"/>
          <p:nvPr/>
        </p:nvPicPr>
        <p:blipFill rotWithShape="1">
          <a:blip r:embed="rId3">
            <a:alphaModFix/>
          </a:blip>
          <a:srcRect b="0" l="0" r="0" t="0"/>
          <a:stretch/>
        </p:blipFill>
        <p:spPr>
          <a:xfrm>
            <a:off x="547227" y="1752405"/>
            <a:ext cx="6793939" cy="1742357"/>
          </a:xfrm>
          <a:prstGeom prst="rect">
            <a:avLst/>
          </a:prstGeom>
          <a:noFill/>
          <a:ln>
            <a:noFill/>
          </a:ln>
        </p:spPr>
      </p:pic>
      <p:pic>
        <p:nvPicPr>
          <p:cNvPr id="506" name="Google Shape;506;p59"/>
          <p:cNvPicPr preferRelativeResize="0"/>
          <p:nvPr/>
        </p:nvPicPr>
        <p:blipFill rotWithShape="1">
          <a:blip r:embed="rId4">
            <a:alphaModFix/>
          </a:blip>
          <a:srcRect b="0" l="0" r="0" t="0"/>
          <a:stretch/>
        </p:blipFill>
        <p:spPr>
          <a:xfrm>
            <a:off x="964504" y="4256760"/>
            <a:ext cx="5589023" cy="57758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1"/>
          <p:cNvSpPr txBox="1"/>
          <p:nvPr>
            <p:ph type="title"/>
          </p:nvPr>
        </p:nvSpPr>
        <p:spPr>
          <a:xfrm>
            <a:off x="687703" y="722421"/>
            <a:ext cx="4209973" cy="580287"/>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105"/>
              </a:spcBef>
              <a:spcAft>
                <a:spcPts val="0"/>
              </a:spcAft>
              <a:buSzPts val="1400"/>
              <a:buNone/>
            </a:pPr>
            <a:r>
              <a:rPr lang="en-US"/>
              <a:t>Triggers</a:t>
            </a:r>
            <a:endParaRPr/>
          </a:p>
        </p:txBody>
      </p:sp>
      <p:sp>
        <p:nvSpPr>
          <p:cNvPr id="512" name="Google Shape;512;p61"/>
          <p:cNvSpPr txBox="1"/>
          <p:nvPr>
            <p:ph idx="1" type="body"/>
          </p:nvPr>
        </p:nvSpPr>
        <p:spPr>
          <a:xfrm>
            <a:off x="239712" y="1600200"/>
            <a:ext cx="8294700" cy="5064900"/>
          </a:xfrm>
          <a:prstGeom prst="rect">
            <a:avLst/>
          </a:prstGeom>
          <a:noFill/>
          <a:ln>
            <a:noFill/>
          </a:ln>
        </p:spPr>
        <p:txBody>
          <a:bodyPr anchorCtr="0" anchor="t" bIns="0" lIns="0" spcFirstLastPara="1" rIns="0" wrap="square" tIns="60950">
            <a:spAutoFit/>
          </a:bodyPr>
          <a:lstStyle/>
          <a:p>
            <a:pPr indent="-457200" lvl="0" marL="469900" marR="5080" rtl="0" algn="l">
              <a:lnSpc>
                <a:spcPct val="107857"/>
              </a:lnSpc>
              <a:spcBef>
                <a:spcPts val="480"/>
              </a:spcBef>
              <a:spcAft>
                <a:spcPts val="0"/>
              </a:spcAft>
              <a:buSzPts val="1080"/>
              <a:buChar char="■"/>
            </a:pPr>
            <a:r>
              <a:rPr lang="en-US"/>
              <a:t>A trigger is a special type of stored procedure that automatically runs when an event occurs in the database server.</a:t>
            </a:r>
            <a:endParaRPr/>
          </a:p>
          <a:p>
            <a:pPr indent="-457200" lvl="0" marL="469900" marR="575945" rtl="0" algn="l">
              <a:lnSpc>
                <a:spcPct val="107857"/>
              </a:lnSpc>
              <a:spcBef>
                <a:spcPts val="1015"/>
              </a:spcBef>
              <a:spcAft>
                <a:spcPts val="0"/>
              </a:spcAft>
              <a:buSzPts val="1080"/>
              <a:buChar char="■"/>
            </a:pPr>
            <a:r>
              <a:rPr lang="en-US"/>
              <a:t>DML triggers run when a user tries to modify data through a data 	manipulation language (DML) event.</a:t>
            </a:r>
            <a:endParaRPr/>
          </a:p>
          <a:p>
            <a:pPr indent="-457200" lvl="0" marL="469900" marR="106679" rtl="0" algn="l">
              <a:lnSpc>
                <a:spcPct val="107857"/>
              </a:lnSpc>
              <a:spcBef>
                <a:spcPts val="1005"/>
              </a:spcBef>
              <a:spcAft>
                <a:spcPts val="0"/>
              </a:spcAft>
              <a:buSzPts val="1080"/>
              <a:buChar char="■"/>
            </a:pPr>
            <a:r>
              <a:rPr lang="en-US"/>
              <a:t>DML events are INSERT, UPDATE, or DELETE statements on a table or 	view.</a:t>
            </a:r>
            <a:endParaRPr/>
          </a:p>
          <a:p>
            <a:pPr indent="-457200" lvl="0" marL="469900" marR="19050" rtl="0" algn="l">
              <a:lnSpc>
                <a:spcPct val="107857"/>
              </a:lnSpc>
              <a:spcBef>
                <a:spcPts val="1010"/>
              </a:spcBef>
              <a:spcAft>
                <a:spcPts val="0"/>
              </a:spcAft>
              <a:buSzPts val="1080"/>
              <a:buChar char="■"/>
            </a:pPr>
            <a:r>
              <a:rPr lang="en-US"/>
              <a:t>These triggers fire when any valid event fires, whether table rows are affected or not.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2d144da1dde_1_0"/>
          <p:cNvSpPr txBox="1"/>
          <p:nvPr>
            <p:ph type="title"/>
          </p:nvPr>
        </p:nvSpPr>
        <p:spPr>
          <a:xfrm>
            <a:off x="228600" y="303212"/>
            <a:ext cx="7796100" cy="992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g2d144da1dde_1_0"/>
          <p:cNvSpPr txBox="1"/>
          <p:nvPr>
            <p:ph idx="1" type="body"/>
          </p:nvPr>
        </p:nvSpPr>
        <p:spPr>
          <a:xfrm>
            <a:off x="239712" y="1600200"/>
            <a:ext cx="8294700" cy="4572000"/>
          </a:xfrm>
          <a:prstGeom prst="rect">
            <a:avLst/>
          </a:prstGeom>
        </p:spPr>
        <p:txBody>
          <a:bodyPr anchorCtr="0" anchor="t" bIns="45700" lIns="91425" spcFirstLastPara="1" rIns="0" wrap="square" tIns="45700">
            <a:noAutofit/>
          </a:bodyPr>
          <a:lstStyle/>
          <a:p>
            <a:pPr indent="0" lvl="0" marL="0" rtl="0" algn="l">
              <a:spcBef>
                <a:spcPts val="360"/>
              </a:spcBef>
              <a:spcAft>
                <a:spcPts val="0"/>
              </a:spcAft>
              <a:buNone/>
            </a:pPr>
            <a:r>
              <a:t/>
            </a:r>
            <a:endParaRPr/>
          </a:p>
        </p:txBody>
      </p:sp>
      <p:sp>
        <p:nvSpPr>
          <p:cNvPr id="520" name="Google Shape;520;g2d144da1dde_1_0"/>
          <p:cNvSpPr txBox="1"/>
          <p:nvPr>
            <p:ph idx="12" type="sldNum"/>
          </p:nvPr>
        </p:nvSpPr>
        <p:spPr>
          <a:xfrm>
            <a:off x="6934200" y="6400800"/>
            <a:ext cx="19050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990033"/>
              </a:buClr>
              <a:buSzPts val="1400"/>
              <a:buFont typeface="Arial"/>
              <a:buNone/>
            </a:pPr>
            <a:r>
              <a:rPr lang="en-US"/>
              <a:t>Slide 8- </a:t>
            </a:r>
            <a:fld id="{00000000-1234-1234-1234-123412341234}" type="slidenum">
              <a:rPr lang="en-US"/>
              <a:t>‹#›</a:t>
            </a:fld>
            <a:endParaRPr/>
          </a:p>
        </p:txBody>
      </p:sp>
      <p:pic>
        <p:nvPicPr>
          <p:cNvPr id="521" name="Google Shape;521;g2d144da1dde_1_0"/>
          <p:cNvPicPr preferRelativeResize="0"/>
          <p:nvPr/>
        </p:nvPicPr>
        <p:blipFill>
          <a:blip r:embed="rId3">
            <a:alphaModFix/>
          </a:blip>
          <a:stretch>
            <a:fillRect/>
          </a:stretch>
        </p:blipFill>
        <p:spPr>
          <a:xfrm>
            <a:off x="71438" y="957263"/>
            <a:ext cx="9001125" cy="49434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2"/>
          <p:cNvSpPr txBox="1"/>
          <p:nvPr/>
        </p:nvSpPr>
        <p:spPr>
          <a:xfrm>
            <a:off x="502000" y="1411400"/>
            <a:ext cx="6375000" cy="5310000"/>
          </a:xfrm>
          <a:prstGeom prst="rect">
            <a:avLst/>
          </a:prstGeom>
          <a:noFill/>
          <a:ln>
            <a:noFill/>
          </a:ln>
        </p:spPr>
        <p:txBody>
          <a:bodyPr anchorCtr="0" anchor="t" bIns="0" lIns="0" spcFirstLastPara="1" rIns="0" wrap="square" tIns="53975">
            <a:spAutoFit/>
          </a:bodyPr>
          <a:lstStyle/>
          <a:p>
            <a:pPr indent="-214629" lvl="0" marL="240029"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Create Triger syntax:</a:t>
            </a:r>
            <a:endParaRPr b="0" i="0" sz="2600" u="none" cap="none" strike="noStrike">
              <a:solidFill>
                <a:srgbClr val="000000"/>
              </a:solidFill>
              <a:latin typeface="Calibri"/>
              <a:ea typeface="Calibri"/>
              <a:cs typeface="Calibri"/>
              <a:sym typeface="Calibri"/>
            </a:endParaRPr>
          </a:p>
          <a:p>
            <a:pPr indent="-214629" lvl="0" marL="240029" marR="0" rtl="0" algn="l">
              <a:lnSpc>
                <a:spcPct val="100000"/>
              </a:lnSpc>
              <a:spcBef>
                <a:spcPts val="320"/>
              </a:spcBef>
              <a:spcAft>
                <a:spcPts val="0"/>
              </a:spcAft>
              <a:buClr>
                <a:srgbClr val="000000"/>
              </a:buClr>
              <a:buSzPts val="2600"/>
              <a:buFont typeface="Arial"/>
              <a:buChar char="•"/>
            </a:pPr>
            <a:r>
              <a:rPr b="1" i="0" lang="en-US" sz="2600" u="none" cap="none" strike="noStrike">
                <a:solidFill>
                  <a:srgbClr val="000000"/>
                </a:solidFill>
                <a:latin typeface="Calibri"/>
                <a:ea typeface="Calibri"/>
                <a:cs typeface="Calibri"/>
                <a:sym typeface="Calibri"/>
              </a:rPr>
              <a:t>Explanation of syntax:</a:t>
            </a:r>
            <a:endParaRPr b="0" i="0" sz="2600" u="none" cap="none" strike="noStrike">
              <a:solidFill>
                <a:srgbClr val="000000"/>
              </a:solidFill>
              <a:latin typeface="Calibri"/>
              <a:ea typeface="Calibri"/>
              <a:cs typeface="Calibri"/>
              <a:sym typeface="Calibri"/>
            </a:endParaRPr>
          </a:p>
          <a:p>
            <a:pPr indent="-214629" lvl="0" marL="240029" marR="0" rtl="0" algn="l">
              <a:lnSpc>
                <a:spcPct val="118750"/>
              </a:lnSpc>
              <a:spcBef>
                <a:spcPts val="34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create trigger [trigger_name]:</a:t>
            </a:r>
            <a:endParaRPr b="0" i="0" sz="2600" u="none" cap="none" strike="noStrike">
              <a:solidFill>
                <a:srgbClr val="000000"/>
              </a:solidFill>
              <a:latin typeface="Calibri"/>
              <a:ea typeface="Calibri"/>
              <a:cs typeface="Calibri"/>
              <a:sym typeface="Calibri"/>
            </a:endParaRPr>
          </a:p>
          <a:p>
            <a:pPr indent="-215265" lvl="1" marL="697865" marR="0" rtl="0" algn="l">
              <a:lnSpc>
                <a:spcPct val="118541"/>
              </a:lnSpc>
              <a:spcBef>
                <a:spcPts val="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Creates or replaces an existing trigger with the trigger_name.</a:t>
            </a:r>
            <a:endParaRPr b="0" i="0" sz="2200" u="none" cap="none" strike="noStrike">
              <a:solidFill>
                <a:srgbClr val="000000"/>
              </a:solidFill>
              <a:latin typeface="Calibri"/>
              <a:ea typeface="Calibri"/>
              <a:cs typeface="Calibri"/>
              <a:sym typeface="Calibri"/>
            </a:endParaRPr>
          </a:p>
          <a:p>
            <a:pPr indent="-214629" lvl="0" marL="240029" marR="0" rtl="0" algn="l">
              <a:lnSpc>
                <a:spcPct val="118750"/>
              </a:lnSpc>
              <a:spcBef>
                <a:spcPts val="32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[before | after]:</a:t>
            </a:r>
            <a:endParaRPr b="0" i="0" sz="2600" u="none" cap="none" strike="noStrike">
              <a:solidFill>
                <a:srgbClr val="000000"/>
              </a:solidFill>
              <a:latin typeface="Calibri"/>
              <a:ea typeface="Calibri"/>
              <a:cs typeface="Calibri"/>
              <a:sym typeface="Calibri"/>
            </a:endParaRPr>
          </a:p>
          <a:p>
            <a:pPr indent="-215265" lvl="1" marL="697865" marR="0" rtl="0" algn="l">
              <a:lnSpc>
                <a:spcPct val="118541"/>
              </a:lnSpc>
              <a:spcBef>
                <a:spcPts val="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This specifies when the trigger will be executed.</a:t>
            </a:r>
            <a:endParaRPr b="0" i="0" sz="2200" u="none" cap="none" strike="noStrike">
              <a:solidFill>
                <a:srgbClr val="000000"/>
              </a:solidFill>
              <a:latin typeface="Calibri"/>
              <a:ea typeface="Calibri"/>
              <a:cs typeface="Calibri"/>
              <a:sym typeface="Calibri"/>
            </a:endParaRPr>
          </a:p>
          <a:p>
            <a:pPr indent="-214629" lvl="0" marL="240029" marR="0" rtl="0" algn="l">
              <a:lnSpc>
                <a:spcPct val="118750"/>
              </a:lnSpc>
              <a:spcBef>
                <a:spcPts val="325"/>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{insert | update | delete}:</a:t>
            </a:r>
            <a:endParaRPr b="0" i="0" sz="2600" u="none" cap="none" strike="noStrike">
              <a:solidFill>
                <a:srgbClr val="000000"/>
              </a:solidFill>
              <a:latin typeface="Calibri"/>
              <a:ea typeface="Calibri"/>
              <a:cs typeface="Calibri"/>
              <a:sym typeface="Calibri"/>
            </a:endParaRPr>
          </a:p>
          <a:p>
            <a:pPr indent="-215265" lvl="1" marL="697865" marR="0" rtl="0" algn="l">
              <a:lnSpc>
                <a:spcPct val="118541"/>
              </a:lnSpc>
              <a:spcBef>
                <a:spcPts val="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This specifies the DML operation.</a:t>
            </a:r>
            <a:endParaRPr b="0" i="0" sz="2200" u="none" cap="none" strike="noStrike">
              <a:solidFill>
                <a:srgbClr val="000000"/>
              </a:solidFill>
              <a:latin typeface="Calibri"/>
              <a:ea typeface="Calibri"/>
              <a:cs typeface="Calibri"/>
              <a:sym typeface="Calibri"/>
            </a:endParaRPr>
          </a:p>
          <a:p>
            <a:pPr indent="-214629" lvl="0" marL="240029" marR="0" rtl="0" algn="l">
              <a:lnSpc>
                <a:spcPct val="118750"/>
              </a:lnSpc>
              <a:spcBef>
                <a:spcPts val="32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on [table_name]:</a:t>
            </a:r>
            <a:endParaRPr b="0" i="0" sz="2600" u="none" cap="none" strike="noStrike">
              <a:solidFill>
                <a:srgbClr val="000000"/>
              </a:solidFill>
              <a:latin typeface="Calibri"/>
              <a:ea typeface="Calibri"/>
              <a:cs typeface="Calibri"/>
              <a:sym typeface="Calibri"/>
            </a:endParaRPr>
          </a:p>
          <a:p>
            <a:pPr indent="-214629" lvl="1" marL="697230" marR="0" rtl="0" algn="l">
              <a:lnSpc>
                <a:spcPct val="118541"/>
              </a:lnSpc>
              <a:spcBef>
                <a:spcPts val="0"/>
              </a:spcBef>
              <a:spcAft>
                <a:spcPts val="0"/>
              </a:spcAft>
              <a:buClr>
                <a:srgbClr val="000000"/>
              </a:buClr>
              <a:buSzPts val="2200"/>
              <a:buFont typeface="Arial"/>
              <a:buChar char="•"/>
            </a:pPr>
            <a:r>
              <a:rPr b="0" i="0" lang="en-US" sz="2200" u="none" cap="none" strike="noStrike">
                <a:solidFill>
                  <a:srgbClr val="000000"/>
                </a:solidFill>
                <a:latin typeface="Calibri"/>
                <a:ea typeface="Calibri"/>
                <a:cs typeface="Calibri"/>
                <a:sym typeface="Calibri"/>
              </a:rPr>
              <a:t>This specifies the name of the table associated with the trigger.</a:t>
            </a:r>
            <a:endParaRPr b="0" i="0" sz="2200" u="none" cap="none" strike="noStrike">
              <a:solidFill>
                <a:srgbClr val="000000"/>
              </a:solidFill>
              <a:latin typeface="Calibri"/>
              <a:ea typeface="Calibri"/>
              <a:cs typeface="Calibri"/>
              <a:sym typeface="Calibri"/>
            </a:endParaRPr>
          </a:p>
        </p:txBody>
      </p:sp>
      <p:pic>
        <p:nvPicPr>
          <p:cNvPr id="527" name="Google Shape;527;p62"/>
          <p:cNvPicPr preferRelativeResize="0"/>
          <p:nvPr/>
        </p:nvPicPr>
        <p:blipFill rotWithShape="1">
          <a:blip r:embed="rId3">
            <a:alphaModFix/>
          </a:blip>
          <a:srcRect b="0" l="0" r="0" t="0"/>
          <a:stretch/>
        </p:blipFill>
        <p:spPr>
          <a:xfrm>
            <a:off x="5178901" y="365757"/>
            <a:ext cx="3038172" cy="245259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3"/>
          <p:cNvSpPr txBox="1"/>
          <p:nvPr/>
        </p:nvSpPr>
        <p:spPr>
          <a:xfrm>
            <a:off x="538619" y="1515649"/>
            <a:ext cx="7882433" cy="4885953"/>
          </a:xfrm>
          <a:prstGeom prst="rect">
            <a:avLst/>
          </a:prstGeom>
          <a:noFill/>
          <a:ln>
            <a:noFill/>
          </a:ln>
        </p:spPr>
        <p:txBody>
          <a:bodyPr anchorCtr="0" anchor="t" bIns="0" lIns="0" spcFirstLastPara="1" rIns="0" wrap="square" tIns="48250">
            <a:spAutoFit/>
          </a:bodyPr>
          <a:lstStyle/>
          <a:p>
            <a:pPr indent="-227329" lvl="0" marL="240029"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[for each row]:</a:t>
            </a:r>
            <a:endParaRPr b="0" i="0" sz="2800" u="none" cap="none" strike="noStrike">
              <a:solidFill>
                <a:srgbClr val="000000"/>
              </a:solidFill>
              <a:latin typeface="Calibri"/>
              <a:ea typeface="Calibri"/>
              <a:cs typeface="Calibri"/>
              <a:sym typeface="Calibri"/>
            </a:endParaRPr>
          </a:p>
          <a:p>
            <a:pPr indent="-227965" lvl="1" marL="697230" marR="5080" rtl="0" algn="l">
              <a:lnSpc>
                <a:spcPct val="107916"/>
              </a:lnSpc>
              <a:spcBef>
                <a:spcPts val="57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This specifies a row-level trigger, i.e., the trigger will be executed for each row 	being affected.</a:t>
            </a:r>
            <a:endParaRPr b="0" i="0" sz="2400" u="none" cap="none" strike="noStrike">
              <a:solidFill>
                <a:srgbClr val="000000"/>
              </a:solidFill>
              <a:latin typeface="Calibri"/>
              <a:ea typeface="Calibri"/>
              <a:cs typeface="Calibri"/>
              <a:sym typeface="Calibri"/>
            </a:endParaRPr>
          </a:p>
          <a:p>
            <a:pPr indent="-227329" lvl="0" marL="240029" marR="0" rtl="0" algn="l">
              <a:lnSpc>
                <a:spcPct val="100000"/>
              </a:lnSpc>
              <a:spcBef>
                <a:spcPts val="6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[trigger_body]:</a:t>
            </a:r>
            <a:endParaRPr b="0" i="0" sz="2800" u="none" cap="none" strike="noStrike">
              <a:solidFill>
                <a:srgbClr val="000000"/>
              </a:solidFill>
              <a:latin typeface="Calibri"/>
              <a:ea typeface="Calibri"/>
              <a:cs typeface="Calibri"/>
              <a:sym typeface="Calibri"/>
            </a:endParaRPr>
          </a:p>
          <a:p>
            <a:pPr indent="-227965" lvl="1" marL="697865" marR="0" rtl="0" algn="l">
              <a:lnSpc>
                <a:spcPct val="100000"/>
              </a:lnSpc>
              <a:spcBef>
                <a:spcPts val="245"/>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This provides the operation to be performed as trigger is fired</a:t>
            </a:r>
            <a:endParaRPr b="0" i="0" sz="2400" u="none" cap="none" strike="noStrike">
              <a:solidFill>
                <a:srgbClr val="000000"/>
              </a:solidFill>
              <a:latin typeface="Calibri"/>
              <a:ea typeface="Calibri"/>
              <a:cs typeface="Calibri"/>
              <a:sym typeface="Calibri"/>
            </a:endParaRPr>
          </a:p>
          <a:p>
            <a:pPr indent="-49529" lvl="0" marL="240029"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Calibri"/>
                <a:ea typeface="Calibri"/>
                <a:cs typeface="Calibri"/>
                <a:sym typeface="Calibri"/>
              </a:rPr>
              <a:t>BEFORE and AFTER of Trigger:</a:t>
            </a:r>
            <a:endParaRPr b="0" i="0" sz="2800" u="none" cap="none" strike="noStrike">
              <a:solidFill>
                <a:srgbClr val="000000"/>
              </a:solidFill>
              <a:latin typeface="Calibri"/>
              <a:ea typeface="Calibri"/>
              <a:cs typeface="Calibri"/>
              <a:sym typeface="Calibri"/>
            </a:endParaRPr>
          </a:p>
          <a:p>
            <a:pPr indent="-227965" lvl="1" marL="697865" marR="0" rtl="0" algn="l">
              <a:lnSpc>
                <a:spcPct val="100000"/>
              </a:lnSpc>
              <a:spcBef>
                <a:spcPts val="234"/>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BEFORE triggers run the trigger action before the triggering statement is run.</a:t>
            </a:r>
            <a:endParaRPr b="0" i="0" sz="2400" u="none" cap="none" strike="noStrike">
              <a:solidFill>
                <a:srgbClr val="000000"/>
              </a:solidFill>
              <a:latin typeface="Calibri"/>
              <a:ea typeface="Calibri"/>
              <a:cs typeface="Calibri"/>
              <a:sym typeface="Calibri"/>
            </a:endParaRPr>
          </a:p>
          <a:p>
            <a:pPr indent="-227965" lvl="1" marL="697865" marR="0" rtl="0" algn="l">
              <a:lnSpc>
                <a:spcPct val="100000"/>
              </a:lnSpc>
              <a:spcBef>
                <a:spcPts val="215"/>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AFTER triggers run the trigger action after the triggering statement is run.</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8" name="Google Shape;538;p6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rmAutofit fontScale="92500"/>
          </a:bodyPr>
          <a:lstStyle/>
          <a:p>
            <a:pPr indent="-297180" lvl="0" marL="457200" rtl="0" algn="l">
              <a:lnSpc>
                <a:spcPct val="100000"/>
              </a:lnSpc>
              <a:spcBef>
                <a:spcPts val="360"/>
              </a:spcBef>
              <a:spcAft>
                <a:spcPts val="0"/>
              </a:spcAft>
              <a:buSzPct val="41698"/>
              <a:buChar char="■"/>
            </a:pPr>
            <a:r>
              <a:rPr b="1" lang="en-US"/>
              <a:t>For example,</a:t>
            </a:r>
            <a:r>
              <a:rPr lang="en-US"/>
              <a:t> before or after the triggering event the </a:t>
            </a:r>
            <a:r>
              <a:rPr b="1" lang="en-US"/>
              <a:t>OLD and NEW</a:t>
            </a:r>
            <a:r>
              <a:rPr lang="en-US"/>
              <a:t> signify the row's states in the table.</a:t>
            </a:r>
            <a:endParaRPr/>
          </a:p>
          <a:p>
            <a:pPr indent="-297180" lvl="0" marL="457200" rtl="0" algn="l">
              <a:lnSpc>
                <a:spcPct val="100000"/>
              </a:lnSpc>
              <a:spcBef>
                <a:spcPts val="360"/>
              </a:spcBef>
              <a:spcAft>
                <a:spcPts val="0"/>
              </a:spcAft>
              <a:buSzPct val="41698"/>
              <a:buChar char="■"/>
            </a:pPr>
            <a:r>
              <a:rPr lang="en-US" u="sng"/>
              <a:t>How to Create a New Trigger</a:t>
            </a:r>
            <a:endParaRPr/>
          </a:p>
          <a:p>
            <a:pPr indent="-297180" lvl="0" marL="457200" rtl="0" algn="l">
              <a:lnSpc>
                <a:spcPct val="100000"/>
              </a:lnSpc>
              <a:spcBef>
                <a:spcPts val="360"/>
              </a:spcBef>
              <a:spcAft>
                <a:spcPts val="0"/>
              </a:spcAft>
              <a:buSzPct val="41698"/>
              <a:buChar char="■"/>
            </a:pPr>
            <a:r>
              <a:rPr lang="en-US"/>
              <a:t>We will follow the below process to generate a new trigger in PostgreSQL:</a:t>
            </a:r>
            <a:endParaRPr/>
          </a:p>
          <a:p>
            <a:pPr indent="-291465" lvl="1" marL="914400" rtl="0" algn="l">
              <a:lnSpc>
                <a:spcPct val="100000"/>
              </a:lnSpc>
              <a:spcBef>
                <a:spcPts val="360"/>
              </a:spcBef>
              <a:spcAft>
                <a:spcPts val="0"/>
              </a:spcAft>
              <a:buSzPct val="41164"/>
              <a:buChar char="■"/>
            </a:pPr>
            <a:r>
              <a:rPr b="1" lang="en-US"/>
              <a:t>Step1:</a:t>
            </a:r>
            <a:r>
              <a:rPr lang="en-US"/>
              <a:t> Firstly, we will create a trigger function with the help of the </a:t>
            </a:r>
            <a:r>
              <a:rPr b="1" lang="en-US"/>
              <a:t>CREATE FUNCTION</a:t>
            </a:r>
            <a:r>
              <a:rPr lang="en-US"/>
              <a:t> command.</a:t>
            </a:r>
            <a:endParaRPr/>
          </a:p>
          <a:p>
            <a:pPr indent="-291465" lvl="1" marL="914400" rtl="0" algn="l">
              <a:lnSpc>
                <a:spcPct val="100000"/>
              </a:lnSpc>
              <a:spcBef>
                <a:spcPts val="360"/>
              </a:spcBef>
              <a:spcAft>
                <a:spcPts val="0"/>
              </a:spcAft>
              <a:buSzPct val="41164"/>
              <a:buChar char="■"/>
            </a:pPr>
            <a:r>
              <a:rPr b="1" lang="en-US"/>
              <a:t>Step2:</a:t>
            </a:r>
            <a:r>
              <a:rPr lang="en-US"/>
              <a:t> Then, we will fix the trigger function to a table with the help of the </a:t>
            </a:r>
            <a:r>
              <a:rPr b="1" lang="en-US"/>
              <a:t>CREATE TRIGGER</a:t>
            </a:r>
            <a:r>
              <a:rPr lang="en-US"/>
              <a:t> command.</a:t>
            </a:r>
            <a:endParaRPr/>
          </a:p>
          <a:p>
            <a:pPr indent="-228600" lvl="0" marL="457200" rtl="0" algn="l">
              <a:lnSpc>
                <a:spcPct val="100000"/>
              </a:lnSpc>
              <a:spcBef>
                <a:spcPts val="360"/>
              </a:spcBef>
              <a:spcAft>
                <a:spcPts val="0"/>
              </a:spcAft>
              <a:buSzPct val="41698"/>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Trigger</a:t>
            </a:r>
            <a:endParaRPr/>
          </a:p>
        </p:txBody>
      </p:sp>
      <p:sp>
        <p:nvSpPr>
          <p:cNvPr id="544" name="Google Shape;544;p65"/>
          <p:cNvSpPr txBox="1"/>
          <p:nvPr>
            <p:ph idx="1" type="body"/>
          </p:nvPr>
        </p:nvSpPr>
        <p:spPr>
          <a:xfrm>
            <a:off x="239713" y="1600200"/>
            <a:ext cx="4070350" cy="4572000"/>
          </a:xfrm>
          <a:prstGeom prst="rect">
            <a:avLst/>
          </a:prstGeom>
          <a:noFill/>
          <a:ln>
            <a:noFill/>
          </a:ln>
        </p:spPr>
        <p:txBody>
          <a:bodyPr anchorCtr="0" anchor="t" bIns="45700" lIns="91425" spcFirstLastPara="1" rIns="0" wrap="square" tIns="45700">
            <a:noAutofit/>
          </a:bodyPr>
          <a:lstStyle/>
          <a:p>
            <a:pPr indent="-335280" lvl="0" marL="457200" rtl="0" algn="l">
              <a:lnSpc>
                <a:spcPct val="100000"/>
              </a:lnSpc>
              <a:spcBef>
                <a:spcPts val="560"/>
              </a:spcBef>
              <a:spcAft>
                <a:spcPts val="0"/>
              </a:spcAft>
              <a:buSzPts val="1680"/>
              <a:buChar char="■"/>
            </a:pPr>
            <a:r>
              <a:rPr lang="en-US" sz="2400"/>
              <a:t>Step 1: Syntax of Create trigger function</a:t>
            </a:r>
            <a:endParaRPr/>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sz="2400"/>
          </a:p>
          <a:p>
            <a:pPr indent="-228600" lvl="0" marL="457200" rtl="0" algn="l">
              <a:lnSpc>
                <a:spcPct val="100000"/>
              </a:lnSpc>
              <a:spcBef>
                <a:spcPts val="560"/>
              </a:spcBef>
              <a:spcAft>
                <a:spcPts val="0"/>
              </a:spcAft>
              <a:buSzPts val="1680"/>
              <a:buNone/>
            </a:pPr>
            <a:r>
              <a:t/>
            </a:r>
            <a:endParaRPr/>
          </a:p>
        </p:txBody>
      </p:sp>
      <p:sp>
        <p:nvSpPr>
          <p:cNvPr id="545" name="Google Shape;545;p65"/>
          <p:cNvSpPr txBox="1"/>
          <p:nvPr>
            <p:ph idx="2" type="body"/>
          </p:nvPr>
        </p:nvSpPr>
        <p:spPr>
          <a:xfrm>
            <a:off x="4462463" y="1600200"/>
            <a:ext cx="4071937" cy="4572000"/>
          </a:xfrm>
          <a:prstGeom prst="rect">
            <a:avLst/>
          </a:prstGeom>
          <a:noFill/>
          <a:ln>
            <a:noFill/>
          </a:ln>
        </p:spPr>
        <p:txBody>
          <a:bodyPr anchorCtr="0" anchor="t" bIns="45700" lIns="91425" spcFirstLastPara="1" rIns="0" wrap="square" tIns="45700">
            <a:noAutofit/>
          </a:bodyPr>
          <a:lstStyle/>
          <a:p>
            <a:pPr indent="-335280" lvl="0" marL="457200" rtl="0" algn="l">
              <a:lnSpc>
                <a:spcPct val="100000"/>
              </a:lnSpc>
              <a:spcBef>
                <a:spcPts val="560"/>
              </a:spcBef>
              <a:spcAft>
                <a:spcPts val="0"/>
              </a:spcAft>
              <a:buSzPts val="1680"/>
              <a:buChar char="■"/>
            </a:pPr>
            <a:r>
              <a:rPr lang="en-US"/>
              <a:t>Step 2: Syntax of Creating trigger</a:t>
            </a:r>
            <a:endParaRPr/>
          </a:p>
        </p:txBody>
      </p:sp>
      <p:pic>
        <p:nvPicPr>
          <p:cNvPr id="546" name="Google Shape;546;p65"/>
          <p:cNvPicPr preferRelativeResize="0"/>
          <p:nvPr/>
        </p:nvPicPr>
        <p:blipFill rotWithShape="1">
          <a:blip r:embed="rId3">
            <a:alphaModFix/>
          </a:blip>
          <a:srcRect b="0" l="0" r="0" t="0"/>
          <a:stretch/>
        </p:blipFill>
        <p:spPr>
          <a:xfrm>
            <a:off x="641841" y="3046788"/>
            <a:ext cx="3040810" cy="2593953"/>
          </a:xfrm>
          <a:prstGeom prst="rect">
            <a:avLst/>
          </a:prstGeom>
          <a:noFill/>
          <a:ln>
            <a:noFill/>
          </a:ln>
        </p:spPr>
      </p:pic>
      <p:pic>
        <p:nvPicPr>
          <p:cNvPr id="547" name="Google Shape;547;p65"/>
          <p:cNvPicPr preferRelativeResize="0"/>
          <p:nvPr/>
        </p:nvPicPr>
        <p:blipFill rotWithShape="1">
          <a:blip r:embed="rId4">
            <a:alphaModFix/>
          </a:blip>
          <a:srcRect b="0" l="0" r="0" t="0"/>
          <a:stretch/>
        </p:blipFill>
        <p:spPr>
          <a:xfrm>
            <a:off x="4617169" y="3056547"/>
            <a:ext cx="3573661" cy="1708657"/>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Trigger _function example </a:t>
            </a:r>
            <a:endParaRPr/>
          </a:p>
        </p:txBody>
      </p:sp>
      <p:pic>
        <p:nvPicPr>
          <p:cNvPr id="553" name="Google Shape;553;p66"/>
          <p:cNvPicPr preferRelativeResize="0"/>
          <p:nvPr>
            <p:ph idx="1" type="body"/>
          </p:nvPr>
        </p:nvPicPr>
        <p:blipFill rotWithShape="1">
          <a:blip r:embed="rId3">
            <a:alphaModFix/>
          </a:blip>
          <a:srcRect b="0" l="0" r="0" t="0"/>
          <a:stretch/>
        </p:blipFill>
        <p:spPr>
          <a:xfrm>
            <a:off x="498298" y="1465961"/>
            <a:ext cx="4457096" cy="3240360"/>
          </a:xfrm>
          <a:prstGeom prst="rect">
            <a:avLst/>
          </a:prstGeom>
          <a:noFill/>
          <a:ln>
            <a:noFill/>
          </a:ln>
          <a:effectLst>
            <a:outerShdw blurRad="292100" rotWithShape="0" algn="tl" dir="2700000" dist="139700">
              <a:srgbClr val="333333">
                <a:alpha val="64705"/>
              </a:srgbClr>
            </a:outerShdw>
          </a:effectLst>
        </p:spPr>
      </p:pic>
      <p:pic>
        <p:nvPicPr>
          <p:cNvPr id="554" name="Google Shape;554;p66"/>
          <p:cNvPicPr preferRelativeResize="0"/>
          <p:nvPr/>
        </p:nvPicPr>
        <p:blipFill rotWithShape="1">
          <a:blip r:embed="rId4">
            <a:alphaModFix/>
          </a:blip>
          <a:srcRect b="0" l="0" r="0" t="0"/>
          <a:stretch/>
        </p:blipFill>
        <p:spPr>
          <a:xfrm>
            <a:off x="5070692" y="4327393"/>
            <a:ext cx="3767770" cy="1584176"/>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2</a:t>
            </a:r>
            <a:endParaRPr/>
          </a:p>
        </p:txBody>
      </p:sp>
      <p:sp>
        <p:nvSpPr>
          <p:cNvPr id="560" name="Google Shape;560;p6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97180" lvl="0" marL="457200" rtl="0" algn="l">
              <a:lnSpc>
                <a:spcPct val="100000"/>
              </a:lnSpc>
              <a:spcBef>
                <a:spcPts val="360"/>
              </a:spcBef>
              <a:spcAft>
                <a:spcPts val="0"/>
              </a:spcAft>
              <a:buSzPts val="1080"/>
              <a:buChar char="■"/>
            </a:pPr>
            <a:r>
              <a:rPr lang="en-US"/>
              <a:t>write a code to implement trigger in postgresql. create table student(id,name,mark1,mark2,total) apply trigger on it, when new row will be inserted into student table total will be calculated automatically. (total=marks1+marks2)</a:t>
            </a:r>
            <a:endParaRPr/>
          </a:p>
          <a:p>
            <a:pPr indent="-228600" lvl="0" marL="457200" rtl="0" algn="l">
              <a:lnSpc>
                <a:spcPct val="100000"/>
              </a:lnSpc>
              <a:spcBef>
                <a:spcPts val="360"/>
              </a:spcBef>
              <a:spcAft>
                <a:spcPts val="0"/>
              </a:spcAft>
              <a:buSzPts val="1080"/>
              <a:buNone/>
            </a:pPr>
            <a:r>
              <a:t/>
            </a:r>
            <a:endParaRPr/>
          </a:p>
        </p:txBody>
      </p:sp>
      <p:sp>
        <p:nvSpPr>
          <p:cNvPr id="561" name="Google Shape;561;p6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6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568" name="Google Shape;568;p6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569" name="Google Shape;569;p68"/>
          <p:cNvPicPr preferRelativeResize="0"/>
          <p:nvPr/>
        </p:nvPicPr>
        <p:blipFill rotWithShape="1">
          <a:blip r:embed="rId3">
            <a:alphaModFix/>
          </a:blip>
          <a:srcRect b="0" l="0" r="0" t="0"/>
          <a:stretch/>
        </p:blipFill>
        <p:spPr>
          <a:xfrm>
            <a:off x="629368" y="1785089"/>
            <a:ext cx="2524125" cy="1809750"/>
          </a:xfrm>
          <a:prstGeom prst="rect">
            <a:avLst/>
          </a:prstGeom>
          <a:noFill/>
          <a:ln>
            <a:noFill/>
          </a:ln>
        </p:spPr>
      </p:pic>
      <p:pic>
        <p:nvPicPr>
          <p:cNvPr id="570" name="Google Shape;570;p68"/>
          <p:cNvPicPr preferRelativeResize="0"/>
          <p:nvPr/>
        </p:nvPicPr>
        <p:blipFill rotWithShape="1">
          <a:blip r:embed="rId4">
            <a:alphaModFix/>
          </a:blip>
          <a:srcRect b="0" l="0" r="0" t="0"/>
          <a:stretch/>
        </p:blipFill>
        <p:spPr>
          <a:xfrm>
            <a:off x="3452422" y="1785089"/>
            <a:ext cx="3667125" cy="1962150"/>
          </a:xfrm>
          <a:prstGeom prst="rect">
            <a:avLst/>
          </a:prstGeom>
          <a:noFill/>
          <a:ln>
            <a:noFill/>
          </a:ln>
        </p:spPr>
      </p:pic>
      <p:pic>
        <p:nvPicPr>
          <p:cNvPr id="571" name="Google Shape;571;p68"/>
          <p:cNvPicPr preferRelativeResize="0"/>
          <p:nvPr/>
        </p:nvPicPr>
        <p:blipFill rotWithShape="1">
          <a:blip r:embed="rId5">
            <a:alphaModFix/>
          </a:blip>
          <a:srcRect b="0" l="0" r="0" t="0"/>
          <a:stretch/>
        </p:blipFill>
        <p:spPr>
          <a:xfrm>
            <a:off x="3421224" y="3817958"/>
            <a:ext cx="3564019" cy="1349483"/>
          </a:xfrm>
          <a:prstGeom prst="rect">
            <a:avLst/>
          </a:prstGeom>
          <a:noFill/>
          <a:ln>
            <a:noFill/>
          </a:ln>
        </p:spPr>
      </p:pic>
      <p:pic>
        <p:nvPicPr>
          <p:cNvPr id="572" name="Google Shape;572;p68"/>
          <p:cNvPicPr preferRelativeResize="0"/>
          <p:nvPr/>
        </p:nvPicPr>
        <p:blipFill rotWithShape="1">
          <a:blip r:embed="rId6">
            <a:alphaModFix/>
          </a:blip>
          <a:srcRect b="0" l="0" r="0" t="0"/>
          <a:stretch/>
        </p:blipFill>
        <p:spPr>
          <a:xfrm>
            <a:off x="400768" y="4319652"/>
            <a:ext cx="2752725" cy="7239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573" name="Google Shape;573;p68"/>
          <p:cNvPicPr preferRelativeResize="0"/>
          <p:nvPr/>
        </p:nvPicPr>
        <p:blipFill rotWithShape="1">
          <a:blip r:embed="rId7">
            <a:alphaModFix/>
          </a:blip>
          <a:srcRect b="0" l="0" r="0" t="0"/>
          <a:stretch/>
        </p:blipFill>
        <p:spPr>
          <a:xfrm>
            <a:off x="253130" y="5473873"/>
            <a:ext cx="3048000" cy="1038225"/>
          </a:xfrm>
          <a:prstGeom prst="rect">
            <a:avLst/>
          </a:prstGeom>
          <a:noFill/>
          <a:ln>
            <a:noFill/>
          </a:ln>
        </p:spPr>
      </p:pic>
      <p:pic>
        <p:nvPicPr>
          <p:cNvPr id="574" name="Google Shape;574;p68"/>
          <p:cNvPicPr preferRelativeResize="0"/>
          <p:nvPr/>
        </p:nvPicPr>
        <p:blipFill rotWithShape="1">
          <a:blip r:embed="rId8">
            <a:alphaModFix/>
          </a:blip>
          <a:srcRect b="0" l="0" r="0" t="0"/>
          <a:stretch/>
        </p:blipFill>
        <p:spPr>
          <a:xfrm>
            <a:off x="3421223" y="5516734"/>
            <a:ext cx="4332387" cy="4878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1000"/>
                                        <p:tgtEl>
                                          <p:spTgt spid="5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1000"/>
                                        <p:tgtEl>
                                          <p:spTgt spid="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10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0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1000"/>
                                        <p:tgtEl>
                                          <p:spTgt spid="5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69"/>
          <p:cNvSpPr txBox="1"/>
          <p:nvPr>
            <p:ph type="title"/>
          </p:nvPr>
        </p:nvSpPr>
        <p:spPr>
          <a:xfrm>
            <a:off x="1767786" y="1543702"/>
            <a:ext cx="5459732" cy="94897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100"/>
              </a:spcBef>
              <a:spcAft>
                <a:spcPts val="0"/>
              </a:spcAft>
              <a:buSzPts val="1400"/>
              <a:buNone/>
            </a:pPr>
            <a:r>
              <a:rPr lang="en-US" sz="6000"/>
              <a:t>TCL Commands</a:t>
            </a:r>
            <a:endParaRPr sz="6000"/>
          </a:p>
        </p:txBody>
      </p:sp>
      <p:pic>
        <p:nvPicPr>
          <p:cNvPr id="580" name="Google Shape;580;p69"/>
          <p:cNvPicPr preferRelativeResize="0"/>
          <p:nvPr/>
        </p:nvPicPr>
        <p:blipFill rotWithShape="1">
          <a:blip r:embed="rId3">
            <a:alphaModFix/>
          </a:blip>
          <a:srcRect b="0" l="0" r="0" t="0"/>
          <a:stretch/>
        </p:blipFill>
        <p:spPr>
          <a:xfrm>
            <a:off x="1400175" y="2694335"/>
            <a:ext cx="6343650" cy="3248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0"/>
          <p:cNvSpPr txBox="1"/>
          <p:nvPr>
            <p:ph type="title"/>
          </p:nvPr>
        </p:nvSpPr>
        <p:spPr>
          <a:xfrm>
            <a:off x="600023" y="710535"/>
            <a:ext cx="6376974" cy="579646"/>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100"/>
              </a:spcBef>
              <a:spcAft>
                <a:spcPts val="0"/>
              </a:spcAft>
              <a:buSzPts val="1400"/>
              <a:buNone/>
            </a:pPr>
            <a:r>
              <a:rPr lang="en-US"/>
              <a:t>Transaction Control Languages.</a:t>
            </a:r>
            <a:endParaRPr/>
          </a:p>
        </p:txBody>
      </p:sp>
      <p:sp>
        <p:nvSpPr>
          <p:cNvPr id="586" name="Google Shape;586;p70"/>
          <p:cNvSpPr txBox="1"/>
          <p:nvPr/>
        </p:nvSpPr>
        <p:spPr>
          <a:xfrm>
            <a:off x="687705" y="1766062"/>
            <a:ext cx="7892624" cy="3488391"/>
          </a:xfrm>
          <a:prstGeom prst="rect">
            <a:avLst/>
          </a:prstGeom>
          <a:noFill/>
          <a:ln>
            <a:noFill/>
          </a:ln>
        </p:spPr>
        <p:txBody>
          <a:bodyPr anchorCtr="0" anchor="t" bIns="0" lIns="0" spcFirstLastPara="1" rIns="0" wrap="square" tIns="92075">
            <a:spAutoFit/>
          </a:bodyPr>
          <a:lstStyle/>
          <a:p>
            <a:pPr indent="-228600" lvl="0" marL="241300" marR="5080" rtl="0" algn="l">
              <a:lnSpc>
                <a:spcPct val="80000"/>
              </a:lnSpc>
              <a:spcBef>
                <a:spcPts val="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These commands are used for maintaining consistency of the database and for the management of transactions made by the DML commands.</a:t>
            </a:r>
            <a:endParaRPr b="0" i="0" sz="2600" u="none" cap="none" strike="noStrike">
              <a:solidFill>
                <a:srgbClr val="000000"/>
              </a:solidFill>
              <a:latin typeface="Calibri"/>
              <a:ea typeface="Calibri"/>
              <a:cs typeface="Calibri"/>
              <a:sym typeface="Calibri"/>
            </a:endParaRPr>
          </a:p>
          <a:p>
            <a:pPr indent="-228600" lvl="0" marL="241300" marR="671830" rtl="0" algn="l">
              <a:lnSpc>
                <a:spcPct val="96153"/>
              </a:lnSpc>
              <a:spcBef>
                <a:spcPts val="975"/>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A </a:t>
            </a:r>
            <a:r>
              <a:rPr b="1" i="0" lang="en-US" sz="2600" u="none" cap="none" strike="noStrike">
                <a:solidFill>
                  <a:srgbClr val="000000"/>
                </a:solidFill>
                <a:latin typeface="Calibri"/>
                <a:ea typeface="Calibri"/>
                <a:cs typeface="Calibri"/>
                <a:sym typeface="Calibri"/>
              </a:rPr>
              <a:t>Transaction </a:t>
            </a:r>
            <a:r>
              <a:rPr b="0" i="0" lang="en-US" sz="2600" u="none" cap="none" strike="noStrike">
                <a:solidFill>
                  <a:srgbClr val="000000"/>
                </a:solidFill>
                <a:latin typeface="Calibri"/>
                <a:ea typeface="Calibri"/>
                <a:cs typeface="Calibri"/>
                <a:sym typeface="Calibri"/>
              </a:rPr>
              <a:t>is a set of SQL statements that are executed on the data stored in DBMS.</a:t>
            </a:r>
            <a:endParaRPr b="0" i="0" sz="2600" u="none" cap="none" strike="noStrike">
              <a:solidFill>
                <a:srgbClr val="000000"/>
              </a:solidFill>
              <a:latin typeface="Calibri"/>
              <a:ea typeface="Calibri"/>
              <a:cs typeface="Calibri"/>
              <a:sym typeface="Calibri"/>
            </a:endParaRPr>
          </a:p>
          <a:p>
            <a:pPr indent="-228600" lvl="0" marL="241300" marR="724535" rtl="0" algn="l">
              <a:lnSpc>
                <a:spcPct val="96153"/>
              </a:lnSpc>
              <a:spcBef>
                <a:spcPts val="100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Whenever any transaction is made these transactions are temporarily happen in database.</a:t>
            </a:r>
            <a:endParaRPr b="0" i="0" sz="2600" u="none" cap="none" strike="noStrike">
              <a:solidFill>
                <a:srgbClr val="000000"/>
              </a:solidFill>
              <a:latin typeface="Calibri"/>
              <a:ea typeface="Calibri"/>
              <a:cs typeface="Calibri"/>
              <a:sym typeface="Calibri"/>
            </a:endParaRPr>
          </a:p>
          <a:p>
            <a:pPr indent="-228600" lvl="0" marL="241300" marR="2041525" rtl="0" algn="l">
              <a:lnSpc>
                <a:spcPct val="112000"/>
              </a:lnSpc>
              <a:spcBef>
                <a:spcPts val="15"/>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So to make the changes permanent, we  use </a:t>
            </a:r>
            <a:r>
              <a:rPr b="1" i="0" lang="en-US" sz="2600" u="none" cap="none" strike="noStrike">
                <a:solidFill>
                  <a:srgbClr val="000000"/>
                </a:solidFill>
                <a:latin typeface="Calibri"/>
                <a:ea typeface="Calibri"/>
                <a:cs typeface="Calibri"/>
                <a:sym typeface="Calibri"/>
              </a:rPr>
              <a:t>TCL </a:t>
            </a:r>
            <a:r>
              <a:rPr b="0" i="0" lang="en-US" sz="2600" u="none" cap="none" strike="noStrike">
                <a:solidFill>
                  <a:srgbClr val="000000"/>
                </a:solidFill>
                <a:latin typeface="Calibri"/>
                <a:ea typeface="Calibri"/>
                <a:cs typeface="Calibri"/>
                <a:sym typeface="Calibri"/>
              </a:rPr>
              <a:t>commands.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TCL </a:t>
            </a:r>
            <a:endParaRPr/>
          </a:p>
        </p:txBody>
      </p:sp>
      <p:sp>
        <p:nvSpPr>
          <p:cNvPr id="592" name="Google Shape;592;p7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28600" lvl="0" marL="457200" rtl="0" algn="l">
              <a:lnSpc>
                <a:spcPct val="100000"/>
              </a:lnSpc>
              <a:spcBef>
                <a:spcPts val="360"/>
              </a:spcBef>
              <a:spcAft>
                <a:spcPts val="0"/>
              </a:spcAft>
              <a:buSzPts val="1080"/>
              <a:buNone/>
            </a:pPr>
            <a:r>
              <a:t/>
            </a:r>
            <a:endParaRPr/>
          </a:p>
        </p:txBody>
      </p:sp>
      <p:sp>
        <p:nvSpPr>
          <p:cNvPr id="593" name="Google Shape;593;p7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Slide 8- </a:t>
            </a:r>
            <a:fld id="{00000000-1234-1234-1234-123412341234}" type="slidenum">
              <a:rPr lang="en-US"/>
              <a:t>‹#›</a:t>
            </a:fld>
            <a:endParaRPr/>
          </a:p>
        </p:txBody>
      </p:sp>
      <p:pic>
        <p:nvPicPr>
          <p:cNvPr id="594" name="Google Shape;594;p71"/>
          <p:cNvPicPr preferRelativeResize="0"/>
          <p:nvPr/>
        </p:nvPicPr>
        <p:blipFill rotWithShape="1">
          <a:blip r:embed="rId3">
            <a:alphaModFix/>
          </a:blip>
          <a:srcRect b="0" l="0" r="0" t="0"/>
          <a:stretch/>
        </p:blipFill>
        <p:spPr>
          <a:xfrm>
            <a:off x="425494" y="2288032"/>
            <a:ext cx="5086350" cy="3400425"/>
          </a:xfrm>
          <a:prstGeom prst="rect">
            <a:avLst/>
          </a:prstGeom>
          <a:noFill/>
          <a:ln>
            <a:noFill/>
          </a:ln>
        </p:spPr>
      </p:pic>
      <p:pic>
        <p:nvPicPr>
          <p:cNvPr id="595" name="Google Shape;595;p71"/>
          <p:cNvPicPr preferRelativeResize="0"/>
          <p:nvPr/>
        </p:nvPicPr>
        <p:blipFill rotWithShape="1">
          <a:blip r:embed="rId4">
            <a:alphaModFix/>
          </a:blip>
          <a:srcRect b="0" l="0" r="0" t="0"/>
          <a:stretch/>
        </p:blipFill>
        <p:spPr>
          <a:xfrm>
            <a:off x="4772415" y="1485266"/>
            <a:ext cx="3394553" cy="160553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2"/>
          <p:cNvSpPr txBox="1"/>
          <p:nvPr/>
        </p:nvSpPr>
        <p:spPr>
          <a:xfrm>
            <a:off x="468260" y="1500865"/>
            <a:ext cx="7756200" cy="4491000"/>
          </a:xfrm>
          <a:prstGeom prst="rect">
            <a:avLst/>
          </a:prstGeom>
          <a:noFill/>
          <a:ln>
            <a:noFill/>
          </a:ln>
        </p:spPr>
        <p:txBody>
          <a:bodyPr anchorCtr="0" anchor="t" bIns="0" lIns="0" spcFirstLastPara="1" rIns="0" wrap="square" tIns="47625">
            <a:spAutoFit/>
          </a:bodyPr>
          <a:lstStyle/>
          <a:p>
            <a:pPr indent="-227965" lvl="0" marL="240665"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Calibri"/>
                <a:ea typeface="Calibri"/>
                <a:cs typeface="Calibri"/>
                <a:sym typeface="Calibri"/>
              </a:rPr>
              <a:t>1. COMMIT :</a:t>
            </a:r>
            <a:endParaRPr b="0" i="0" sz="2000" u="none" cap="none" strike="noStrike">
              <a:solidFill>
                <a:srgbClr val="000000"/>
              </a:solidFill>
              <a:latin typeface="Calibri"/>
              <a:ea typeface="Calibri"/>
              <a:cs typeface="Calibri"/>
              <a:sym typeface="Calibri"/>
            </a:endParaRPr>
          </a:p>
          <a:p>
            <a:pPr indent="-227965" lvl="0" marL="240665" marR="0" rtl="0" algn="l">
              <a:lnSpc>
                <a:spcPct val="100000"/>
              </a:lnSpc>
              <a:spcBef>
                <a:spcPts val="275"/>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This command is used to save the data permanently.</a:t>
            </a:r>
            <a:endParaRPr b="0" i="0" sz="2000" u="none" cap="none" strike="noStrike">
              <a:solidFill>
                <a:srgbClr val="000000"/>
              </a:solidFill>
              <a:latin typeface="Calibri"/>
              <a:ea typeface="Calibri"/>
              <a:cs typeface="Calibri"/>
              <a:sym typeface="Calibri"/>
            </a:endParaRPr>
          </a:p>
          <a:p>
            <a:pPr indent="-228600" lvl="0" marL="241300" marR="315595" rtl="0" algn="l">
              <a:lnSpc>
                <a:spcPct val="70000"/>
              </a:lnSpc>
              <a:spcBef>
                <a:spcPts val="101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Whenever we perform any of the DML command like -INSERT, DELETE or UPDATE, these can be rollback if the data is not stored permanently.</a:t>
            </a:r>
            <a:endParaRPr b="0" i="0" sz="2000" u="none" cap="none" strike="noStrike">
              <a:solidFill>
                <a:srgbClr val="000000"/>
              </a:solidFill>
              <a:latin typeface="Calibri"/>
              <a:ea typeface="Calibri"/>
              <a:cs typeface="Calibri"/>
              <a:sym typeface="Calibri"/>
            </a:endParaRPr>
          </a:p>
          <a:p>
            <a:pPr indent="-227965" lvl="0" marL="240665" marR="0" rtl="0" algn="l">
              <a:lnSpc>
                <a:spcPct val="117250"/>
              </a:lnSpc>
              <a:spcBef>
                <a:spcPts val="275"/>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So in order to be at the safer side COMMIT command is used.</a:t>
            </a:r>
            <a:endParaRPr b="0" i="0" sz="2000" u="none" cap="none" strike="noStrike">
              <a:solidFill>
                <a:srgbClr val="000000"/>
              </a:solidFill>
              <a:latin typeface="Calibri"/>
              <a:ea typeface="Calibri"/>
              <a:cs typeface="Calibri"/>
              <a:sym typeface="Calibri"/>
            </a:endParaRPr>
          </a:p>
          <a:p>
            <a:pPr indent="0" lvl="0" marL="469900" marR="0" rtl="0" algn="l">
              <a:lnSpc>
                <a:spcPct val="116764"/>
              </a:lnSpc>
              <a:spcBef>
                <a:spcPts val="0"/>
              </a:spcBef>
              <a:spcAft>
                <a:spcPts val="0"/>
              </a:spcAft>
              <a:buNone/>
            </a:pPr>
            <a:r>
              <a:rPr b="1" i="0" lang="en-US" sz="1700" u="none" cap="none" strike="noStrike">
                <a:solidFill>
                  <a:srgbClr val="000000"/>
                </a:solidFill>
                <a:latin typeface="Calibri"/>
                <a:ea typeface="Calibri"/>
                <a:cs typeface="Calibri"/>
                <a:sym typeface="Calibri"/>
              </a:rPr>
              <a:t>Syntax:	</a:t>
            </a:r>
            <a:r>
              <a:rPr b="0" i="0" lang="en-US" sz="1700" u="none" cap="none" strike="noStrike">
                <a:solidFill>
                  <a:srgbClr val="000000"/>
                </a:solidFill>
                <a:latin typeface="Calibri"/>
                <a:ea typeface="Calibri"/>
                <a:cs typeface="Calibri"/>
                <a:sym typeface="Calibri"/>
              </a:rPr>
              <a:t>commit;</a:t>
            </a:r>
            <a:endParaRPr b="0" i="0" sz="1700" u="none" cap="none" strike="noStrike">
              <a:solidFill>
                <a:srgbClr val="000000"/>
              </a:solidFill>
              <a:latin typeface="Calibri"/>
              <a:ea typeface="Calibri"/>
              <a:cs typeface="Calibri"/>
              <a:sym typeface="Calibri"/>
            </a:endParaRPr>
          </a:p>
          <a:p>
            <a:pPr indent="-227965" lvl="0" marL="240665"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Calibri"/>
                <a:ea typeface="Calibri"/>
                <a:cs typeface="Calibri"/>
                <a:sym typeface="Calibri"/>
              </a:rPr>
              <a:t>2. ROLLBACK :</a:t>
            </a:r>
            <a:endParaRPr b="0" i="0" sz="2000" u="none" cap="none" strike="noStrike">
              <a:solidFill>
                <a:srgbClr val="000000"/>
              </a:solidFill>
              <a:latin typeface="Calibri"/>
              <a:ea typeface="Calibri"/>
              <a:cs typeface="Calibri"/>
              <a:sym typeface="Calibri"/>
            </a:endParaRPr>
          </a:p>
          <a:p>
            <a:pPr indent="-228600" lvl="0" marL="241300" marR="207009" rtl="0" algn="l">
              <a:lnSpc>
                <a:spcPct val="70000"/>
              </a:lnSpc>
              <a:spcBef>
                <a:spcPts val="101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This command is used to get the data or restore the data to the last savepoint or last committed state.</a:t>
            </a:r>
            <a:endParaRPr b="0" i="0" sz="2000" u="none" cap="none" strike="noStrike">
              <a:solidFill>
                <a:srgbClr val="000000"/>
              </a:solidFill>
              <a:latin typeface="Calibri"/>
              <a:ea typeface="Calibri"/>
              <a:cs typeface="Calibri"/>
              <a:sym typeface="Calibri"/>
            </a:endParaRPr>
          </a:p>
          <a:p>
            <a:pPr indent="-228600" lvl="0" marL="241300" marR="201930" rtl="0" algn="l">
              <a:lnSpc>
                <a:spcPct val="70000"/>
              </a:lnSpc>
              <a:spcBef>
                <a:spcPts val="10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If due to some reasons the data inserted, deleted or updated is not correct, you can rollback the data to a particular savepoint or if savepoint is not done, then to the last committed state.</a:t>
            </a:r>
            <a:endParaRPr b="0" i="0" sz="2000" u="none" cap="none" strike="noStrike">
              <a:solidFill>
                <a:srgbClr val="000000"/>
              </a:solidFill>
              <a:latin typeface="Calibri"/>
              <a:ea typeface="Calibri"/>
              <a:cs typeface="Calibri"/>
              <a:sym typeface="Calibri"/>
            </a:endParaRPr>
          </a:p>
          <a:p>
            <a:pPr indent="0" lvl="0" marL="469900" marR="0" rtl="0" algn="l">
              <a:lnSpc>
                <a:spcPct val="113529"/>
              </a:lnSpc>
              <a:spcBef>
                <a:spcPts val="0"/>
              </a:spcBef>
              <a:spcAft>
                <a:spcPts val="0"/>
              </a:spcAft>
              <a:buNone/>
            </a:pPr>
            <a:r>
              <a:rPr b="1" i="0" lang="en-US" sz="1700" u="none" cap="none" strike="noStrike">
                <a:solidFill>
                  <a:srgbClr val="000000"/>
                </a:solidFill>
                <a:latin typeface="Calibri"/>
                <a:ea typeface="Calibri"/>
                <a:cs typeface="Calibri"/>
                <a:sym typeface="Calibri"/>
              </a:rPr>
              <a:t>Syntax</a:t>
            </a:r>
            <a:r>
              <a:rPr b="0" i="0" lang="en-US" sz="1700" u="none" cap="none" strike="noStrike">
                <a:solidFill>
                  <a:srgbClr val="000000"/>
                </a:solidFill>
                <a:latin typeface="Calibri"/>
                <a:ea typeface="Calibri"/>
                <a:cs typeface="Calibri"/>
                <a:sym typeface="Calibri"/>
              </a:rPr>
              <a:t>:	rollback;</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875"/>
              </a:spcBef>
              <a:spcAft>
                <a:spcPts val="0"/>
              </a:spcAft>
              <a:buNone/>
            </a:pPr>
            <a:r>
              <a:t/>
            </a:r>
            <a:endParaRPr b="0" i="0" sz="1700" u="none" cap="none" strike="noStrike">
              <a:solidFill>
                <a:srgbClr val="000000"/>
              </a:solidFill>
              <a:latin typeface="Calibri"/>
              <a:ea typeface="Calibri"/>
              <a:cs typeface="Calibri"/>
              <a:sym typeface="Calibri"/>
            </a:endParaRPr>
          </a:p>
        </p:txBody>
      </p:sp>
      <p:pic>
        <p:nvPicPr>
          <p:cNvPr id="601" name="Google Shape;601;p72"/>
          <p:cNvPicPr preferRelativeResize="0"/>
          <p:nvPr/>
        </p:nvPicPr>
        <p:blipFill rotWithShape="1">
          <a:blip r:embed="rId3">
            <a:alphaModFix/>
          </a:blip>
          <a:srcRect b="0" l="0" r="0" t="0"/>
          <a:stretch/>
        </p:blipFill>
        <p:spPr>
          <a:xfrm>
            <a:off x="563671" y="5784047"/>
            <a:ext cx="6885761" cy="619718"/>
          </a:xfrm>
          <a:prstGeom prst="rect">
            <a:avLst/>
          </a:prstGeom>
          <a:noFill/>
          <a:ln>
            <a:noFill/>
          </a:ln>
        </p:spPr>
      </p:pic>
      <p:sp>
        <p:nvSpPr>
          <p:cNvPr id="602" name="Google Shape;602;p7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TCL Commands: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3"/>
          <p:cNvSpPr txBox="1"/>
          <p:nvPr>
            <p:ph idx="12" type="sldNum"/>
          </p:nvPr>
        </p:nvSpPr>
        <p:spPr>
          <a:xfrm>
            <a:off x="6934200" y="6400800"/>
            <a:ext cx="1905000" cy="4572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08" name="Google Shape;608;p73"/>
          <p:cNvSpPr/>
          <p:nvPr/>
        </p:nvSpPr>
        <p:spPr>
          <a:xfrm>
            <a:off x="1108552" y="1754640"/>
            <a:ext cx="6382011" cy="1492716"/>
          </a:xfrm>
          <a:prstGeom prst="rect">
            <a:avLst/>
          </a:prstGeom>
          <a:noFill/>
          <a:ln>
            <a:noFill/>
          </a:ln>
        </p:spPr>
        <p:txBody>
          <a:bodyPr anchorCtr="0" anchor="t" bIns="45700" lIns="91425" spcFirstLastPara="1" rIns="91425" wrap="square" tIns="45700">
            <a:spAutoFit/>
          </a:bodyPr>
          <a:lstStyle/>
          <a:p>
            <a:pPr indent="-227965" lvl="0" marL="240665"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Calibri"/>
                <a:ea typeface="Calibri"/>
                <a:cs typeface="Calibri"/>
                <a:sym typeface="Calibri"/>
              </a:rPr>
              <a:t>3. SAVEPOINT :</a:t>
            </a:r>
            <a:endParaRPr b="0" i="0" sz="1800" u="none" cap="none" strike="noStrike">
              <a:solidFill>
                <a:srgbClr val="000000"/>
              </a:solidFill>
              <a:latin typeface="Calibri"/>
              <a:ea typeface="Calibri"/>
              <a:cs typeface="Calibri"/>
              <a:sym typeface="Calibri"/>
            </a:endParaRPr>
          </a:p>
          <a:p>
            <a:pPr indent="-227965" lvl="0" marL="240665" marR="0" rtl="0" algn="l">
              <a:lnSpc>
                <a:spcPct val="113277"/>
              </a:lnSpc>
              <a:spcBef>
                <a:spcPts val="28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This command is used to save the data at a particular point temporarily, so that whenever needed can be rollback to that particular point.</a:t>
            </a:r>
            <a:endParaRPr b="0" i="0" sz="1800" u="none" cap="none" strike="noStrike">
              <a:solidFill>
                <a:srgbClr val="000000"/>
              </a:solidFill>
              <a:latin typeface="Calibri"/>
              <a:ea typeface="Calibri"/>
              <a:cs typeface="Calibri"/>
              <a:sym typeface="Calibri"/>
            </a:endParaRPr>
          </a:p>
          <a:p>
            <a:pPr indent="-227965" lvl="0" marL="240665" marR="0" rtl="0" algn="l">
              <a:lnSpc>
                <a:spcPct val="100000"/>
              </a:lnSpc>
              <a:spcBef>
                <a:spcPts val="280"/>
              </a:spcBef>
              <a:spcAft>
                <a:spcPts val="0"/>
              </a:spcAft>
              <a:buClr>
                <a:srgbClr val="000000"/>
              </a:buClr>
              <a:buSzPts val="1800"/>
              <a:buFont typeface="Arial"/>
              <a:buChar char="•"/>
            </a:pPr>
            <a:r>
              <a:rPr b="1" i="0" lang="en-US" sz="1800" u="none" cap="none" strike="noStrike">
                <a:solidFill>
                  <a:srgbClr val="000000"/>
                </a:solidFill>
                <a:latin typeface="Calibri"/>
                <a:ea typeface="Calibri"/>
                <a:cs typeface="Calibri"/>
                <a:sym typeface="Calibri"/>
              </a:rPr>
              <a:t>Syntax</a:t>
            </a:r>
            <a:r>
              <a:rPr b="0" i="0" lang="en-US" sz="1800" u="none" cap="none" strike="noStrike">
                <a:solidFill>
                  <a:srgbClr val="000000"/>
                </a:solidFill>
                <a:latin typeface="Calibri"/>
                <a:ea typeface="Calibri"/>
                <a:cs typeface="Calibri"/>
                <a:sym typeface="Calibri"/>
              </a:rPr>
              <a:t>:	Savepoint A;</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4"/>
          <p:cNvSpPr txBox="1"/>
          <p:nvPr>
            <p:ph type="title"/>
          </p:nvPr>
        </p:nvSpPr>
        <p:spPr>
          <a:xfrm>
            <a:off x="228600" y="410721"/>
            <a:ext cx="7796212" cy="884678"/>
          </a:xfrm>
          <a:prstGeom prst="rect">
            <a:avLst/>
          </a:prstGeom>
          <a:noFill/>
          <a:ln>
            <a:noFill/>
          </a:ln>
        </p:spPr>
        <p:txBody>
          <a:bodyPr anchorCtr="0" anchor="b" bIns="0" lIns="0" spcFirstLastPara="1" rIns="0" wrap="square" tIns="314775">
            <a:spAutoFit/>
          </a:bodyPr>
          <a:lstStyle/>
          <a:p>
            <a:pPr indent="0" lvl="0" marL="207009" rtl="0" algn="l">
              <a:lnSpc>
                <a:spcPct val="100000"/>
              </a:lnSpc>
              <a:spcBef>
                <a:spcPts val="105"/>
              </a:spcBef>
              <a:spcAft>
                <a:spcPts val="0"/>
              </a:spcAft>
              <a:buSzPts val="1400"/>
              <a:buNone/>
            </a:pPr>
            <a:r>
              <a:rPr lang="en-US"/>
              <a:t>Example:</a:t>
            </a:r>
            <a:endParaRPr/>
          </a:p>
        </p:txBody>
      </p:sp>
      <p:sp>
        <p:nvSpPr>
          <p:cNvPr id="614" name="Google Shape;614;p74"/>
          <p:cNvSpPr txBox="1"/>
          <p:nvPr/>
        </p:nvSpPr>
        <p:spPr>
          <a:xfrm>
            <a:off x="687705" y="1658493"/>
            <a:ext cx="6816566" cy="2748829"/>
          </a:xfrm>
          <a:prstGeom prst="rect">
            <a:avLst/>
          </a:prstGeom>
          <a:noFill/>
          <a:ln>
            <a:noFill/>
          </a:ln>
        </p:spPr>
        <p:txBody>
          <a:bodyPr anchorCtr="0" anchor="t" bIns="0" lIns="0" spcFirstLastPara="1" rIns="0" wrap="square" tIns="12050">
            <a:spAutoFit/>
          </a:bodyPr>
          <a:lstStyle/>
          <a:p>
            <a:pPr indent="-227329" lvl="0" marL="240029" marR="0" rtl="0" algn="l">
              <a:lnSpc>
                <a:spcPct val="119464"/>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Consider the following Table Student:</a:t>
            </a:r>
            <a:endParaRPr b="0" i="0" sz="2800" u="none" cap="none" strike="noStrike">
              <a:solidFill>
                <a:srgbClr val="000000"/>
              </a:solidFill>
              <a:latin typeface="Calibri"/>
              <a:ea typeface="Calibri"/>
              <a:cs typeface="Calibri"/>
              <a:sym typeface="Calibri"/>
            </a:endParaRPr>
          </a:p>
          <a:p>
            <a:pPr indent="0" lvl="0" marL="331470" marR="0" rtl="0" algn="l">
              <a:lnSpc>
                <a:spcPct val="118857"/>
              </a:lnSpc>
              <a:spcBef>
                <a:spcPts val="0"/>
              </a:spcBef>
              <a:spcAft>
                <a:spcPts val="0"/>
              </a:spcAft>
              <a:buNone/>
            </a:pPr>
            <a:r>
              <a:rPr b="0" i="0" lang="en-US" sz="1400" u="none" cap="none" strike="noStrike">
                <a:solidFill>
                  <a:srgbClr val="273139"/>
                </a:solidFill>
                <a:latin typeface="Consolas"/>
                <a:ea typeface="Consolas"/>
                <a:cs typeface="Consolas"/>
                <a:sym typeface="Consolas"/>
              </a:rPr>
              <a:t>UPDATE STUDENT SET NAME = ‘Sherlock’ WHERE NAME = ‘Jolly’;</a:t>
            </a:r>
            <a:endParaRPr b="0" i="0" sz="1400" u="none" cap="none" strike="noStrike">
              <a:solidFill>
                <a:srgbClr val="000000"/>
              </a:solidFill>
              <a:latin typeface="Consolas"/>
              <a:ea typeface="Consolas"/>
              <a:cs typeface="Consolas"/>
              <a:sym typeface="Consolas"/>
            </a:endParaRPr>
          </a:p>
          <a:p>
            <a:pPr indent="0" lvl="0" marL="331470" marR="0" rtl="0" algn="l">
              <a:lnSpc>
                <a:spcPct val="100000"/>
              </a:lnSpc>
              <a:spcBef>
                <a:spcPts val="0"/>
              </a:spcBef>
              <a:spcAft>
                <a:spcPts val="0"/>
              </a:spcAft>
              <a:buNone/>
            </a:pPr>
            <a:r>
              <a:rPr b="0" i="0" lang="en-US" sz="1400" u="none" cap="none" strike="noStrike">
                <a:solidFill>
                  <a:srgbClr val="273139"/>
                </a:solidFill>
                <a:latin typeface="Consolas"/>
                <a:ea typeface="Consolas"/>
                <a:cs typeface="Consolas"/>
                <a:sym typeface="Consolas"/>
              </a:rPr>
              <a:t>COMMIT;</a:t>
            </a:r>
            <a:endParaRPr b="0" i="0" sz="1400" u="none" cap="none" strike="noStrike">
              <a:solidFill>
                <a:srgbClr val="000000"/>
              </a:solidFill>
              <a:latin typeface="Consolas"/>
              <a:ea typeface="Consolas"/>
              <a:cs typeface="Consolas"/>
              <a:sym typeface="Consolas"/>
            </a:endParaRPr>
          </a:p>
          <a:p>
            <a:pPr indent="0" lvl="0" marL="331470" marR="0" rtl="0" algn="l">
              <a:lnSpc>
                <a:spcPct val="107857"/>
              </a:lnSpc>
              <a:spcBef>
                <a:spcPts val="25"/>
              </a:spcBef>
              <a:spcAft>
                <a:spcPts val="0"/>
              </a:spcAft>
              <a:buNone/>
            </a:pPr>
            <a:r>
              <a:rPr b="0" i="0" lang="en-US" sz="1400" u="none" cap="none" strike="noStrike">
                <a:solidFill>
                  <a:srgbClr val="273139"/>
                </a:solidFill>
                <a:latin typeface="Consolas"/>
                <a:ea typeface="Consolas"/>
                <a:cs typeface="Consolas"/>
                <a:sym typeface="Consolas"/>
              </a:rPr>
              <a:t>ROLLBACK;</a:t>
            </a:r>
            <a:endParaRPr b="0" i="0" sz="1400" u="none" cap="none" strike="noStrike">
              <a:solidFill>
                <a:srgbClr val="000000"/>
              </a:solidFill>
              <a:latin typeface="Consolas"/>
              <a:ea typeface="Consolas"/>
              <a:cs typeface="Consolas"/>
              <a:sym typeface="Consolas"/>
            </a:endParaRPr>
          </a:p>
          <a:p>
            <a:pPr indent="-227329" lvl="0" marL="240029" marR="5080" rtl="0" algn="l">
              <a:lnSpc>
                <a:spcPct val="107857"/>
              </a:lnSpc>
              <a:spcBef>
                <a:spcPts val="215"/>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By using this command you can update the record and save it permanently by using </a:t>
            </a:r>
            <a:r>
              <a:rPr b="1" i="0" lang="en-US" sz="2800" u="none" cap="none" strike="noStrike">
                <a:solidFill>
                  <a:srgbClr val="000000"/>
                </a:solidFill>
                <a:latin typeface="Calibri"/>
                <a:ea typeface="Calibri"/>
                <a:cs typeface="Calibri"/>
                <a:sym typeface="Calibri"/>
              </a:rPr>
              <a:t>COMMIT </a:t>
            </a:r>
            <a:r>
              <a:rPr b="0" i="0" lang="en-US" sz="2800" u="none" cap="none" strike="noStrike">
                <a:solidFill>
                  <a:srgbClr val="000000"/>
                </a:solidFill>
                <a:latin typeface="Calibri"/>
                <a:ea typeface="Calibri"/>
                <a:cs typeface="Calibri"/>
                <a:sym typeface="Calibri"/>
              </a:rPr>
              <a:t>command.</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62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Now after COMMIT :</a:t>
            </a:r>
            <a:endParaRPr b="0" i="0" sz="2800" u="none" cap="none" strike="noStrike">
              <a:solidFill>
                <a:srgbClr val="000000"/>
              </a:solidFill>
              <a:latin typeface="Calibri"/>
              <a:ea typeface="Calibri"/>
              <a:cs typeface="Calibri"/>
              <a:sym typeface="Calibri"/>
            </a:endParaRPr>
          </a:p>
        </p:txBody>
      </p:sp>
      <p:pic>
        <p:nvPicPr>
          <p:cNvPr id="615" name="Google Shape;615;p74"/>
          <p:cNvPicPr preferRelativeResize="0"/>
          <p:nvPr/>
        </p:nvPicPr>
        <p:blipFill rotWithShape="1">
          <a:blip r:embed="rId3">
            <a:alphaModFix/>
          </a:blip>
          <a:srcRect b="0" l="0" r="0" t="0"/>
          <a:stretch/>
        </p:blipFill>
        <p:spPr>
          <a:xfrm>
            <a:off x="1435504" y="4495365"/>
            <a:ext cx="1495586" cy="1783598"/>
          </a:xfrm>
          <a:prstGeom prst="rect">
            <a:avLst/>
          </a:prstGeom>
          <a:noFill/>
          <a:ln>
            <a:noFill/>
          </a:ln>
        </p:spPr>
      </p:pic>
      <p:pic>
        <p:nvPicPr>
          <p:cNvPr id="616" name="Google Shape;616;p74"/>
          <p:cNvPicPr preferRelativeResize="0"/>
          <p:nvPr/>
        </p:nvPicPr>
        <p:blipFill rotWithShape="1">
          <a:blip r:embed="rId4">
            <a:alphaModFix/>
          </a:blip>
          <a:srcRect b="0" l="0" r="0" t="0"/>
          <a:stretch/>
        </p:blipFill>
        <p:spPr>
          <a:xfrm>
            <a:off x="3976443" y="4495365"/>
            <a:ext cx="1259436" cy="1690976"/>
          </a:xfrm>
          <a:prstGeom prst="rect">
            <a:avLst/>
          </a:prstGeom>
          <a:noFill/>
          <a:ln>
            <a:noFill/>
          </a:ln>
        </p:spPr>
      </p:pic>
      <p:sp>
        <p:nvSpPr>
          <p:cNvPr id="617" name="Google Shape;617;p74"/>
          <p:cNvSpPr/>
          <p:nvPr/>
        </p:nvSpPr>
        <p:spPr>
          <a:xfrm>
            <a:off x="3068877" y="5215149"/>
            <a:ext cx="765466" cy="242316"/>
          </a:xfrm>
          <a:prstGeom prst="rightArrow">
            <a:avLst>
              <a:gd fmla="val 50000" name="adj1"/>
              <a:gd fmla="val 50000" name="adj2"/>
            </a:avLst>
          </a:prstGeom>
          <a:solidFill>
            <a:schemeClr val="accent1"/>
          </a:solidFill>
          <a:ln cap="flat" cmpd="sng" w="25400">
            <a:solidFill>
              <a:srgbClr val="00A6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8" name="Google Shape;618;p74"/>
          <p:cNvSpPr/>
          <p:nvPr/>
        </p:nvSpPr>
        <p:spPr>
          <a:xfrm>
            <a:off x="5880970" y="4353375"/>
            <a:ext cx="2624203" cy="1631216"/>
          </a:xfrm>
          <a:prstGeom prst="rect">
            <a:avLst/>
          </a:prstGeom>
          <a:noFill/>
          <a:ln>
            <a:noFill/>
          </a:ln>
        </p:spPr>
        <p:txBody>
          <a:bodyPr anchorCtr="0" anchor="t" bIns="45700" lIns="91425" spcFirstLastPara="1" rIns="91425" wrap="square" tIns="45700">
            <a:spAutoFit/>
          </a:bodyPr>
          <a:lstStyle/>
          <a:p>
            <a:pPr indent="-227329" lvl="0" marL="240029" marR="5080" rtl="0" algn="l">
              <a:lnSpc>
                <a:spcPct val="216428"/>
              </a:lnSpc>
              <a:spcBef>
                <a:spcPts val="0"/>
              </a:spcBef>
              <a:spcAft>
                <a:spcPts val="0"/>
              </a:spcAft>
              <a:buClr>
                <a:srgbClr val="000000"/>
              </a:buClr>
              <a:buSzPts val="1400"/>
              <a:buFont typeface="Arial"/>
              <a:buChar char="•"/>
            </a:pPr>
            <a:r>
              <a:rPr b="0" i="0" lang="en-US" sz="1400" u="none" cap="none" strike="noStrike">
                <a:solidFill>
                  <a:srgbClr val="000000"/>
                </a:solidFill>
                <a:latin typeface="Calibri"/>
                <a:ea typeface="Calibri"/>
                <a:cs typeface="Calibri"/>
                <a:sym typeface="Calibri"/>
              </a:rPr>
              <a:t>If commit was not performed then the changes made by the update command can be rollback.</a:t>
            </a:r>
            <a:endParaRPr b="0" i="0"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4"/>
                                        </p:tgtEl>
                                        <p:attrNameLst>
                                          <p:attrName>style.visibility</p:attrName>
                                        </p:attrNameLst>
                                      </p:cBhvr>
                                      <p:to>
                                        <p:strVal val="visible"/>
                                      </p:to>
                                    </p:set>
                                    <p:anim calcmode="lin" valueType="num">
                                      <p:cBhvr additive="base">
                                        <p:cTn dur="500"/>
                                        <p:tgtEl>
                                          <p:spTgt spid="6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5"/>
          <p:cNvSpPr txBox="1"/>
          <p:nvPr>
            <p:ph idx="12" type="sldNum"/>
          </p:nvPr>
        </p:nvSpPr>
        <p:spPr>
          <a:xfrm>
            <a:off x="6934200" y="6400800"/>
            <a:ext cx="1905000" cy="4572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id="624" name="Google Shape;624;p75"/>
          <p:cNvPicPr preferRelativeResize="0"/>
          <p:nvPr/>
        </p:nvPicPr>
        <p:blipFill rotWithShape="1">
          <a:blip r:embed="rId3">
            <a:alphaModFix/>
          </a:blip>
          <a:srcRect b="0" l="0" r="0" t="0"/>
          <a:stretch/>
        </p:blipFill>
        <p:spPr>
          <a:xfrm>
            <a:off x="383610" y="1512193"/>
            <a:ext cx="4343400" cy="2105025"/>
          </a:xfrm>
          <a:prstGeom prst="rect">
            <a:avLst/>
          </a:prstGeom>
          <a:noFill/>
          <a:ln>
            <a:noFill/>
          </a:ln>
          <a:effectLst>
            <a:outerShdw blurRad="292100" rotWithShape="0" algn="tl" dir="2700000" dist="139700">
              <a:srgbClr val="333333">
                <a:alpha val="64705"/>
              </a:srgbClr>
            </a:outerShdw>
          </a:effectLst>
        </p:spPr>
      </p:pic>
      <p:pic>
        <p:nvPicPr>
          <p:cNvPr id="625" name="Google Shape;625;p75"/>
          <p:cNvPicPr preferRelativeResize="0"/>
          <p:nvPr/>
        </p:nvPicPr>
        <p:blipFill rotWithShape="1">
          <a:blip r:embed="rId4">
            <a:alphaModFix/>
          </a:blip>
          <a:srcRect b="0" l="0" r="0" t="0"/>
          <a:stretch/>
        </p:blipFill>
        <p:spPr>
          <a:xfrm>
            <a:off x="383610" y="3868911"/>
            <a:ext cx="3556017" cy="1642541"/>
          </a:xfrm>
          <a:prstGeom prst="rect">
            <a:avLst/>
          </a:prstGeom>
          <a:noFill/>
          <a:ln>
            <a:noFill/>
          </a:ln>
          <a:effectLst>
            <a:outerShdw blurRad="292100" rotWithShape="0" algn="tl" dir="2700000" dist="139700">
              <a:srgbClr val="333333">
                <a:alpha val="64705"/>
              </a:srgbClr>
            </a:outerShdw>
          </a:effectLst>
        </p:spPr>
      </p:pic>
      <p:pic>
        <p:nvPicPr>
          <p:cNvPr id="626" name="Google Shape;626;p75"/>
          <p:cNvPicPr preferRelativeResize="0"/>
          <p:nvPr/>
        </p:nvPicPr>
        <p:blipFill rotWithShape="1">
          <a:blip r:embed="rId5">
            <a:alphaModFix/>
          </a:blip>
          <a:srcRect b="0" l="0" r="0" t="0"/>
          <a:stretch/>
        </p:blipFill>
        <p:spPr>
          <a:xfrm>
            <a:off x="4258849" y="3747533"/>
            <a:ext cx="4521158" cy="1025633"/>
          </a:xfrm>
          <a:prstGeom prst="rect">
            <a:avLst/>
          </a:prstGeom>
          <a:noFill/>
          <a:ln>
            <a:noFill/>
          </a:ln>
          <a:effectLst>
            <a:outerShdw blurRad="292100" rotWithShape="0" algn="tl" dir="2700000" dist="139700">
              <a:srgbClr val="333333">
                <a:alpha val="64705"/>
              </a:srgbClr>
            </a:outerShdw>
          </a:effectLst>
        </p:spPr>
      </p:pic>
      <p:pic>
        <p:nvPicPr>
          <p:cNvPr id="627" name="Google Shape;627;p75"/>
          <p:cNvPicPr preferRelativeResize="0"/>
          <p:nvPr/>
        </p:nvPicPr>
        <p:blipFill rotWithShape="1">
          <a:blip r:embed="rId6">
            <a:alphaModFix/>
          </a:blip>
          <a:srcRect b="0" l="0" r="0" t="0"/>
          <a:stretch/>
        </p:blipFill>
        <p:spPr>
          <a:xfrm>
            <a:off x="4444543" y="4886842"/>
            <a:ext cx="3284015" cy="876800"/>
          </a:xfrm>
          <a:prstGeom prst="rect">
            <a:avLst/>
          </a:prstGeom>
          <a:noFill/>
          <a:ln>
            <a:noFill/>
          </a:ln>
          <a:effectLst>
            <a:outerShdw blurRad="292100" rotWithShape="0" algn="tl" dir="2700000" dist="139700">
              <a:srgbClr val="333333">
                <a:alpha val="64705"/>
              </a:srgbClr>
            </a:outerShdw>
          </a:effectLst>
        </p:spPr>
      </p:pic>
      <p:sp>
        <p:nvSpPr>
          <p:cNvPr id="628" name="Google Shape;628;p75"/>
          <p:cNvSpPr txBox="1"/>
          <p:nvPr/>
        </p:nvSpPr>
        <p:spPr>
          <a:xfrm>
            <a:off x="826718" y="676405"/>
            <a:ext cx="200728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Example:</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6"/>
          <p:cNvSpPr txBox="1"/>
          <p:nvPr>
            <p:ph type="title"/>
          </p:nvPr>
        </p:nvSpPr>
        <p:spPr>
          <a:xfrm>
            <a:off x="228600" y="287610"/>
            <a:ext cx="7796212" cy="1007789"/>
          </a:xfrm>
          <a:prstGeom prst="rect">
            <a:avLst/>
          </a:prstGeom>
          <a:noFill/>
          <a:ln>
            <a:noFill/>
          </a:ln>
        </p:spPr>
        <p:txBody>
          <a:bodyPr anchorCtr="0" anchor="b" bIns="0" lIns="0" spcFirstLastPara="1" rIns="0" wrap="square" tIns="314775">
            <a:spAutoFit/>
          </a:bodyPr>
          <a:lstStyle/>
          <a:p>
            <a:pPr indent="0" lvl="0" marL="207009" rtl="0" algn="l">
              <a:lnSpc>
                <a:spcPct val="100000"/>
              </a:lnSpc>
              <a:spcBef>
                <a:spcPts val="105"/>
              </a:spcBef>
              <a:spcAft>
                <a:spcPts val="0"/>
              </a:spcAft>
              <a:buSzPts val="1400"/>
              <a:buNone/>
            </a:pPr>
            <a:r>
              <a:rPr lang="en-US"/>
              <a:t>Savepoint</a:t>
            </a:r>
            <a:endParaRPr/>
          </a:p>
        </p:txBody>
      </p:sp>
      <p:sp>
        <p:nvSpPr>
          <p:cNvPr id="634" name="Google Shape;634;p76"/>
          <p:cNvSpPr txBox="1"/>
          <p:nvPr/>
        </p:nvSpPr>
        <p:spPr>
          <a:xfrm>
            <a:off x="349501" y="1392662"/>
            <a:ext cx="3971978" cy="830997"/>
          </a:xfrm>
          <a:prstGeom prst="rect">
            <a:avLst/>
          </a:prstGeom>
          <a:noFill/>
          <a:ln>
            <a:noFill/>
          </a:ln>
        </p:spPr>
        <p:txBody>
          <a:bodyPr anchorCtr="0" anchor="t" bIns="0" lIns="0" spcFirstLastPara="1" rIns="0" wrap="square" tIns="60950">
            <a:spAutoFit/>
          </a:bodyPr>
          <a:lstStyle/>
          <a:p>
            <a:pPr indent="-227329" lvl="0" marL="240029" marR="508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If on the given table savepoint is performed</a:t>
            </a:r>
            <a:endParaRPr b="0" i="0" sz="2800" u="none" cap="none" strike="noStrike">
              <a:solidFill>
                <a:srgbClr val="000000"/>
              </a:solidFill>
              <a:latin typeface="Calibri"/>
              <a:ea typeface="Calibri"/>
              <a:cs typeface="Calibri"/>
              <a:sym typeface="Calibri"/>
            </a:endParaRPr>
          </a:p>
        </p:txBody>
      </p:sp>
      <p:sp>
        <p:nvSpPr>
          <p:cNvPr id="635" name="Google Shape;635;p76"/>
          <p:cNvSpPr txBox="1"/>
          <p:nvPr/>
        </p:nvSpPr>
        <p:spPr>
          <a:xfrm>
            <a:off x="2335490" y="2987236"/>
            <a:ext cx="3654266" cy="2290371"/>
          </a:xfrm>
          <a:prstGeom prst="rect">
            <a:avLst/>
          </a:prstGeom>
          <a:noFill/>
          <a:ln>
            <a:noFill/>
          </a:ln>
        </p:spPr>
        <p:txBody>
          <a:bodyPr anchorCtr="0" anchor="t" bIns="0" lIns="0" spcFirstLastPara="1" rIns="0" wrap="square" tIns="60950">
            <a:spAutoFit/>
          </a:bodyPr>
          <a:lstStyle/>
          <a:p>
            <a:pPr indent="-227329" lvl="0" marL="240029" marR="508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Now if we Rollback to Savepoint 	B:</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635"/>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Rollback to B;</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66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The resulting Table will be-</a:t>
            </a:r>
            <a:endParaRPr b="0" i="0" sz="2800" u="none" cap="none" strike="noStrike">
              <a:solidFill>
                <a:srgbClr val="000000"/>
              </a:solidFill>
              <a:latin typeface="Calibri"/>
              <a:ea typeface="Calibri"/>
              <a:cs typeface="Calibri"/>
              <a:sym typeface="Calibri"/>
            </a:endParaRPr>
          </a:p>
        </p:txBody>
      </p:sp>
      <p:pic>
        <p:nvPicPr>
          <p:cNvPr id="636" name="Google Shape;636;p76"/>
          <p:cNvPicPr preferRelativeResize="0"/>
          <p:nvPr/>
        </p:nvPicPr>
        <p:blipFill rotWithShape="1">
          <a:blip r:embed="rId3">
            <a:alphaModFix/>
          </a:blip>
          <a:srcRect b="0" l="0" r="0" t="0"/>
          <a:stretch/>
        </p:blipFill>
        <p:spPr>
          <a:xfrm>
            <a:off x="533601" y="2661581"/>
            <a:ext cx="1251447" cy="3175558"/>
          </a:xfrm>
          <a:prstGeom prst="rect">
            <a:avLst/>
          </a:prstGeom>
          <a:noFill/>
          <a:ln>
            <a:noFill/>
          </a:ln>
        </p:spPr>
      </p:pic>
      <p:pic>
        <p:nvPicPr>
          <p:cNvPr id="637" name="Google Shape;637;p76"/>
          <p:cNvPicPr preferRelativeResize="0"/>
          <p:nvPr/>
        </p:nvPicPr>
        <p:blipFill rotWithShape="1">
          <a:blip r:embed="rId4">
            <a:alphaModFix/>
          </a:blip>
          <a:srcRect b="0" l="0" r="0" t="0"/>
          <a:stretch/>
        </p:blipFill>
        <p:spPr>
          <a:xfrm>
            <a:off x="7014575" y="2987236"/>
            <a:ext cx="1426876" cy="2849903"/>
          </a:xfrm>
          <a:prstGeom prst="rect">
            <a:avLst/>
          </a:prstGeom>
          <a:noFill/>
          <a:ln>
            <a:noFill/>
          </a:ln>
        </p:spPr>
      </p:pic>
      <p:pic>
        <p:nvPicPr>
          <p:cNvPr id="638" name="Google Shape;638;p76"/>
          <p:cNvPicPr preferRelativeResize="0"/>
          <p:nvPr/>
        </p:nvPicPr>
        <p:blipFill rotWithShape="1">
          <a:blip r:embed="rId5">
            <a:alphaModFix/>
          </a:blip>
          <a:srcRect b="0" l="0" r="0" t="0"/>
          <a:stretch/>
        </p:blipFill>
        <p:spPr>
          <a:xfrm>
            <a:off x="3641306" y="378053"/>
            <a:ext cx="1047376" cy="1457921"/>
          </a:xfrm>
          <a:prstGeom prst="rect">
            <a:avLst/>
          </a:prstGeom>
          <a:noFill/>
          <a:ln>
            <a:noFill/>
          </a:ln>
        </p:spPr>
      </p:pic>
      <p:pic>
        <p:nvPicPr>
          <p:cNvPr id="639" name="Google Shape;639;p76"/>
          <p:cNvPicPr preferRelativeResize="0"/>
          <p:nvPr/>
        </p:nvPicPr>
        <p:blipFill rotWithShape="1">
          <a:blip r:embed="rId6">
            <a:alphaModFix/>
          </a:blip>
          <a:srcRect b="0" l="0" r="0" t="0"/>
          <a:stretch/>
        </p:blipFill>
        <p:spPr>
          <a:xfrm>
            <a:off x="4866323" y="378053"/>
            <a:ext cx="3476625" cy="2305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5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xEl>
                                              <p:pRg end="0" st="0"/>
                                            </p:txEl>
                                          </p:spTgt>
                                        </p:tgtEl>
                                        <p:attrNameLst>
                                          <p:attrName>style.visibility</p:attrName>
                                        </p:attrNameLst>
                                      </p:cBhvr>
                                      <p:to>
                                        <p:strVal val="visible"/>
                                      </p:to>
                                    </p:set>
                                    <p:animEffect filter="fade" transition="in">
                                      <p:cBhvr>
                                        <p:cTn dur="1000"/>
                                        <p:tgtEl>
                                          <p:spTgt spid="6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xEl>
                                              <p:pRg end="1" st="1"/>
                                            </p:txEl>
                                          </p:spTgt>
                                        </p:tgtEl>
                                        <p:attrNameLst>
                                          <p:attrName>style.visibility</p:attrName>
                                        </p:attrNameLst>
                                      </p:cBhvr>
                                      <p:to>
                                        <p:strVal val="visible"/>
                                      </p:to>
                                    </p:set>
                                    <p:animEffect filter="fade" transition="in">
                                      <p:cBhvr>
                                        <p:cTn dur="1000"/>
                                        <p:tgtEl>
                                          <p:spTgt spid="6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xEl>
                                              <p:pRg end="2" st="2"/>
                                            </p:txEl>
                                          </p:spTgt>
                                        </p:tgtEl>
                                        <p:attrNameLst>
                                          <p:attrName>style.visibility</p:attrName>
                                        </p:attrNameLst>
                                      </p:cBhvr>
                                      <p:to>
                                        <p:strVal val="visible"/>
                                      </p:to>
                                    </p:set>
                                    <p:animEffect filter="fade" transition="in">
                                      <p:cBhvr>
                                        <p:cTn dur="1000"/>
                                        <p:tgtEl>
                                          <p:spTgt spid="6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7"/>
          <p:cNvSpPr txBox="1"/>
          <p:nvPr/>
        </p:nvSpPr>
        <p:spPr>
          <a:xfrm>
            <a:off x="687705" y="1707919"/>
            <a:ext cx="3941921" cy="2432717"/>
          </a:xfrm>
          <a:prstGeom prst="rect">
            <a:avLst/>
          </a:prstGeom>
          <a:noFill/>
          <a:ln>
            <a:noFill/>
          </a:ln>
        </p:spPr>
        <p:txBody>
          <a:bodyPr anchorCtr="0" anchor="t" bIns="0" lIns="0" spcFirstLastPara="1" rIns="0" wrap="square" tIns="97775">
            <a:spAutoFit/>
          </a:bodyPr>
          <a:lstStyle/>
          <a:p>
            <a:pPr indent="-227329" lvl="0" marL="240029"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Now if we Rollback to Savepoint A:</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Rollback to A;</a:t>
            </a:r>
            <a:endParaRPr b="0" i="0" sz="2800" u="none" cap="none" strike="noStrike">
              <a:solidFill>
                <a:srgbClr val="000000"/>
              </a:solidFill>
              <a:latin typeface="Calibri"/>
              <a:ea typeface="Calibri"/>
              <a:cs typeface="Calibri"/>
              <a:sym typeface="Calibri"/>
            </a:endParaRPr>
          </a:p>
          <a:p>
            <a:pPr indent="-227329" lvl="0" marL="240029" marR="0" rtl="0" algn="l">
              <a:lnSpc>
                <a:spcPct val="100000"/>
              </a:lnSpc>
              <a:spcBef>
                <a:spcPts val="665"/>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The resulting Table will be-</a:t>
            </a:r>
            <a:endParaRPr b="0" i="0" sz="2800" u="none" cap="none" strike="noStrike">
              <a:solidFill>
                <a:srgbClr val="000000"/>
              </a:solidFill>
              <a:latin typeface="Calibri"/>
              <a:ea typeface="Calibri"/>
              <a:cs typeface="Calibri"/>
              <a:sym typeface="Calibri"/>
            </a:endParaRPr>
          </a:p>
        </p:txBody>
      </p:sp>
      <p:pic>
        <p:nvPicPr>
          <p:cNvPr id="645" name="Google Shape;645;p77"/>
          <p:cNvPicPr preferRelativeResize="0"/>
          <p:nvPr/>
        </p:nvPicPr>
        <p:blipFill rotWithShape="1">
          <a:blip r:embed="rId3">
            <a:alphaModFix/>
          </a:blip>
          <a:srcRect b="0" l="0" r="0" t="0"/>
          <a:stretch/>
        </p:blipFill>
        <p:spPr>
          <a:xfrm>
            <a:off x="5306186" y="1707919"/>
            <a:ext cx="2234481" cy="3991423"/>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78"/>
          <p:cNvSpPr txBox="1"/>
          <p:nvPr>
            <p:ph type="title"/>
          </p:nvPr>
        </p:nvSpPr>
        <p:spPr>
          <a:xfrm>
            <a:off x="3084533" y="2996307"/>
            <a:ext cx="3854886" cy="117486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Thank you</a:t>
            </a:r>
            <a:endParaRPr/>
          </a:p>
        </p:txBody>
      </p:sp>
      <p:sp>
        <p:nvSpPr>
          <p:cNvPr id="651" name="Google Shape;651;p7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kjscecomp</dc:creator>
</cp:coreProperties>
</file>