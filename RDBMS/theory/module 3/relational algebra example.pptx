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6858000" cx="9144000"/>
  <p:notesSz cx="7315200" cy="9601200"/>
  <p:embeddedFontLst>
    <p:embeddedFont>
      <p:font typeface="Helvetica Neue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HelveticaNeue-bold.fntdata"/><Relationship Id="rId50" Type="http://schemas.openxmlformats.org/officeDocument/2006/relationships/font" Target="fonts/HelveticaNeue-regular.fntdata"/><Relationship Id="rId53" Type="http://schemas.openxmlformats.org/officeDocument/2006/relationships/font" Target="fonts/HelveticaNeue-boldItalic.fntdata"/><Relationship Id="rId52" Type="http://schemas.openxmlformats.org/officeDocument/2006/relationships/font" Target="fonts/HelveticaNeue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48615" lvl="1" marL="914400" algn="l">
              <a:spcBef>
                <a:spcPts val="630"/>
              </a:spcBef>
              <a:spcAft>
                <a:spcPts val="0"/>
              </a:spcAft>
              <a:buSzPts val="1890"/>
              <a:buChar char="●"/>
              <a:defRPr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●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 txBox="1"/>
          <p:nvPr>
            <p:ph type="title"/>
          </p:nvPr>
        </p:nvSpPr>
        <p:spPr>
          <a:xfrm rot="5400000">
            <a:off x="4724400" y="2085975"/>
            <a:ext cx="57912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"/>
          <p:cNvSpPr txBox="1"/>
          <p:nvPr>
            <p:ph idx="1" type="body"/>
          </p:nvPr>
        </p:nvSpPr>
        <p:spPr>
          <a:xfrm rot="5400000">
            <a:off x="609600" y="142875"/>
            <a:ext cx="5791200" cy="5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48615" lvl="1" marL="914400" algn="l">
              <a:spcBef>
                <a:spcPts val="630"/>
              </a:spcBef>
              <a:spcAft>
                <a:spcPts val="0"/>
              </a:spcAft>
              <a:buSzPts val="1890"/>
              <a:buChar char="●"/>
              <a:defRPr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●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64" name="Google Shape;64;p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" type="body"/>
          </p:nvPr>
        </p:nvSpPr>
        <p:spPr>
          <a:xfrm rot="5400000">
            <a:off x="2057400" y="-371475"/>
            <a:ext cx="4876800" cy="7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48615" lvl="1" marL="914400" algn="l">
              <a:spcBef>
                <a:spcPts val="630"/>
              </a:spcBef>
              <a:spcAft>
                <a:spcPts val="0"/>
              </a:spcAft>
              <a:buSzPts val="1890"/>
              <a:buChar char="●"/>
              <a:defRPr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●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12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980"/>
              </a:spcBef>
              <a:spcAft>
                <a:spcPts val="0"/>
              </a:spcAft>
              <a:buClr>
                <a:srgbClr val="CC6600"/>
              </a:buClr>
              <a:buSzPts val="294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840"/>
              </a:spcBef>
              <a:spcAft>
                <a:spcPts val="0"/>
              </a:spcAft>
              <a:buClr>
                <a:srgbClr val="000099"/>
              </a:buClr>
              <a:buSzPts val="204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Helvetica Neue"/>
              <a:buNone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None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None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None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None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None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2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9pPr>
          </a:lstStyle>
          <a:p/>
        </p:txBody>
      </p:sp>
      <p:sp>
        <p:nvSpPr>
          <p:cNvPr id="75" name="Google Shape;75;p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algn="l">
              <a:spcBef>
                <a:spcPts val="1120"/>
              </a:spcBef>
              <a:spcAft>
                <a:spcPts val="0"/>
              </a:spcAft>
              <a:buSzPts val="2880"/>
              <a:buChar char="●"/>
              <a:defRPr sz="3200"/>
            </a:lvl1pPr>
            <a:lvl2pPr indent="-415290" lvl="1" marL="914400" algn="l">
              <a:spcBef>
                <a:spcPts val="980"/>
              </a:spcBef>
              <a:spcAft>
                <a:spcPts val="0"/>
              </a:spcAft>
              <a:buSzPts val="2940"/>
              <a:buChar char="●"/>
              <a:defRPr sz="2800"/>
            </a:lvl2pPr>
            <a:lvl3pPr indent="-358139" lvl="2" marL="1371600" algn="l">
              <a:spcBef>
                <a:spcPts val="840"/>
              </a:spcBef>
              <a:spcAft>
                <a:spcPts val="0"/>
              </a:spcAft>
              <a:buSzPts val="2040"/>
              <a:buChar char="●"/>
              <a:defRPr sz="2400"/>
            </a:lvl3pPr>
            <a:lvl4pPr indent="-355600" lvl="3" marL="1828800" algn="l"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–"/>
              <a:defRPr sz="2000"/>
            </a:lvl4pPr>
            <a:lvl5pPr indent="-355600" lvl="4" marL="2286000" algn="l"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»"/>
              <a:defRPr sz="2000"/>
            </a:lvl5pPr>
            <a:lvl6pPr indent="-355600" lvl="5" marL="2743200" algn="l"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»"/>
              <a:defRPr sz="2000"/>
            </a:lvl6pPr>
            <a:lvl7pPr indent="-355600" lvl="6" marL="3200400" algn="l"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»"/>
              <a:defRPr sz="2000"/>
            </a:lvl7pPr>
            <a:lvl8pPr indent="-355600" lvl="7" marL="3657600" algn="l"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»"/>
              <a:defRPr sz="2000"/>
            </a:lvl8pPr>
            <a:lvl9pPr indent="-355600" lvl="8" marL="4114800" algn="l"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80" name="Google Shape;80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2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9pPr>
          </a:lstStyle>
          <a:p/>
        </p:txBody>
      </p:sp>
      <p:sp>
        <p:nvSpPr>
          <p:cNvPr id="81" name="Google Shape;81;p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1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89" name="Google Shape;89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61950" lvl="1" marL="914400" algn="l">
              <a:spcBef>
                <a:spcPts val="700"/>
              </a:spcBef>
              <a:spcAft>
                <a:spcPts val="0"/>
              </a:spcAft>
              <a:buSzPts val="2100"/>
              <a:buChar char="●"/>
              <a:defRPr sz="2000"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●"/>
              <a:defRPr sz="1800"/>
            </a:lvl3pPr>
            <a:lvl4pPr indent="-3302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–"/>
              <a:defRPr sz="1600"/>
            </a:lvl4pPr>
            <a:lvl5pPr indent="-330200" lvl="4" marL="22860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5pPr>
            <a:lvl6pPr indent="-330200" lvl="5" marL="27432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6pPr>
            <a:lvl7pPr indent="-330200" lvl="6" marL="32004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7pPr>
            <a:lvl8pPr indent="-330200" lvl="7" marL="36576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8pPr>
            <a:lvl9pPr indent="-330200" lvl="8" marL="4114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90" name="Google Shape;90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1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91" name="Google Shape;91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61950" lvl="1" marL="914400" algn="l">
              <a:spcBef>
                <a:spcPts val="700"/>
              </a:spcBef>
              <a:spcAft>
                <a:spcPts val="0"/>
              </a:spcAft>
              <a:buSzPts val="2100"/>
              <a:buChar char="●"/>
              <a:defRPr sz="2000"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●"/>
              <a:defRPr sz="1800"/>
            </a:lvl3pPr>
            <a:lvl4pPr indent="-3302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–"/>
              <a:defRPr sz="1600"/>
            </a:lvl4pPr>
            <a:lvl5pPr indent="-330200" lvl="4" marL="22860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5pPr>
            <a:lvl6pPr indent="-330200" lvl="5" marL="27432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6pPr>
            <a:lvl7pPr indent="-330200" lvl="6" marL="32004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7pPr>
            <a:lvl8pPr indent="-330200" lvl="7" marL="36576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8pPr>
            <a:lvl9pPr indent="-330200" lvl="8" marL="4114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92" name="Google Shape;92;p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0"/>
          <p:cNvSpPr txBox="1"/>
          <p:nvPr>
            <p:ph idx="1" type="body"/>
          </p:nvPr>
        </p:nvSpPr>
        <p:spPr>
          <a:xfrm>
            <a:off x="571500" y="1114425"/>
            <a:ext cx="38481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88619" lvl="1" marL="914400" algn="l">
              <a:spcBef>
                <a:spcPts val="840"/>
              </a:spcBef>
              <a:spcAft>
                <a:spcPts val="0"/>
              </a:spcAft>
              <a:buSzPts val="2520"/>
              <a:buChar char="●"/>
              <a:defRPr sz="2400"/>
            </a:lvl2pPr>
            <a:lvl3pPr indent="-336550" lvl="2" marL="1371600" algn="l">
              <a:spcBef>
                <a:spcPts val="700"/>
              </a:spcBef>
              <a:spcAft>
                <a:spcPts val="0"/>
              </a:spcAft>
              <a:buSzPts val="1700"/>
              <a:buChar char="●"/>
              <a:defRPr sz="2000"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–"/>
              <a:defRPr sz="1800"/>
            </a:lvl4pPr>
            <a:lvl5pPr indent="-342900" lvl="4" marL="22860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5pPr>
            <a:lvl6pPr indent="-342900" lvl="5" marL="27432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6pPr>
            <a:lvl7pPr indent="-342900" lvl="6" marL="32004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7pPr>
            <a:lvl8pPr indent="-342900" lvl="7" marL="36576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8pPr>
            <a:lvl9pPr indent="-342900" lvl="8" marL="41148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97" name="Google Shape;97;p10"/>
          <p:cNvSpPr txBox="1"/>
          <p:nvPr>
            <p:ph idx="2" type="body"/>
          </p:nvPr>
        </p:nvSpPr>
        <p:spPr>
          <a:xfrm>
            <a:off x="4572000" y="1114425"/>
            <a:ext cx="38481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88619" lvl="1" marL="914400" algn="l">
              <a:spcBef>
                <a:spcPts val="840"/>
              </a:spcBef>
              <a:spcAft>
                <a:spcPts val="0"/>
              </a:spcAft>
              <a:buSzPts val="2520"/>
              <a:buChar char="●"/>
              <a:defRPr sz="2400"/>
            </a:lvl2pPr>
            <a:lvl3pPr indent="-336550" lvl="2" marL="1371600" algn="l">
              <a:spcBef>
                <a:spcPts val="700"/>
              </a:spcBef>
              <a:spcAft>
                <a:spcPts val="0"/>
              </a:spcAft>
              <a:buSzPts val="1700"/>
              <a:buChar char="●"/>
              <a:defRPr sz="2000"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–"/>
              <a:defRPr sz="1800"/>
            </a:lvl4pPr>
            <a:lvl5pPr indent="-342900" lvl="4" marL="22860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5pPr>
            <a:lvl6pPr indent="-342900" lvl="5" marL="27432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6pPr>
            <a:lvl7pPr indent="-342900" lvl="6" marL="32004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7pPr>
            <a:lvl8pPr indent="-342900" lvl="7" marL="36576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8pPr>
            <a:lvl9pPr indent="-342900" lvl="8" marL="41148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98" name="Google Shape;98;p1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spcBef>
                <a:spcPts val="630"/>
              </a:spcBef>
              <a:spcAft>
                <a:spcPts val="0"/>
              </a:spcAft>
              <a:buSzPts val="1890"/>
              <a:buNone/>
              <a:defRPr sz="1800"/>
            </a:lvl2pPr>
            <a:lvl3pPr indent="-228600" lvl="2" marL="1371600" algn="l">
              <a:spcBef>
                <a:spcPts val="560"/>
              </a:spcBef>
              <a:spcAft>
                <a:spcPts val="0"/>
              </a:spcAft>
              <a:buSzPts val="1360"/>
              <a:buNone/>
              <a:defRPr sz="1600"/>
            </a:lvl3pPr>
            <a:lvl4pPr indent="-228600" lvl="3" marL="1828800" algn="l"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4pPr>
            <a:lvl5pPr indent="-228600" lvl="4" marL="2286000" algn="l"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5pPr>
            <a:lvl6pPr indent="-228600" lvl="5" marL="2743200" algn="l"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6pPr>
            <a:lvl7pPr indent="-228600" lvl="6" marL="3200400" algn="l"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7pPr>
            <a:lvl8pPr indent="-228600" lvl="7" marL="3657600" algn="l"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8pPr>
            <a:lvl9pPr indent="-228600" lvl="8" marL="4114800" algn="l"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9pPr>
          </a:lstStyle>
          <a:p/>
        </p:txBody>
      </p:sp>
      <p:sp>
        <p:nvSpPr>
          <p:cNvPr id="103" name="Google Shape;103;p1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SzPts val="1800"/>
              <a:buFont typeface="Arial"/>
              <a:buNone/>
              <a:defRPr/>
            </a:lvl1pPr>
            <a:lvl2pPr lvl="1" algn="l">
              <a:spcBef>
                <a:spcPts val="630"/>
              </a:spcBef>
              <a:spcAft>
                <a:spcPts val="0"/>
              </a:spcAft>
              <a:buSzPts val="1890"/>
              <a:buChar char="●"/>
              <a:defRPr/>
            </a:lvl2pPr>
            <a:lvl3pPr lvl="2" algn="l">
              <a:spcBef>
                <a:spcPts val="630"/>
              </a:spcBef>
              <a:spcAft>
                <a:spcPts val="0"/>
              </a:spcAft>
              <a:buSzPts val="1530"/>
              <a:buChar char="●"/>
              <a:defRPr/>
            </a:lvl3pPr>
            <a:lvl4pPr lvl="3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6pPr>
            <a:lvl7pPr lvl="6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7pPr>
            <a:lvl8pPr lvl="7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8pPr>
            <a:lvl9pPr lvl="8" algn="l"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9BB4C2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0" y="-152400"/>
            <a:ext cx="9144000" cy="131445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8615" lvl="1" marL="91440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2575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42875" y="0"/>
            <a:ext cx="838200" cy="781050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FFB74C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31750" y="338137"/>
            <a:ext cx="390525" cy="149225"/>
          </a:xfrm>
          <a:custGeom>
            <a:rect b="b" l="l" r="r" t="t"/>
            <a:pathLst>
              <a:path extrusionOk="0" h="94" w="246">
                <a:moveTo>
                  <a:pt x="0" y="55"/>
                </a:moveTo>
                <a:lnTo>
                  <a:pt x="7" y="52"/>
                </a:lnTo>
                <a:lnTo>
                  <a:pt x="14" y="50"/>
                </a:lnTo>
                <a:lnTo>
                  <a:pt x="22" y="48"/>
                </a:lnTo>
                <a:lnTo>
                  <a:pt x="30" y="48"/>
                </a:lnTo>
                <a:lnTo>
                  <a:pt x="38" y="48"/>
                </a:lnTo>
                <a:lnTo>
                  <a:pt x="45" y="48"/>
                </a:lnTo>
                <a:lnTo>
                  <a:pt x="53" y="50"/>
                </a:lnTo>
                <a:lnTo>
                  <a:pt x="61" y="51"/>
                </a:lnTo>
                <a:lnTo>
                  <a:pt x="69" y="54"/>
                </a:lnTo>
                <a:lnTo>
                  <a:pt x="76" y="56"/>
                </a:lnTo>
                <a:lnTo>
                  <a:pt x="84" y="59"/>
                </a:lnTo>
                <a:lnTo>
                  <a:pt x="92" y="62"/>
                </a:lnTo>
                <a:lnTo>
                  <a:pt x="99" y="65"/>
                </a:lnTo>
                <a:lnTo>
                  <a:pt x="106" y="68"/>
                </a:lnTo>
                <a:lnTo>
                  <a:pt x="113" y="72"/>
                </a:lnTo>
                <a:lnTo>
                  <a:pt x="119" y="75"/>
                </a:lnTo>
                <a:lnTo>
                  <a:pt x="124" y="66"/>
                </a:lnTo>
                <a:lnTo>
                  <a:pt x="130" y="56"/>
                </a:lnTo>
                <a:lnTo>
                  <a:pt x="136" y="48"/>
                </a:lnTo>
                <a:lnTo>
                  <a:pt x="143" y="42"/>
                </a:lnTo>
                <a:lnTo>
                  <a:pt x="150" y="35"/>
                </a:lnTo>
                <a:lnTo>
                  <a:pt x="158" y="29"/>
                </a:lnTo>
                <a:lnTo>
                  <a:pt x="166" y="24"/>
                </a:lnTo>
                <a:lnTo>
                  <a:pt x="175" y="20"/>
                </a:lnTo>
                <a:lnTo>
                  <a:pt x="183" y="16"/>
                </a:lnTo>
                <a:lnTo>
                  <a:pt x="193" y="13"/>
                </a:lnTo>
                <a:lnTo>
                  <a:pt x="201" y="9"/>
                </a:lnTo>
                <a:lnTo>
                  <a:pt x="210" y="7"/>
                </a:lnTo>
                <a:lnTo>
                  <a:pt x="219" y="5"/>
                </a:lnTo>
                <a:lnTo>
                  <a:pt x="228" y="3"/>
                </a:lnTo>
                <a:lnTo>
                  <a:pt x="237" y="1"/>
                </a:lnTo>
                <a:lnTo>
                  <a:pt x="245" y="0"/>
                </a:lnTo>
                <a:lnTo>
                  <a:pt x="237" y="3"/>
                </a:lnTo>
                <a:lnTo>
                  <a:pt x="230" y="7"/>
                </a:lnTo>
                <a:lnTo>
                  <a:pt x="222" y="11"/>
                </a:lnTo>
                <a:lnTo>
                  <a:pt x="214" y="15"/>
                </a:lnTo>
                <a:lnTo>
                  <a:pt x="207" y="19"/>
                </a:lnTo>
                <a:lnTo>
                  <a:pt x="199" y="24"/>
                </a:lnTo>
                <a:lnTo>
                  <a:pt x="191" y="28"/>
                </a:lnTo>
                <a:lnTo>
                  <a:pt x="185" y="33"/>
                </a:lnTo>
                <a:lnTo>
                  <a:pt x="177" y="39"/>
                </a:lnTo>
                <a:lnTo>
                  <a:pt x="170" y="44"/>
                </a:lnTo>
                <a:lnTo>
                  <a:pt x="163" y="51"/>
                </a:lnTo>
                <a:lnTo>
                  <a:pt x="158" y="57"/>
                </a:lnTo>
                <a:lnTo>
                  <a:pt x="152" y="64"/>
                </a:lnTo>
                <a:lnTo>
                  <a:pt x="146" y="71"/>
                </a:lnTo>
                <a:lnTo>
                  <a:pt x="142" y="79"/>
                </a:lnTo>
                <a:lnTo>
                  <a:pt x="138" y="87"/>
                </a:lnTo>
                <a:lnTo>
                  <a:pt x="135" y="90"/>
                </a:lnTo>
                <a:lnTo>
                  <a:pt x="133" y="92"/>
                </a:lnTo>
                <a:lnTo>
                  <a:pt x="130" y="93"/>
                </a:lnTo>
                <a:lnTo>
                  <a:pt x="127" y="91"/>
                </a:lnTo>
                <a:lnTo>
                  <a:pt x="123" y="90"/>
                </a:lnTo>
                <a:lnTo>
                  <a:pt x="120" y="89"/>
                </a:lnTo>
                <a:lnTo>
                  <a:pt x="116" y="87"/>
                </a:lnTo>
                <a:lnTo>
                  <a:pt x="113" y="86"/>
                </a:lnTo>
                <a:lnTo>
                  <a:pt x="107" y="84"/>
                </a:lnTo>
                <a:lnTo>
                  <a:pt x="101" y="80"/>
                </a:lnTo>
                <a:lnTo>
                  <a:pt x="93" y="78"/>
                </a:lnTo>
                <a:lnTo>
                  <a:pt x="87" y="74"/>
                </a:lnTo>
                <a:lnTo>
                  <a:pt x="79" y="71"/>
                </a:lnTo>
                <a:lnTo>
                  <a:pt x="71" y="67"/>
                </a:lnTo>
                <a:lnTo>
                  <a:pt x="63" y="64"/>
                </a:lnTo>
                <a:lnTo>
                  <a:pt x="55" y="61"/>
                </a:lnTo>
                <a:lnTo>
                  <a:pt x="47" y="58"/>
                </a:lnTo>
                <a:lnTo>
                  <a:pt x="39" y="55"/>
                </a:lnTo>
                <a:lnTo>
                  <a:pt x="31" y="54"/>
                </a:lnTo>
                <a:lnTo>
                  <a:pt x="24" y="52"/>
                </a:lnTo>
                <a:lnTo>
                  <a:pt x="17" y="52"/>
                </a:lnTo>
                <a:lnTo>
                  <a:pt x="10" y="52"/>
                </a:lnTo>
                <a:lnTo>
                  <a:pt x="5" y="53"/>
                </a:lnTo>
                <a:lnTo>
                  <a:pt x="0" y="55"/>
                </a:lnTo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19125" y="638175"/>
            <a:ext cx="468312" cy="177800"/>
          </a:xfrm>
          <a:custGeom>
            <a:rect b="b" l="l" r="r" t="t"/>
            <a:pathLst>
              <a:path extrusionOk="0" h="112" w="295">
                <a:moveTo>
                  <a:pt x="0" y="65"/>
                </a:moveTo>
                <a:lnTo>
                  <a:pt x="8" y="62"/>
                </a:lnTo>
                <a:lnTo>
                  <a:pt x="16" y="59"/>
                </a:lnTo>
                <a:lnTo>
                  <a:pt x="26" y="57"/>
                </a:lnTo>
                <a:lnTo>
                  <a:pt x="36" y="57"/>
                </a:lnTo>
                <a:lnTo>
                  <a:pt x="45" y="57"/>
                </a:lnTo>
                <a:lnTo>
                  <a:pt x="54" y="57"/>
                </a:lnTo>
                <a:lnTo>
                  <a:pt x="63" y="59"/>
                </a:lnTo>
                <a:lnTo>
                  <a:pt x="73" y="60"/>
                </a:lnTo>
                <a:lnTo>
                  <a:pt x="82" y="64"/>
                </a:lnTo>
                <a:lnTo>
                  <a:pt x="91" y="66"/>
                </a:lnTo>
                <a:lnTo>
                  <a:pt x="100" y="70"/>
                </a:lnTo>
                <a:lnTo>
                  <a:pt x="110" y="74"/>
                </a:lnTo>
                <a:lnTo>
                  <a:pt x="118" y="77"/>
                </a:lnTo>
                <a:lnTo>
                  <a:pt x="127" y="81"/>
                </a:lnTo>
                <a:lnTo>
                  <a:pt x="135" y="85"/>
                </a:lnTo>
                <a:lnTo>
                  <a:pt x="142" y="89"/>
                </a:lnTo>
                <a:lnTo>
                  <a:pt x="148" y="78"/>
                </a:lnTo>
                <a:lnTo>
                  <a:pt x="156" y="66"/>
                </a:lnTo>
                <a:lnTo>
                  <a:pt x="163" y="57"/>
                </a:lnTo>
                <a:lnTo>
                  <a:pt x="171" y="50"/>
                </a:lnTo>
                <a:lnTo>
                  <a:pt x="180" y="41"/>
                </a:lnTo>
                <a:lnTo>
                  <a:pt x="189" y="34"/>
                </a:lnTo>
                <a:lnTo>
                  <a:pt x="199" y="28"/>
                </a:lnTo>
                <a:lnTo>
                  <a:pt x="210" y="23"/>
                </a:lnTo>
                <a:lnTo>
                  <a:pt x="219" y="19"/>
                </a:lnTo>
                <a:lnTo>
                  <a:pt x="231" y="15"/>
                </a:lnTo>
                <a:lnTo>
                  <a:pt x="241" y="10"/>
                </a:lnTo>
                <a:lnTo>
                  <a:pt x="252" y="8"/>
                </a:lnTo>
                <a:lnTo>
                  <a:pt x="262" y="5"/>
                </a:lnTo>
                <a:lnTo>
                  <a:pt x="273" y="3"/>
                </a:lnTo>
                <a:lnTo>
                  <a:pt x="284" y="1"/>
                </a:lnTo>
                <a:lnTo>
                  <a:pt x="294" y="0"/>
                </a:lnTo>
                <a:lnTo>
                  <a:pt x="284" y="3"/>
                </a:lnTo>
                <a:lnTo>
                  <a:pt x="276" y="8"/>
                </a:lnTo>
                <a:lnTo>
                  <a:pt x="266" y="13"/>
                </a:lnTo>
                <a:lnTo>
                  <a:pt x="256" y="17"/>
                </a:lnTo>
                <a:lnTo>
                  <a:pt x="248" y="22"/>
                </a:lnTo>
                <a:lnTo>
                  <a:pt x="238" y="28"/>
                </a:lnTo>
                <a:lnTo>
                  <a:pt x="229" y="33"/>
                </a:lnTo>
                <a:lnTo>
                  <a:pt x="222" y="39"/>
                </a:lnTo>
                <a:lnTo>
                  <a:pt x="212" y="46"/>
                </a:lnTo>
                <a:lnTo>
                  <a:pt x="204" y="52"/>
                </a:lnTo>
                <a:lnTo>
                  <a:pt x="195" y="60"/>
                </a:lnTo>
                <a:lnTo>
                  <a:pt x="189" y="68"/>
                </a:lnTo>
                <a:lnTo>
                  <a:pt x="182" y="76"/>
                </a:lnTo>
                <a:lnTo>
                  <a:pt x="175" y="84"/>
                </a:lnTo>
                <a:lnTo>
                  <a:pt x="170" y="94"/>
                </a:lnTo>
                <a:lnTo>
                  <a:pt x="165" y="103"/>
                </a:lnTo>
                <a:lnTo>
                  <a:pt x="162" y="107"/>
                </a:lnTo>
                <a:lnTo>
                  <a:pt x="159" y="109"/>
                </a:lnTo>
                <a:lnTo>
                  <a:pt x="156" y="111"/>
                </a:lnTo>
                <a:lnTo>
                  <a:pt x="152" y="108"/>
                </a:lnTo>
                <a:lnTo>
                  <a:pt x="147" y="107"/>
                </a:lnTo>
                <a:lnTo>
                  <a:pt x="144" y="106"/>
                </a:lnTo>
                <a:lnTo>
                  <a:pt x="139" y="103"/>
                </a:lnTo>
                <a:lnTo>
                  <a:pt x="135" y="102"/>
                </a:lnTo>
                <a:lnTo>
                  <a:pt x="128" y="100"/>
                </a:lnTo>
                <a:lnTo>
                  <a:pt x="121" y="95"/>
                </a:lnTo>
                <a:lnTo>
                  <a:pt x="111" y="93"/>
                </a:lnTo>
                <a:lnTo>
                  <a:pt x="104" y="88"/>
                </a:lnTo>
                <a:lnTo>
                  <a:pt x="94" y="84"/>
                </a:lnTo>
                <a:lnTo>
                  <a:pt x="85" y="79"/>
                </a:lnTo>
                <a:lnTo>
                  <a:pt x="75" y="76"/>
                </a:lnTo>
                <a:lnTo>
                  <a:pt x="66" y="72"/>
                </a:lnTo>
                <a:lnTo>
                  <a:pt x="56" y="69"/>
                </a:lnTo>
                <a:lnTo>
                  <a:pt x="46" y="65"/>
                </a:lnTo>
                <a:lnTo>
                  <a:pt x="37" y="64"/>
                </a:lnTo>
                <a:lnTo>
                  <a:pt x="28" y="62"/>
                </a:lnTo>
                <a:lnTo>
                  <a:pt x="20" y="62"/>
                </a:lnTo>
                <a:lnTo>
                  <a:pt x="12" y="62"/>
                </a:lnTo>
                <a:lnTo>
                  <a:pt x="6" y="63"/>
                </a:lnTo>
                <a:lnTo>
                  <a:pt x="0" y="65"/>
                </a:lnTo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515225" y="6257925"/>
            <a:ext cx="1524000" cy="533400"/>
          </a:xfrm>
          <a:custGeom>
            <a:rect b="b" l="l" r="r" t="t"/>
            <a:pathLst>
              <a:path extrusionOk="0" h="374" w="1453">
                <a:moveTo>
                  <a:pt x="319" y="12"/>
                </a:moveTo>
                <a:lnTo>
                  <a:pt x="285" y="7"/>
                </a:lnTo>
                <a:lnTo>
                  <a:pt x="260" y="7"/>
                </a:lnTo>
                <a:lnTo>
                  <a:pt x="234" y="15"/>
                </a:lnTo>
                <a:lnTo>
                  <a:pt x="209" y="37"/>
                </a:lnTo>
                <a:lnTo>
                  <a:pt x="184" y="52"/>
                </a:lnTo>
                <a:lnTo>
                  <a:pt x="159" y="67"/>
                </a:lnTo>
                <a:lnTo>
                  <a:pt x="133" y="82"/>
                </a:lnTo>
                <a:lnTo>
                  <a:pt x="109" y="89"/>
                </a:lnTo>
                <a:lnTo>
                  <a:pt x="83" y="89"/>
                </a:lnTo>
                <a:lnTo>
                  <a:pt x="58" y="89"/>
                </a:lnTo>
                <a:lnTo>
                  <a:pt x="34" y="104"/>
                </a:lnTo>
                <a:lnTo>
                  <a:pt x="8" y="119"/>
                </a:lnTo>
                <a:lnTo>
                  <a:pt x="0" y="141"/>
                </a:lnTo>
                <a:lnTo>
                  <a:pt x="0" y="164"/>
                </a:lnTo>
                <a:lnTo>
                  <a:pt x="0" y="186"/>
                </a:lnTo>
                <a:lnTo>
                  <a:pt x="8" y="208"/>
                </a:lnTo>
                <a:lnTo>
                  <a:pt x="17" y="231"/>
                </a:lnTo>
                <a:lnTo>
                  <a:pt x="42" y="231"/>
                </a:lnTo>
                <a:lnTo>
                  <a:pt x="66" y="238"/>
                </a:lnTo>
                <a:lnTo>
                  <a:pt x="92" y="238"/>
                </a:lnTo>
                <a:lnTo>
                  <a:pt x="117" y="223"/>
                </a:lnTo>
                <a:lnTo>
                  <a:pt x="142" y="216"/>
                </a:lnTo>
                <a:lnTo>
                  <a:pt x="159" y="238"/>
                </a:lnTo>
                <a:lnTo>
                  <a:pt x="176" y="261"/>
                </a:lnTo>
                <a:lnTo>
                  <a:pt x="201" y="283"/>
                </a:lnTo>
                <a:lnTo>
                  <a:pt x="226" y="298"/>
                </a:lnTo>
                <a:lnTo>
                  <a:pt x="251" y="313"/>
                </a:lnTo>
                <a:lnTo>
                  <a:pt x="285" y="321"/>
                </a:lnTo>
                <a:lnTo>
                  <a:pt x="310" y="313"/>
                </a:lnTo>
                <a:lnTo>
                  <a:pt x="335" y="305"/>
                </a:lnTo>
                <a:lnTo>
                  <a:pt x="361" y="305"/>
                </a:lnTo>
                <a:lnTo>
                  <a:pt x="385" y="313"/>
                </a:lnTo>
                <a:lnTo>
                  <a:pt x="411" y="328"/>
                </a:lnTo>
                <a:lnTo>
                  <a:pt x="436" y="335"/>
                </a:lnTo>
                <a:lnTo>
                  <a:pt x="461" y="357"/>
                </a:lnTo>
                <a:lnTo>
                  <a:pt x="486" y="365"/>
                </a:lnTo>
                <a:lnTo>
                  <a:pt x="536" y="365"/>
                </a:lnTo>
                <a:lnTo>
                  <a:pt x="587" y="365"/>
                </a:lnTo>
                <a:lnTo>
                  <a:pt x="654" y="365"/>
                </a:lnTo>
                <a:lnTo>
                  <a:pt x="680" y="365"/>
                </a:lnTo>
                <a:lnTo>
                  <a:pt x="704" y="357"/>
                </a:lnTo>
                <a:lnTo>
                  <a:pt x="730" y="357"/>
                </a:lnTo>
                <a:lnTo>
                  <a:pt x="755" y="350"/>
                </a:lnTo>
                <a:lnTo>
                  <a:pt x="780" y="342"/>
                </a:lnTo>
                <a:lnTo>
                  <a:pt x="805" y="335"/>
                </a:lnTo>
                <a:lnTo>
                  <a:pt x="831" y="328"/>
                </a:lnTo>
                <a:lnTo>
                  <a:pt x="855" y="328"/>
                </a:lnTo>
                <a:lnTo>
                  <a:pt x="881" y="335"/>
                </a:lnTo>
                <a:lnTo>
                  <a:pt x="906" y="335"/>
                </a:lnTo>
                <a:lnTo>
                  <a:pt x="931" y="342"/>
                </a:lnTo>
                <a:lnTo>
                  <a:pt x="956" y="350"/>
                </a:lnTo>
                <a:lnTo>
                  <a:pt x="990" y="365"/>
                </a:lnTo>
                <a:lnTo>
                  <a:pt x="1040" y="365"/>
                </a:lnTo>
                <a:lnTo>
                  <a:pt x="1107" y="373"/>
                </a:lnTo>
                <a:lnTo>
                  <a:pt x="1133" y="365"/>
                </a:lnTo>
                <a:lnTo>
                  <a:pt x="1183" y="365"/>
                </a:lnTo>
                <a:lnTo>
                  <a:pt x="1217" y="357"/>
                </a:lnTo>
                <a:lnTo>
                  <a:pt x="1241" y="335"/>
                </a:lnTo>
                <a:lnTo>
                  <a:pt x="1267" y="328"/>
                </a:lnTo>
                <a:lnTo>
                  <a:pt x="1301" y="313"/>
                </a:lnTo>
                <a:lnTo>
                  <a:pt x="1325" y="298"/>
                </a:lnTo>
                <a:lnTo>
                  <a:pt x="1351" y="290"/>
                </a:lnTo>
                <a:lnTo>
                  <a:pt x="1376" y="283"/>
                </a:lnTo>
                <a:lnTo>
                  <a:pt x="1400" y="275"/>
                </a:lnTo>
                <a:lnTo>
                  <a:pt x="1426" y="275"/>
                </a:lnTo>
                <a:lnTo>
                  <a:pt x="1452" y="275"/>
                </a:lnTo>
                <a:lnTo>
                  <a:pt x="1443" y="254"/>
                </a:lnTo>
                <a:lnTo>
                  <a:pt x="1426" y="231"/>
                </a:lnTo>
                <a:lnTo>
                  <a:pt x="1417" y="208"/>
                </a:lnTo>
                <a:lnTo>
                  <a:pt x="1426" y="186"/>
                </a:lnTo>
                <a:lnTo>
                  <a:pt x="1443" y="164"/>
                </a:lnTo>
                <a:lnTo>
                  <a:pt x="1452" y="141"/>
                </a:lnTo>
                <a:lnTo>
                  <a:pt x="1443" y="119"/>
                </a:lnTo>
                <a:lnTo>
                  <a:pt x="1426" y="97"/>
                </a:lnTo>
                <a:lnTo>
                  <a:pt x="1400" y="82"/>
                </a:lnTo>
                <a:lnTo>
                  <a:pt x="1376" y="82"/>
                </a:lnTo>
                <a:lnTo>
                  <a:pt x="1351" y="82"/>
                </a:lnTo>
                <a:lnTo>
                  <a:pt x="1325" y="82"/>
                </a:lnTo>
                <a:lnTo>
                  <a:pt x="1301" y="82"/>
                </a:lnTo>
                <a:lnTo>
                  <a:pt x="1275" y="82"/>
                </a:lnTo>
                <a:lnTo>
                  <a:pt x="1250" y="74"/>
                </a:lnTo>
                <a:lnTo>
                  <a:pt x="1225" y="67"/>
                </a:lnTo>
                <a:lnTo>
                  <a:pt x="1200" y="67"/>
                </a:lnTo>
                <a:lnTo>
                  <a:pt x="1174" y="67"/>
                </a:lnTo>
                <a:lnTo>
                  <a:pt x="1150" y="74"/>
                </a:lnTo>
                <a:lnTo>
                  <a:pt x="1124" y="82"/>
                </a:lnTo>
                <a:lnTo>
                  <a:pt x="1107" y="59"/>
                </a:lnTo>
                <a:lnTo>
                  <a:pt x="1082" y="45"/>
                </a:lnTo>
                <a:lnTo>
                  <a:pt x="1057" y="30"/>
                </a:lnTo>
                <a:lnTo>
                  <a:pt x="1032" y="30"/>
                </a:lnTo>
                <a:lnTo>
                  <a:pt x="1006" y="22"/>
                </a:lnTo>
                <a:lnTo>
                  <a:pt x="973" y="15"/>
                </a:lnTo>
                <a:lnTo>
                  <a:pt x="948" y="7"/>
                </a:lnTo>
                <a:lnTo>
                  <a:pt x="922" y="7"/>
                </a:lnTo>
                <a:lnTo>
                  <a:pt x="898" y="22"/>
                </a:lnTo>
                <a:lnTo>
                  <a:pt x="872" y="30"/>
                </a:lnTo>
                <a:lnTo>
                  <a:pt x="847" y="30"/>
                </a:lnTo>
                <a:lnTo>
                  <a:pt x="822" y="30"/>
                </a:lnTo>
                <a:lnTo>
                  <a:pt x="797" y="30"/>
                </a:lnTo>
                <a:lnTo>
                  <a:pt x="771" y="30"/>
                </a:lnTo>
                <a:lnTo>
                  <a:pt x="747" y="22"/>
                </a:lnTo>
                <a:lnTo>
                  <a:pt x="721" y="15"/>
                </a:lnTo>
                <a:lnTo>
                  <a:pt x="696" y="7"/>
                </a:lnTo>
                <a:lnTo>
                  <a:pt x="671" y="7"/>
                </a:lnTo>
                <a:lnTo>
                  <a:pt x="646" y="7"/>
                </a:lnTo>
                <a:lnTo>
                  <a:pt x="620" y="7"/>
                </a:lnTo>
                <a:lnTo>
                  <a:pt x="596" y="22"/>
                </a:lnTo>
                <a:lnTo>
                  <a:pt x="570" y="30"/>
                </a:lnTo>
                <a:lnTo>
                  <a:pt x="545" y="30"/>
                </a:lnTo>
                <a:lnTo>
                  <a:pt x="520" y="22"/>
                </a:lnTo>
                <a:lnTo>
                  <a:pt x="486" y="7"/>
                </a:lnTo>
                <a:lnTo>
                  <a:pt x="461" y="7"/>
                </a:lnTo>
                <a:lnTo>
                  <a:pt x="436" y="0"/>
                </a:lnTo>
                <a:lnTo>
                  <a:pt x="411" y="0"/>
                </a:lnTo>
                <a:lnTo>
                  <a:pt x="385" y="0"/>
                </a:lnTo>
                <a:lnTo>
                  <a:pt x="361" y="7"/>
                </a:lnTo>
                <a:lnTo>
                  <a:pt x="319" y="12"/>
                </a:lnTo>
                <a:lnTo>
                  <a:pt x="293" y="45"/>
                </a:lnTo>
                <a:lnTo>
                  <a:pt x="268" y="59"/>
                </a:lnTo>
                <a:lnTo>
                  <a:pt x="260" y="82"/>
                </a:lnTo>
                <a:lnTo>
                  <a:pt x="234" y="74"/>
                </a:lnTo>
                <a:lnTo>
                  <a:pt x="209" y="67"/>
                </a:lnTo>
                <a:lnTo>
                  <a:pt x="217" y="57"/>
                </a:lnTo>
              </a:path>
            </a:pathLst>
          </a:custGeom>
          <a:gradFill>
            <a:gsLst>
              <a:gs pos="0">
                <a:srgbClr val="F5EACB"/>
              </a:gs>
              <a:gs pos="100000">
                <a:srgbClr val="CC9900"/>
              </a:gs>
            </a:gsLst>
            <a:lin ang="5400000" scaled="0"/>
          </a:gradFill>
          <a:ln cap="rnd" cmpd="sng" w="12700">
            <a:solidFill>
              <a:srgbClr val="9966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8" name="Google Shape;18;p1"/>
          <p:cNvGrpSpPr/>
          <p:nvPr/>
        </p:nvGrpSpPr>
        <p:grpSpPr>
          <a:xfrm>
            <a:off x="7620000" y="5076825"/>
            <a:ext cx="1371600" cy="1600200"/>
            <a:chOff x="0" y="3182"/>
            <a:chExt cx="808" cy="998"/>
          </a:xfrm>
        </p:grpSpPr>
        <p:grpSp>
          <p:nvGrpSpPr>
            <p:cNvPr id="19" name="Google Shape;19;p1"/>
            <p:cNvGrpSpPr/>
            <p:nvPr/>
          </p:nvGrpSpPr>
          <p:grpSpPr>
            <a:xfrm>
              <a:off x="0" y="3182"/>
              <a:ext cx="506" cy="927"/>
              <a:chOff x="1685" y="1023"/>
              <a:chExt cx="506" cy="927"/>
            </a:xfrm>
          </p:grpSpPr>
          <p:sp>
            <p:nvSpPr>
              <p:cNvPr id="20" name="Google Shape;20;p1"/>
              <p:cNvSpPr/>
              <p:nvPr/>
            </p:nvSpPr>
            <p:spPr>
              <a:xfrm>
                <a:off x="1733" y="1329"/>
                <a:ext cx="76" cy="621"/>
              </a:xfrm>
              <a:custGeom>
                <a:rect b="b" l="l" r="r" t="t"/>
                <a:pathLst>
                  <a:path extrusionOk="0" h="621" w="76">
                    <a:moveTo>
                      <a:pt x="0" y="54"/>
                    </a:moveTo>
                    <a:lnTo>
                      <a:pt x="11" y="269"/>
                    </a:lnTo>
                    <a:lnTo>
                      <a:pt x="22" y="442"/>
                    </a:lnTo>
                    <a:lnTo>
                      <a:pt x="30" y="570"/>
                    </a:lnTo>
                    <a:lnTo>
                      <a:pt x="28" y="620"/>
                    </a:lnTo>
                    <a:lnTo>
                      <a:pt x="44" y="620"/>
                    </a:lnTo>
                    <a:lnTo>
                      <a:pt x="49" y="546"/>
                    </a:lnTo>
                    <a:lnTo>
                      <a:pt x="52" y="434"/>
                    </a:lnTo>
                    <a:lnTo>
                      <a:pt x="58" y="329"/>
                    </a:lnTo>
                    <a:lnTo>
                      <a:pt x="61" y="250"/>
                    </a:lnTo>
                    <a:lnTo>
                      <a:pt x="67" y="135"/>
                    </a:lnTo>
                    <a:lnTo>
                      <a:pt x="75" y="36"/>
                    </a:lnTo>
                    <a:lnTo>
                      <a:pt x="70" y="11"/>
                    </a:lnTo>
                    <a:lnTo>
                      <a:pt x="62" y="0"/>
                    </a:lnTo>
                    <a:lnTo>
                      <a:pt x="53" y="121"/>
                    </a:lnTo>
                    <a:lnTo>
                      <a:pt x="45" y="224"/>
                    </a:lnTo>
                    <a:lnTo>
                      <a:pt x="43" y="305"/>
                    </a:lnTo>
                    <a:lnTo>
                      <a:pt x="40" y="390"/>
                    </a:lnTo>
                    <a:lnTo>
                      <a:pt x="34" y="475"/>
                    </a:lnTo>
                    <a:lnTo>
                      <a:pt x="25" y="327"/>
                    </a:lnTo>
                    <a:lnTo>
                      <a:pt x="15" y="187"/>
                    </a:lnTo>
                    <a:lnTo>
                      <a:pt x="0" y="54"/>
                    </a:lnTo>
                  </a:path>
                </a:pathLst>
              </a:custGeom>
              <a:solidFill>
                <a:srgbClr val="3C0023">
                  <a:alpha val="4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1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21" name="Google Shape;21;p1"/>
              <p:cNvSpPr/>
              <p:nvPr/>
            </p:nvSpPr>
            <p:spPr>
              <a:xfrm>
                <a:off x="1790" y="1583"/>
                <a:ext cx="120" cy="349"/>
              </a:xfrm>
              <a:custGeom>
                <a:rect b="b" l="l" r="r" t="t"/>
                <a:pathLst>
                  <a:path extrusionOk="0" h="349" w="120">
                    <a:moveTo>
                      <a:pt x="0" y="161"/>
                    </a:moveTo>
                    <a:lnTo>
                      <a:pt x="10" y="232"/>
                    </a:lnTo>
                    <a:lnTo>
                      <a:pt x="20" y="289"/>
                    </a:lnTo>
                    <a:lnTo>
                      <a:pt x="26" y="331"/>
                    </a:lnTo>
                    <a:lnTo>
                      <a:pt x="25" y="348"/>
                    </a:lnTo>
                    <a:lnTo>
                      <a:pt x="39" y="348"/>
                    </a:lnTo>
                    <a:lnTo>
                      <a:pt x="43" y="323"/>
                    </a:lnTo>
                    <a:lnTo>
                      <a:pt x="45" y="286"/>
                    </a:lnTo>
                    <a:lnTo>
                      <a:pt x="51" y="252"/>
                    </a:lnTo>
                    <a:lnTo>
                      <a:pt x="54" y="226"/>
                    </a:lnTo>
                    <a:lnTo>
                      <a:pt x="59" y="188"/>
                    </a:lnTo>
                    <a:lnTo>
                      <a:pt x="66" y="156"/>
                    </a:lnTo>
                    <a:lnTo>
                      <a:pt x="71" y="127"/>
                    </a:lnTo>
                    <a:lnTo>
                      <a:pt x="77" y="96"/>
                    </a:lnTo>
                    <a:lnTo>
                      <a:pt x="86" y="66"/>
                    </a:lnTo>
                    <a:lnTo>
                      <a:pt x="96" y="40"/>
                    </a:lnTo>
                    <a:lnTo>
                      <a:pt x="113" y="15"/>
                    </a:lnTo>
                    <a:lnTo>
                      <a:pt x="119" y="5"/>
                    </a:lnTo>
                    <a:lnTo>
                      <a:pt x="112" y="0"/>
                    </a:lnTo>
                    <a:lnTo>
                      <a:pt x="101" y="10"/>
                    </a:lnTo>
                    <a:lnTo>
                      <a:pt x="86" y="33"/>
                    </a:lnTo>
                    <a:lnTo>
                      <a:pt x="75" y="57"/>
                    </a:lnTo>
                    <a:lnTo>
                      <a:pt x="66" y="81"/>
                    </a:lnTo>
                    <a:lnTo>
                      <a:pt x="60" y="113"/>
                    </a:lnTo>
                    <a:lnTo>
                      <a:pt x="55" y="144"/>
                    </a:lnTo>
                    <a:lnTo>
                      <a:pt x="47" y="184"/>
                    </a:lnTo>
                    <a:lnTo>
                      <a:pt x="40" y="217"/>
                    </a:lnTo>
                    <a:lnTo>
                      <a:pt x="37" y="244"/>
                    </a:lnTo>
                    <a:lnTo>
                      <a:pt x="36" y="272"/>
                    </a:lnTo>
                    <a:lnTo>
                      <a:pt x="30" y="300"/>
                    </a:lnTo>
                    <a:lnTo>
                      <a:pt x="22" y="251"/>
                    </a:lnTo>
                    <a:lnTo>
                      <a:pt x="13" y="205"/>
                    </a:lnTo>
                    <a:lnTo>
                      <a:pt x="0" y="161"/>
                    </a:lnTo>
                  </a:path>
                </a:pathLst>
              </a:custGeom>
              <a:solidFill>
                <a:srgbClr val="3C0023">
                  <a:alpha val="4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1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22" name="Google Shape;22;p1"/>
              <p:cNvSpPr/>
              <p:nvPr/>
            </p:nvSpPr>
            <p:spPr>
              <a:xfrm>
                <a:off x="1685" y="1239"/>
                <a:ext cx="266" cy="391"/>
              </a:xfrm>
              <a:custGeom>
                <a:rect b="b" l="l" r="r" t="t"/>
                <a:pathLst>
                  <a:path extrusionOk="0" h="391" w="266">
                    <a:moveTo>
                      <a:pt x="124" y="95"/>
                    </a:moveTo>
                    <a:lnTo>
                      <a:pt x="119" y="101"/>
                    </a:lnTo>
                    <a:lnTo>
                      <a:pt x="115" y="108"/>
                    </a:lnTo>
                    <a:lnTo>
                      <a:pt x="111" y="115"/>
                    </a:lnTo>
                    <a:lnTo>
                      <a:pt x="107" y="123"/>
                    </a:lnTo>
                    <a:lnTo>
                      <a:pt x="104" y="129"/>
                    </a:lnTo>
                    <a:lnTo>
                      <a:pt x="102" y="136"/>
                    </a:lnTo>
                    <a:lnTo>
                      <a:pt x="100" y="142"/>
                    </a:lnTo>
                    <a:lnTo>
                      <a:pt x="107" y="138"/>
                    </a:lnTo>
                    <a:lnTo>
                      <a:pt x="116" y="135"/>
                    </a:lnTo>
                    <a:lnTo>
                      <a:pt x="125" y="131"/>
                    </a:lnTo>
                    <a:lnTo>
                      <a:pt x="134" y="127"/>
                    </a:lnTo>
                    <a:lnTo>
                      <a:pt x="144" y="124"/>
                    </a:lnTo>
                    <a:lnTo>
                      <a:pt x="154" y="119"/>
                    </a:lnTo>
                    <a:lnTo>
                      <a:pt x="163" y="114"/>
                    </a:lnTo>
                    <a:lnTo>
                      <a:pt x="175" y="107"/>
                    </a:lnTo>
                    <a:lnTo>
                      <a:pt x="184" y="101"/>
                    </a:lnTo>
                    <a:lnTo>
                      <a:pt x="195" y="93"/>
                    </a:lnTo>
                    <a:lnTo>
                      <a:pt x="203" y="89"/>
                    </a:lnTo>
                    <a:lnTo>
                      <a:pt x="211" y="81"/>
                    </a:lnTo>
                    <a:lnTo>
                      <a:pt x="218" y="75"/>
                    </a:lnTo>
                    <a:lnTo>
                      <a:pt x="224" y="66"/>
                    </a:lnTo>
                    <a:lnTo>
                      <a:pt x="227" y="59"/>
                    </a:lnTo>
                    <a:lnTo>
                      <a:pt x="230" y="51"/>
                    </a:lnTo>
                    <a:lnTo>
                      <a:pt x="233" y="46"/>
                    </a:lnTo>
                    <a:lnTo>
                      <a:pt x="233" y="52"/>
                    </a:lnTo>
                    <a:lnTo>
                      <a:pt x="233" y="56"/>
                    </a:lnTo>
                    <a:lnTo>
                      <a:pt x="231" y="61"/>
                    </a:lnTo>
                    <a:lnTo>
                      <a:pt x="227" y="67"/>
                    </a:lnTo>
                    <a:lnTo>
                      <a:pt x="220" y="76"/>
                    </a:lnTo>
                    <a:lnTo>
                      <a:pt x="217" y="83"/>
                    </a:lnTo>
                    <a:lnTo>
                      <a:pt x="210" y="88"/>
                    </a:lnTo>
                    <a:lnTo>
                      <a:pt x="202" y="94"/>
                    </a:lnTo>
                    <a:lnTo>
                      <a:pt x="192" y="101"/>
                    </a:lnTo>
                    <a:lnTo>
                      <a:pt x="183" y="109"/>
                    </a:lnTo>
                    <a:lnTo>
                      <a:pt x="173" y="116"/>
                    </a:lnTo>
                    <a:lnTo>
                      <a:pt x="167" y="122"/>
                    </a:lnTo>
                    <a:lnTo>
                      <a:pt x="159" y="129"/>
                    </a:lnTo>
                    <a:lnTo>
                      <a:pt x="151" y="133"/>
                    </a:lnTo>
                    <a:lnTo>
                      <a:pt x="142" y="138"/>
                    </a:lnTo>
                    <a:lnTo>
                      <a:pt x="133" y="143"/>
                    </a:lnTo>
                    <a:lnTo>
                      <a:pt x="125" y="148"/>
                    </a:lnTo>
                    <a:lnTo>
                      <a:pt x="118" y="152"/>
                    </a:lnTo>
                    <a:lnTo>
                      <a:pt x="109" y="156"/>
                    </a:lnTo>
                    <a:lnTo>
                      <a:pt x="102" y="159"/>
                    </a:lnTo>
                    <a:lnTo>
                      <a:pt x="100" y="161"/>
                    </a:lnTo>
                    <a:lnTo>
                      <a:pt x="102" y="165"/>
                    </a:lnTo>
                    <a:lnTo>
                      <a:pt x="106" y="170"/>
                    </a:lnTo>
                    <a:lnTo>
                      <a:pt x="110" y="176"/>
                    </a:lnTo>
                    <a:lnTo>
                      <a:pt x="119" y="178"/>
                    </a:lnTo>
                    <a:lnTo>
                      <a:pt x="125" y="178"/>
                    </a:lnTo>
                    <a:lnTo>
                      <a:pt x="135" y="180"/>
                    </a:lnTo>
                    <a:lnTo>
                      <a:pt x="144" y="180"/>
                    </a:lnTo>
                    <a:lnTo>
                      <a:pt x="144" y="180"/>
                    </a:lnTo>
                    <a:lnTo>
                      <a:pt x="155" y="180"/>
                    </a:lnTo>
                    <a:lnTo>
                      <a:pt x="165" y="182"/>
                    </a:lnTo>
                    <a:lnTo>
                      <a:pt x="175" y="182"/>
                    </a:lnTo>
                    <a:lnTo>
                      <a:pt x="185" y="184"/>
                    </a:lnTo>
                    <a:lnTo>
                      <a:pt x="193" y="185"/>
                    </a:lnTo>
                    <a:lnTo>
                      <a:pt x="202" y="187"/>
                    </a:lnTo>
                    <a:lnTo>
                      <a:pt x="208" y="189"/>
                    </a:lnTo>
                    <a:lnTo>
                      <a:pt x="215" y="193"/>
                    </a:lnTo>
                    <a:lnTo>
                      <a:pt x="221" y="196"/>
                    </a:lnTo>
                    <a:lnTo>
                      <a:pt x="229" y="200"/>
                    </a:lnTo>
                    <a:lnTo>
                      <a:pt x="239" y="204"/>
                    </a:lnTo>
                    <a:lnTo>
                      <a:pt x="249" y="208"/>
                    </a:lnTo>
                    <a:lnTo>
                      <a:pt x="256" y="211"/>
                    </a:lnTo>
                    <a:lnTo>
                      <a:pt x="265" y="214"/>
                    </a:lnTo>
                    <a:lnTo>
                      <a:pt x="258" y="215"/>
                    </a:lnTo>
                    <a:lnTo>
                      <a:pt x="251" y="215"/>
                    </a:lnTo>
                    <a:lnTo>
                      <a:pt x="244" y="213"/>
                    </a:lnTo>
                    <a:lnTo>
                      <a:pt x="236" y="211"/>
                    </a:lnTo>
                    <a:lnTo>
                      <a:pt x="226" y="207"/>
                    </a:lnTo>
                    <a:lnTo>
                      <a:pt x="219" y="206"/>
                    </a:lnTo>
                    <a:lnTo>
                      <a:pt x="213" y="204"/>
                    </a:lnTo>
                    <a:lnTo>
                      <a:pt x="204" y="202"/>
                    </a:lnTo>
                    <a:lnTo>
                      <a:pt x="195" y="201"/>
                    </a:lnTo>
                    <a:lnTo>
                      <a:pt x="184" y="200"/>
                    </a:lnTo>
                    <a:lnTo>
                      <a:pt x="173" y="199"/>
                    </a:lnTo>
                    <a:lnTo>
                      <a:pt x="162" y="198"/>
                    </a:lnTo>
                    <a:lnTo>
                      <a:pt x="152" y="198"/>
                    </a:lnTo>
                    <a:lnTo>
                      <a:pt x="142" y="198"/>
                    </a:lnTo>
                    <a:lnTo>
                      <a:pt x="134" y="197"/>
                    </a:lnTo>
                    <a:lnTo>
                      <a:pt x="124" y="197"/>
                    </a:lnTo>
                    <a:lnTo>
                      <a:pt x="114" y="195"/>
                    </a:lnTo>
                    <a:lnTo>
                      <a:pt x="102" y="192"/>
                    </a:lnTo>
                    <a:lnTo>
                      <a:pt x="92" y="189"/>
                    </a:lnTo>
                    <a:lnTo>
                      <a:pt x="80" y="188"/>
                    </a:lnTo>
                    <a:lnTo>
                      <a:pt x="84" y="195"/>
                    </a:lnTo>
                    <a:lnTo>
                      <a:pt x="88" y="203"/>
                    </a:lnTo>
                    <a:lnTo>
                      <a:pt x="93" y="215"/>
                    </a:lnTo>
                    <a:lnTo>
                      <a:pt x="94" y="223"/>
                    </a:lnTo>
                    <a:lnTo>
                      <a:pt x="95" y="233"/>
                    </a:lnTo>
                    <a:lnTo>
                      <a:pt x="94" y="241"/>
                    </a:lnTo>
                    <a:lnTo>
                      <a:pt x="93" y="248"/>
                    </a:lnTo>
                    <a:lnTo>
                      <a:pt x="93" y="259"/>
                    </a:lnTo>
                    <a:lnTo>
                      <a:pt x="92" y="273"/>
                    </a:lnTo>
                    <a:lnTo>
                      <a:pt x="92" y="285"/>
                    </a:lnTo>
                    <a:lnTo>
                      <a:pt x="93" y="297"/>
                    </a:lnTo>
                    <a:lnTo>
                      <a:pt x="93" y="307"/>
                    </a:lnTo>
                    <a:lnTo>
                      <a:pt x="92" y="316"/>
                    </a:lnTo>
                    <a:lnTo>
                      <a:pt x="89" y="326"/>
                    </a:lnTo>
                    <a:lnTo>
                      <a:pt x="85" y="338"/>
                    </a:lnTo>
                    <a:lnTo>
                      <a:pt x="82" y="346"/>
                    </a:lnTo>
                    <a:lnTo>
                      <a:pt x="77" y="354"/>
                    </a:lnTo>
                    <a:lnTo>
                      <a:pt x="73" y="363"/>
                    </a:lnTo>
                    <a:lnTo>
                      <a:pt x="69" y="369"/>
                    </a:lnTo>
                    <a:lnTo>
                      <a:pt x="62" y="376"/>
                    </a:lnTo>
                    <a:lnTo>
                      <a:pt x="53" y="382"/>
                    </a:lnTo>
                    <a:lnTo>
                      <a:pt x="46" y="390"/>
                    </a:lnTo>
                    <a:lnTo>
                      <a:pt x="45" y="382"/>
                    </a:lnTo>
                    <a:lnTo>
                      <a:pt x="46" y="372"/>
                    </a:lnTo>
                    <a:lnTo>
                      <a:pt x="47" y="362"/>
                    </a:lnTo>
                    <a:lnTo>
                      <a:pt x="48" y="353"/>
                    </a:lnTo>
                    <a:lnTo>
                      <a:pt x="50" y="346"/>
                    </a:lnTo>
                    <a:lnTo>
                      <a:pt x="53" y="337"/>
                    </a:lnTo>
                    <a:lnTo>
                      <a:pt x="56" y="328"/>
                    </a:lnTo>
                    <a:lnTo>
                      <a:pt x="58" y="320"/>
                    </a:lnTo>
                    <a:lnTo>
                      <a:pt x="59" y="313"/>
                    </a:lnTo>
                    <a:lnTo>
                      <a:pt x="61" y="299"/>
                    </a:lnTo>
                    <a:lnTo>
                      <a:pt x="62" y="285"/>
                    </a:lnTo>
                    <a:lnTo>
                      <a:pt x="63" y="273"/>
                    </a:lnTo>
                    <a:lnTo>
                      <a:pt x="65" y="260"/>
                    </a:lnTo>
                    <a:lnTo>
                      <a:pt x="67" y="247"/>
                    </a:lnTo>
                    <a:lnTo>
                      <a:pt x="67" y="238"/>
                    </a:lnTo>
                    <a:lnTo>
                      <a:pt x="67" y="231"/>
                    </a:lnTo>
                    <a:lnTo>
                      <a:pt x="68" y="222"/>
                    </a:lnTo>
                    <a:lnTo>
                      <a:pt x="67" y="212"/>
                    </a:lnTo>
                    <a:lnTo>
                      <a:pt x="66" y="206"/>
                    </a:lnTo>
                    <a:lnTo>
                      <a:pt x="64" y="198"/>
                    </a:lnTo>
                    <a:lnTo>
                      <a:pt x="62" y="187"/>
                    </a:lnTo>
                    <a:lnTo>
                      <a:pt x="58" y="195"/>
                    </a:lnTo>
                    <a:lnTo>
                      <a:pt x="54" y="203"/>
                    </a:lnTo>
                    <a:lnTo>
                      <a:pt x="50" y="212"/>
                    </a:lnTo>
                    <a:lnTo>
                      <a:pt x="48" y="221"/>
                    </a:lnTo>
                    <a:lnTo>
                      <a:pt x="46" y="232"/>
                    </a:lnTo>
                    <a:lnTo>
                      <a:pt x="44" y="239"/>
                    </a:lnTo>
                    <a:lnTo>
                      <a:pt x="43" y="249"/>
                    </a:lnTo>
                    <a:lnTo>
                      <a:pt x="41" y="260"/>
                    </a:lnTo>
                    <a:lnTo>
                      <a:pt x="39" y="273"/>
                    </a:lnTo>
                    <a:lnTo>
                      <a:pt x="38" y="283"/>
                    </a:lnTo>
                    <a:lnTo>
                      <a:pt x="37" y="295"/>
                    </a:lnTo>
                    <a:lnTo>
                      <a:pt x="36" y="305"/>
                    </a:lnTo>
                    <a:lnTo>
                      <a:pt x="33" y="315"/>
                    </a:lnTo>
                    <a:lnTo>
                      <a:pt x="32" y="325"/>
                    </a:lnTo>
                    <a:lnTo>
                      <a:pt x="30" y="333"/>
                    </a:lnTo>
                    <a:lnTo>
                      <a:pt x="26" y="340"/>
                    </a:lnTo>
                    <a:lnTo>
                      <a:pt x="21" y="348"/>
                    </a:lnTo>
                    <a:lnTo>
                      <a:pt x="15" y="356"/>
                    </a:lnTo>
                    <a:lnTo>
                      <a:pt x="10" y="364"/>
                    </a:lnTo>
                    <a:lnTo>
                      <a:pt x="5" y="368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44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44"/>
                    </a:lnTo>
                    <a:lnTo>
                      <a:pt x="2" y="344"/>
                    </a:lnTo>
                    <a:lnTo>
                      <a:pt x="2" y="344"/>
                    </a:lnTo>
                    <a:lnTo>
                      <a:pt x="2" y="324"/>
                    </a:lnTo>
                    <a:lnTo>
                      <a:pt x="2" y="324"/>
                    </a:lnTo>
                    <a:lnTo>
                      <a:pt x="5" y="316"/>
                    </a:lnTo>
                    <a:lnTo>
                      <a:pt x="9" y="306"/>
                    </a:lnTo>
                    <a:lnTo>
                      <a:pt x="13" y="297"/>
                    </a:lnTo>
                    <a:lnTo>
                      <a:pt x="17" y="287"/>
                    </a:lnTo>
                    <a:lnTo>
                      <a:pt x="21" y="278"/>
                    </a:lnTo>
                    <a:lnTo>
                      <a:pt x="25" y="268"/>
                    </a:lnTo>
                    <a:lnTo>
                      <a:pt x="28" y="259"/>
                    </a:lnTo>
                    <a:lnTo>
                      <a:pt x="31" y="249"/>
                    </a:lnTo>
                    <a:lnTo>
                      <a:pt x="34" y="239"/>
                    </a:lnTo>
                    <a:lnTo>
                      <a:pt x="36" y="233"/>
                    </a:lnTo>
                    <a:lnTo>
                      <a:pt x="38" y="225"/>
                    </a:lnTo>
                    <a:lnTo>
                      <a:pt x="41" y="216"/>
                    </a:lnTo>
                    <a:lnTo>
                      <a:pt x="44" y="210"/>
                    </a:lnTo>
                    <a:lnTo>
                      <a:pt x="42" y="204"/>
                    </a:lnTo>
                    <a:lnTo>
                      <a:pt x="41" y="197"/>
                    </a:lnTo>
                    <a:lnTo>
                      <a:pt x="42" y="192"/>
                    </a:lnTo>
                    <a:lnTo>
                      <a:pt x="43" y="185"/>
                    </a:lnTo>
                    <a:lnTo>
                      <a:pt x="36" y="184"/>
                    </a:lnTo>
                    <a:lnTo>
                      <a:pt x="26" y="182"/>
                    </a:lnTo>
                    <a:lnTo>
                      <a:pt x="18" y="187"/>
                    </a:lnTo>
                    <a:lnTo>
                      <a:pt x="11" y="191"/>
                    </a:lnTo>
                    <a:lnTo>
                      <a:pt x="3" y="195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5" y="164"/>
                    </a:lnTo>
                    <a:lnTo>
                      <a:pt x="13" y="161"/>
                    </a:lnTo>
                    <a:lnTo>
                      <a:pt x="15" y="156"/>
                    </a:lnTo>
                    <a:lnTo>
                      <a:pt x="17" y="151"/>
                    </a:lnTo>
                    <a:lnTo>
                      <a:pt x="19" y="146"/>
                    </a:lnTo>
                    <a:lnTo>
                      <a:pt x="18" y="144"/>
                    </a:lnTo>
                    <a:lnTo>
                      <a:pt x="13" y="138"/>
                    </a:lnTo>
                    <a:lnTo>
                      <a:pt x="6" y="132"/>
                    </a:lnTo>
                    <a:lnTo>
                      <a:pt x="0" y="125"/>
                    </a:lnTo>
                    <a:lnTo>
                      <a:pt x="2" y="124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1" y="103"/>
                    </a:lnTo>
                    <a:lnTo>
                      <a:pt x="11" y="110"/>
                    </a:lnTo>
                    <a:lnTo>
                      <a:pt x="19" y="117"/>
                    </a:lnTo>
                    <a:lnTo>
                      <a:pt x="24" y="122"/>
                    </a:lnTo>
                    <a:lnTo>
                      <a:pt x="28" y="128"/>
                    </a:lnTo>
                    <a:lnTo>
                      <a:pt x="35" y="137"/>
                    </a:lnTo>
                    <a:lnTo>
                      <a:pt x="40" y="143"/>
                    </a:lnTo>
                    <a:lnTo>
                      <a:pt x="46" y="150"/>
                    </a:lnTo>
                    <a:lnTo>
                      <a:pt x="53" y="157"/>
                    </a:lnTo>
                    <a:lnTo>
                      <a:pt x="55" y="155"/>
                    </a:lnTo>
                    <a:lnTo>
                      <a:pt x="59" y="148"/>
                    </a:lnTo>
                    <a:lnTo>
                      <a:pt x="62" y="143"/>
                    </a:lnTo>
                    <a:lnTo>
                      <a:pt x="60" y="138"/>
                    </a:lnTo>
                    <a:lnTo>
                      <a:pt x="55" y="130"/>
                    </a:lnTo>
                    <a:lnTo>
                      <a:pt x="51" y="123"/>
                    </a:lnTo>
                    <a:lnTo>
                      <a:pt x="46" y="115"/>
                    </a:lnTo>
                    <a:lnTo>
                      <a:pt x="40" y="109"/>
                    </a:lnTo>
                    <a:lnTo>
                      <a:pt x="31" y="100"/>
                    </a:lnTo>
                    <a:lnTo>
                      <a:pt x="24" y="91"/>
                    </a:lnTo>
                    <a:lnTo>
                      <a:pt x="17" y="84"/>
                    </a:lnTo>
                    <a:lnTo>
                      <a:pt x="12" y="78"/>
                    </a:lnTo>
                    <a:lnTo>
                      <a:pt x="6" y="70"/>
                    </a:lnTo>
                    <a:lnTo>
                      <a:pt x="2" y="65"/>
                    </a:lnTo>
                    <a:lnTo>
                      <a:pt x="2" y="65"/>
                    </a:lnTo>
                    <a:lnTo>
                      <a:pt x="2" y="65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65"/>
                    </a:lnTo>
                    <a:lnTo>
                      <a:pt x="2" y="65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44"/>
                    </a:lnTo>
                    <a:lnTo>
                      <a:pt x="2" y="53"/>
                    </a:lnTo>
                    <a:lnTo>
                      <a:pt x="2" y="48"/>
                    </a:lnTo>
                    <a:lnTo>
                      <a:pt x="4" y="55"/>
                    </a:lnTo>
                    <a:lnTo>
                      <a:pt x="11" y="63"/>
                    </a:lnTo>
                    <a:lnTo>
                      <a:pt x="17" y="70"/>
                    </a:lnTo>
                    <a:lnTo>
                      <a:pt x="25" y="80"/>
                    </a:lnTo>
                    <a:lnTo>
                      <a:pt x="30" y="87"/>
                    </a:lnTo>
                    <a:lnTo>
                      <a:pt x="37" y="95"/>
                    </a:lnTo>
                    <a:lnTo>
                      <a:pt x="43" y="106"/>
                    </a:lnTo>
                    <a:lnTo>
                      <a:pt x="48" y="115"/>
                    </a:lnTo>
                    <a:lnTo>
                      <a:pt x="54" y="124"/>
                    </a:lnTo>
                    <a:lnTo>
                      <a:pt x="61" y="138"/>
                    </a:lnTo>
                    <a:lnTo>
                      <a:pt x="64" y="146"/>
                    </a:lnTo>
                    <a:lnTo>
                      <a:pt x="66" y="151"/>
                    </a:lnTo>
                    <a:lnTo>
                      <a:pt x="70" y="143"/>
                    </a:lnTo>
                    <a:lnTo>
                      <a:pt x="75" y="135"/>
                    </a:lnTo>
                    <a:lnTo>
                      <a:pt x="80" y="127"/>
                    </a:lnTo>
                    <a:lnTo>
                      <a:pt x="85" y="118"/>
                    </a:lnTo>
                    <a:lnTo>
                      <a:pt x="90" y="110"/>
                    </a:lnTo>
                    <a:lnTo>
                      <a:pt x="94" y="103"/>
                    </a:lnTo>
                    <a:lnTo>
                      <a:pt x="100" y="96"/>
                    </a:lnTo>
                    <a:lnTo>
                      <a:pt x="106" y="87"/>
                    </a:lnTo>
                    <a:lnTo>
                      <a:pt x="113" y="78"/>
                    </a:lnTo>
                    <a:lnTo>
                      <a:pt x="120" y="68"/>
                    </a:lnTo>
                    <a:lnTo>
                      <a:pt x="127" y="58"/>
                    </a:lnTo>
                    <a:lnTo>
                      <a:pt x="132" y="50"/>
                    </a:lnTo>
                    <a:lnTo>
                      <a:pt x="139" y="39"/>
                    </a:lnTo>
                    <a:lnTo>
                      <a:pt x="144" y="33"/>
                    </a:lnTo>
                    <a:lnTo>
                      <a:pt x="150" y="26"/>
                    </a:lnTo>
                    <a:lnTo>
                      <a:pt x="156" y="21"/>
                    </a:lnTo>
                    <a:lnTo>
                      <a:pt x="161" y="15"/>
                    </a:lnTo>
                    <a:lnTo>
                      <a:pt x="165" y="6"/>
                    </a:lnTo>
                    <a:lnTo>
                      <a:pt x="170" y="0"/>
                    </a:lnTo>
                    <a:lnTo>
                      <a:pt x="169" y="5"/>
                    </a:lnTo>
                    <a:lnTo>
                      <a:pt x="168" y="13"/>
                    </a:lnTo>
                    <a:lnTo>
                      <a:pt x="166" y="21"/>
                    </a:lnTo>
                    <a:lnTo>
                      <a:pt x="163" y="29"/>
                    </a:lnTo>
                    <a:lnTo>
                      <a:pt x="159" y="37"/>
                    </a:lnTo>
                    <a:lnTo>
                      <a:pt x="153" y="47"/>
                    </a:lnTo>
                    <a:lnTo>
                      <a:pt x="148" y="56"/>
                    </a:lnTo>
                    <a:lnTo>
                      <a:pt x="143" y="67"/>
                    </a:lnTo>
                    <a:lnTo>
                      <a:pt x="137" y="76"/>
                    </a:lnTo>
                    <a:lnTo>
                      <a:pt x="130" y="87"/>
                    </a:lnTo>
                    <a:lnTo>
                      <a:pt x="124" y="95"/>
                    </a:lnTo>
                  </a:path>
                </a:pathLst>
              </a:custGeom>
              <a:solidFill>
                <a:srgbClr val="037C03">
                  <a:alpha val="4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1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grpSp>
            <p:nvGrpSpPr>
              <p:cNvPr id="23" name="Google Shape;23;p1"/>
              <p:cNvGrpSpPr/>
              <p:nvPr/>
            </p:nvGrpSpPr>
            <p:grpSpPr>
              <a:xfrm>
                <a:off x="1707" y="1466"/>
                <a:ext cx="484" cy="368"/>
                <a:chOff x="1707" y="1466"/>
                <a:chExt cx="484" cy="368"/>
              </a:xfrm>
            </p:grpSpPr>
            <p:sp>
              <p:nvSpPr>
                <p:cNvPr id="24" name="Google Shape;24;p1"/>
                <p:cNvSpPr/>
                <p:nvPr/>
              </p:nvSpPr>
              <p:spPr>
                <a:xfrm>
                  <a:off x="1751" y="1466"/>
                  <a:ext cx="440" cy="342"/>
                </a:xfrm>
                <a:custGeom>
                  <a:rect b="b" l="l" r="r" t="t"/>
                  <a:pathLst>
                    <a:path extrusionOk="0" h="342" w="440">
                      <a:moveTo>
                        <a:pt x="138" y="87"/>
                      </a:moveTo>
                      <a:lnTo>
                        <a:pt x="141" y="78"/>
                      </a:lnTo>
                      <a:lnTo>
                        <a:pt x="146" y="69"/>
                      </a:lnTo>
                      <a:lnTo>
                        <a:pt x="153" y="59"/>
                      </a:lnTo>
                      <a:lnTo>
                        <a:pt x="160" y="51"/>
                      </a:lnTo>
                      <a:lnTo>
                        <a:pt x="167" y="42"/>
                      </a:lnTo>
                      <a:lnTo>
                        <a:pt x="172" y="36"/>
                      </a:lnTo>
                      <a:lnTo>
                        <a:pt x="178" y="31"/>
                      </a:lnTo>
                      <a:lnTo>
                        <a:pt x="184" y="26"/>
                      </a:lnTo>
                      <a:lnTo>
                        <a:pt x="190" y="21"/>
                      </a:lnTo>
                      <a:lnTo>
                        <a:pt x="196" y="17"/>
                      </a:lnTo>
                      <a:lnTo>
                        <a:pt x="202" y="14"/>
                      </a:lnTo>
                      <a:lnTo>
                        <a:pt x="208" y="11"/>
                      </a:lnTo>
                      <a:lnTo>
                        <a:pt x="215" y="8"/>
                      </a:lnTo>
                      <a:lnTo>
                        <a:pt x="222" y="7"/>
                      </a:lnTo>
                      <a:lnTo>
                        <a:pt x="230" y="5"/>
                      </a:lnTo>
                      <a:lnTo>
                        <a:pt x="237" y="3"/>
                      </a:lnTo>
                      <a:lnTo>
                        <a:pt x="245" y="3"/>
                      </a:lnTo>
                      <a:lnTo>
                        <a:pt x="252" y="2"/>
                      </a:lnTo>
                      <a:lnTo>
                        <a:pt x="260" y="2"/>
                      </a:lnTo>
                      <a:lnTo>
                        <a:pt x="270" y="1"/>
                      </a:lnTo>
                      <a:lnTo>
                        <a:pt x="278" y="2"/>
                      </a:lnTo>
                      <a:lnTo>
                        <a:pt x="285" y="2"/>
                      </a:lnTo>
                      <a:lnTo>
                        <a:pt x="292" y="2"/>
                      </a:lnTo>
                      <a:lnTo>
                        <a:pt x="299" y="2"/>
                      </a:lnTo>
                      <a:lnTo>
                        <a:pt x="307" y="1"/>
                      </a:lnTo>
                      <a:lnTo>
                        <a:pt x="314" y="0"/>
                      </a:lnTo>
                      <a:lnTo>
                        <a:pt x="310" y="2"/>
                      </a:lnTo>
                      <a:lnTo>
                        <a:pt x="307" y="4"/>
                      </a:lnTo>
                      <a:lnTo>
                        <a:pt x="304" y="7"/>
                      </a:lnTo>
                      <a:lnTo>
                        <a:pt x="301" y="10"/>
                      </a:lnTo>
                      <a:lnTo>
                        <a:pt x="295" y="10"/>
                      </a:lnTo>
                      <a:lnTo>
                        <a:pt x="288" y="11"/>
                      </a:lnTo>
                      <a:lnTo>
                        <a:pt x="284" y="12"/>
                      </a:lnTo>
                      <a:lnTo>
                        <a:pt x="278" y="13"/>
                      </a:lnTo>
                      <a:lnTo>
                        <a:pt x="272" y="15"/>
                      </a:lnTo>
                      <a:lnTo>
                        <a:pt x="266" y="16"/>
                      </a:lnTo>
                      <a:lnTo>
                        <a:pt x="260" y="17"/>
                      </a:lnTo>
                      <a:lnTo>
                        <a:pt x="254" y="19"/>
                      </a:lnTo>
                      <a:lnTo>
                        <a:pt x="248" y="21"/>
                      </a:lnTo>
                      <a:lnTo>
                        <a:pt x="241" y="23"/>
                      </a:lnTo>
                      <a:lnTo>
                        <a:pt x="236" y="26"/>
                      </a:lnTo>
                      <a:lnTo>
                        <a:pt x="229" y="29"/>
                      </a:lnTo>
                      <a:lnTo>
                        <a:pt x="222" y="32"/>
                      </a:lnTo>
                      <a:lnTo>
                        <a:pt x="215" y="36"/>
                      </a:lnTo>
                      <a:lnTo>
                        <a:pt x="208" y="41"/>
                      </a:lnTo>
                      <a:lnTo>
                        <a:pt x="201" y="47"/>
                      </a:lnTo>
                      <a:lnTo>
                        <a:pt x="195" y="55"/>
                      </a:lnTo>
                      <a:lnTo>
                        <a:pt x="189" y="64"/>
                      </a:lnTo>
                      <a:lnTo>
                        <a:pt x="181" y="77"/>
                      </a:lnTo>
                      <a:lnTo>
                        <a:pt x="175" y="90"/>
                      </a:lnTo>
                      <a:lnTo>
                        <a:pt x="167" y="106"/>
                      </a:lnTo>
                      <a:lnTo>
                        <a:pt x="180" y="99"/>
                      </a:lnTo>
                      <a:lnTo>
                        <a:pt x="191" y="94"/>
                      </a:lnTo>
                      <a:lnTo>
                        <a:pt x="206" y="86"/>
                      </a:lnTo>
                      <a:lnTo>
                        <a:pt x="222" y="78"/>
                      </a:lnTo>
                      <a:lnTo>
                        <a:pt x="229" y="77"/>
                      </a:lnTo>
                      <a:lnTo>
                        <a:pt x="236" y="74"/>
                      </a:lnTo>
                      <a:lnTo>
                        <a:pt x="243" y="72"/>
                      </a:lnTo>
                      <a:lnTo>
                        <a:pt x="252" y="70"/>
                      </a:lnTo>
                      <a:lnTo>
                        <a:pt x="261" y="68"/>
                      </a:lnTo>
                      <a:lnTo>
                        <a:pt x="269" y="68"/>
                      </a:lnTo>
                      <a:lnTo>
                        <a:pt x="275" y="67"/>
                      </a:lnTo>
                      <a:lnTo>
                        <a:pt x="285" y="66"/>
                      </a:lnTo>
                      <a:lnTo>
                        <a:pt x="294" y="66"/>
                      </a:lnTo>
                      <a:lnTo>
                        <a:pt x="301" y="67"/>
                      </a:lnTo>
                      <a:lnTo>
                        <a:pt x="311" y="68"/>
                      </a:lnTo>
                      <a:lnTo>
                        <a:pt x="319" y="69"/>
                      </a:lnTo>
                      <a:lnTo>
                        <a:pt x="328" y="69"/>
                      </a:lnTo>
                      <a:lnTo>
                        <a:pt x="336" y="70"/>
                      </a:lnTo>
                      <a:lnTo>
                        <a:pt x="345" y="71"/>
                      </a:lnTo>
                      <a:lnTo>
                        <a:pt x="354" y="72"/>
                      </a:lnTo>
                      <a:lnTo>
                        <a:pt x="363" y="73"/>
                      </a:lnTo>
                      <a:lnTo>
                        <a:pt x="371" y="74"/>
                      </a:lnTo>
                      <a:lnTo>
                        <a:pt x="381" y="75"/>
                      </a:lnTo>
                      <a:lnTo>
                        <a:pt x="392" y="76"/>
                      </a:lnTo>
                      <a:lnTo>
                        <a:pt x="401" y="77"/>
                      </a:lnTo>
                      <a:lnTo>
                        <a:pt x="416" y="79"/>
                      </a:lnTo>
                      <a:lnTo>
                        <a:pt x="421" y="79"/>
                      </a:lnTo>
                      <a:lnTo>
                        <a:pt x="425" y="79"/>
                      </a:lnTo>
                      <a:lnTo>
                        <a:pt x="430" y="81"/>
                      </a:lnTo>
                      <a:lnTo>
                        <a:pt x="439" y="84"/>
                      </a:lnTo>
                      <a:lnTo>
                        <a:pt x="424" y="81"/>
                      </a:lnTo>
                      <a:lnTo>
                        <a:pt x="417" y="80"/>
                      </a:lnTo>
                      <a:lnTo>
                        <a:pt x="411" y="80"/>
                      </a:lnTo>
                      <a:lnTo>
                        <a:pt x="397" y="81"/>
                      </a:lnTo>
                      <a:lnTo>
                        <a:pt x="388" y="82"/>
                      </a:lnTo>
                      <a:lnTo>
                        <a:pt x="377" y="82"/>
                      </a:lnTo>
                      <a:lnTo>
                        <a:pt x="367" y="82"/>
                      </a:lnTo>
                      <a:lnTo>
                        <a:pt x="357" y="83"/>
                      </a:lnTo>
                      <a:lnTo>
                        <a:pt x="348" y="83"/>
                      </a:lnTo>
                      <a:lnTo>
                        <a:pt x="340" y="82"/>
                      </a:lnTo>
                      <a:lnTo>
                        <a:pt x="330" y="82"/>
                      </a:lnTo>
                      <a:lnTo>
                        <a:pt x="319" y="82"/>
                      </a:lnTo>
                      <a:lnTo>
                        <a:pt x="310" y="83"/>
                      </a:lnTo>
                      <a:lnTo>
                        <a:pt x="302" y="84"/>
                      </a:lnTo>
                      <a:lnTo>
                        <a:pt x="292" y="84"/>
                      </a:lnTo>
                      <a:lnTo>
                        <a:pt x="285" y="84"/>
                      </a:lnTo>
                      <a:lnTo>
                        <a:pt x="276" y="85"/>
                      </a:lnTo>
                      <a:lnTo>
                        <a:pt x="269" y="87"/>
                      </a:lnTo>
                      <a:lnTo>
                        <a:pt x="261" y="88"/>
                      </a:lnTo>
                      <a:lnTo>
                        <a:pt x="254" y="90"/>
                      </a:lnTo>
                      <a:lnTo>
                        <a:pt x="246" y="92"/>
                      </a:lnTo>
                      <a:lnTo>
                        <a:pt x="238" y="94"/>
                      </a:lnTo>
                      <a:lnTo>
                        <a:pt x="229" y="96"/>
                      </a:lnTo>
                      <a:lnTo>
                        <a:pt x="222" y="98"/>
                      </a:lnTo>
                      <a:lnTo>
                        <a:pt x="208" y="102"/>
                      </a:lnTo>
                      <a:lnTo>
                        <a:pt x="200" y="103"/>
                      </a:lnTo>
                      <a:lnTo>
                        <a:pt x="189" y="108"/>
                      </a:lnTo>
                      <a:lnTo>
                        <a:pt x="172" y="115"/>
                      </a:lnTo>
                      <a:lnTo>
                        <a:pt x="189" y="117"/>
                      </a:lnTo>
                      <a:lnTo>
                        <a:pt x="209" y="118"/>
                      </a:lnTo>
                      <a:lnTo>
                        <a:pt x="213" y="118"/>
                      </a:lnTo>
                      <a:lnTo>
                        <a:pt x="222" y="123"/>
                      </a:lnTo>
                      <a:lnTo>
                        <a:pt x="228" y="126"/>
                      </a:lnTo>
                      <a:lnTo>
                        <a:pt x="234" y="129"/>
                      </a:lnTo>
                      <a:lnTo>
                        <a:pt x="235" y="131"/>
                      </a:lnTo>
                      <a:lnTo>
                        <a:pt x="238" y="137"/>
                      </a:lnTo>
                      <a:lnTo>
                        <a:pt x="245" y="146"/>
                      </a:lnTo>
                      <a:lnTo>
                        <a:pt x="238" y="142"/>
                      </a:lnTo>
                      <a:lnTo>
                        <a:pt x="229" y="137"/>
                      </a:lnTo>
                      <a:lnTo>
                        <a:pt x="222" y="135"/>
                      </a:lnTo>
                      <a:lnTo>
                        <a:pt x="209" y="132"/>
                      </a:lnTo>
                      <a:lnTo>
                        <a:pt x="199" y="129"/>
                      </a:lnTo>
                      <a:lnTo>
                        <a:pt x="189" y="126"/>
                      </a:lnTo>
                      <a:lnTo>
                        <a:pt x="184" y="125"/>
                      </a:lnTo>
                      <a:lnTo>
                        <a:pt x="172" y="126"/>
                      </a:lnTo>
                      <a:lnTo>
                        <a:pt x="165" y="127"/>
                      </a:lnTo>
                      <a:lnTo>
                        <a:pt x="155" y="129"/>
                      </a:lnTo>
                      <a:lnTo>
                        <a:pt x="160" y="131"/>
                      </a:lnTo>
                      <a:lnTo>
                        <a:pt x="166" y="132"/>
                      </a:lnTo>
                      <a:lnTo>
                        <a:pt x="173" y="136"/>
                      </a:lnTo>
                      <a:lnTo>
                        <a:pt x="181" y="135"/>
                      </a:lnTo>
                      <a:lnTo>
                        <a:pt x="195" y="136"/>
                      </a:lnTo>
                      <a:lnTo>
                        <a:pt x="203" y="137"/>
                      </a:lnTo>
                      <a:lnTo>
                        <a:pt x="215" y="140"/>
                      </a:lnTo>
                      <a:lnTo>
                        <a:pt x="222" y="143"/>
                      </a:lnTo>
                      <a:lnTo>
                        <a:pt x="232" y="145"/>
                      </a:lnTo>
                      <a:lnTo>
                        <a:pt x="242" y="148"/>
                      </a:lnTo>
                      <a:lnTo>
                        <a:pt x="251" y="151"/>
                      </a:lnTo>
                      <a:lnTo>
                        <a:pt x="259" y="152"/>
                      </a:lnTo>
                      <a:lnTo>
                        <a:pt x="266" y="153"/>
                      </a:lnTo>
                      <a:lnTo>
                        <a:pt x="273" y="155"/>
                      </a:lnTo>
                      <a:lnTo>
                        <a:pt x="282" y="157"/>
                      </a:lnTo>
                      <a:lnTo>
                        <a:pt x="291" y="161"/>
                      </a:lnTo>
                      <a:lnTo>
                        <a:pt x="299" y="165"/>
                      </a:lnTo>
                      <a:lnTo>
                        <a:pt x="303" y="169"/>
                      </a:lnTo>
                      <a:lnTo>
                        <a:pt x="309" y="175"/>
                      </a:lnTo>
                      <a:lnTo>
                        <a:pt x="316" y="183"/>
                      </a:lnTo>
                      <a:lnTo>
                        <a:pt x="321" y="190"/>
                      </a:lnTo>
                      <a:lnTo>
                        <a:pt x="326" y="197"/>
                      </a:lnTo>
                      <a:lnTo>
                        <a:pt x="331" y="204"/>
                      </a:lnTo>
                      <a:lnTo>
                        <a:pt x="335" y="212"/>
                      </a:lnTo>
                      <a:lnTo>
                        <a:pt x="340" y="218"/>
                      </a:lnTo>
                      <a:lnTo>
                        <a:pt x="345" y="226"/>
                      </a:lnTo>
                      <a:lnTo>
                        <a:pt x="351" y="234"/>
                      </a:lnTo>
                      <a:lnTo>
                        <a:pt x="356" y="243"/>
                      </a:lnTo>
                      <a:lnTo>
                        <a:pt x="361" y="250"/>
                      </a:lnTo>
                      <a:lnTo>
                        <a:pt x="368" y="258"/>
                      </a:lnTo>
                      <a:lnTo>
                        <a:pt x="359" y="251"/>
                      </a:lnTo>
                      <a:lnTo>
                        <a:pt x="353" y="247"/>
                      </a:lnTo>
                      <a:lnTo>
                        <a:pt x="344" y="242"/>
                      </a:lnTo>
                      <a:lnTo>
                        <a:pt x="336" y="236"/>
                      </a:lnTo>
                      <a:lnTo>
                        <a:pt x="330" y="231"/>
                      </a:lnTo>
                      <a:lnTo>
                        <a:pt x="323" y="226"/>
                      </a:lnTo>
                      <a:lnTo>
                        <a:pt x="317" y="222"/>
                      </a:lnTo>
                      <a:lnTo>
                        <a:pt x="311" y="218"/>
                      </a:lnTo>
                      <a:lnTo>
                        <a:pt x="304" y="214"/>
                      </a:lnTo>
                      <a:lnTo>
                        <a:pt x="297" y="210"/>
                      </a:lnTo>
                      <a:lnTo>
                        <a:pt x="291" y="205"/>
                      </a:lnTo>
                      <a:lnTo>
                        <a:pt x="284" y="200"/>
                      </a:lnTo>
                      <a:lnTo>
                        <a:pt x="275" y="195"/>
                      </a:lnTo>
                      <a:lnTo>
                        <a:pt x="267" y="189"/>
                      </a:lnTo>
                      <a:lnTo>
                        <a:pt x="259" y="183"/>
                      </a:lnTo>
                      <a:lnTo>
                        <a:pt x="252" y="179"/>
                      </a:lnTo>
                      <a:lnTo>
                        <a:pt x="245" y="174"/>
                      </a:lnTo>
                      <a:lnTo>
                        <a:pt x="237" y="170"/>
                      </a:lnTo>
                      <a:lnTo>
                        <a:pt x="229" y="167"/>
                      </a:lnTo>
                      <a:lnTo>
                        <a:pt x="222" y="165"/>
                      </a:lnTo>
                      <a:lnTo>
                        <a:pt x="211" y="162"/>
                      </a:lnTo>
                      <a:lnTo>
                        <a:pt x="201" y="159"/>
                      </a:lnTo>
                      <a:lnTo>
                        <a:pt x="194" y="157"/>
                      </a:lnTo>
                      <a:lnTo>
                        <a:pt x="186" y="155"/>
                      </a:lnTo>
                      <a:lnTo>
                        <a:pt x="175" y="149"/>
                      </a:lnTo>
                      <a:lnTo>
                        <a:pt x="163" y="144"/>
                      </a:lnTo>
                      <a:lnTo>
                        <a:pt x="180" y="155"/>
                      </a:lnTo>
                      <a:lnTo>
                        <a:pt x="182" y="157"/>
                      </a:lnTo>
                      <a:lnTo>
                        <a:pt x="186" y="162"/>
                      </a:lnTo>
                      <a:lnTo>
                        <a:pt x="190" y="168"/>
                      </a:lnTo>
                      <a:lnTo>
                        <a:pt x="195" y="175"/>
                      </a:lnTo>
                      <a:lnTo>
                        <a:pt x="201" y="182"/>
                      </a:lnTo>
                      <a:lnTo>
                        <a:pt x="206" y="189"/>
                      </a:lnTo>
                      <a:lnTo>
                        <a:pt x="212" y="197"/>
                      </a:lnTo>
                      <a:lnTo>
                        <a:pt x="217" y="204"/>
                      </a:lnTo>
                      <a:lnTo>
                        <a:pt x="222" y="210"/>
                      </a:lnTo>
                      <a:lnTo>
                        <a:pt x="227" y="217"/>
                      </a:lnTo>
                      <a:lnTo>
                        <a:pt x="233" y="227"/>
                      </a:lnTo>
                      <a:lnTo>
                        <a:pt x="238" y="234"/>
                      </a:lnTo>
                      <a:lnTo>
                        <a:pt x="242" y="241"/>
                      </a:lnTo>
                      <a:lnTo>
                        <a:pt x="246" y="248"/>
                      </a:lnTo>
                      <a:lnTo>
                        <a:pt x="250" y="255"/>
                      </a:lnTo>
                      <a:lnTo>
                        <a:pt x="252" y="262"/>
                      </a:lnTo>
                      <a:lnTo>
                        <a:pt x="254" y="267"/>
                      </a:lnTo>
                      <a:lnTo>
                        <a:pt x="256" y="275"/>
                      </a:lnTo>
                      <a:lnTo>
                        <a:pt x="257" y="285"/>
                      </a:lnTo>
                      <a:lnTo>
                        <a:pt x="258" y="294"/>
                      </a:lnTo>
                      <a:lnTo>
                        <a:pt x="259" y="304"/>
                      </a:lnTo>
                      <a:lnTo>
                        <a:pt x="261" y="313"/>
                      </a:lnTo>
                      <a:lnTo>
                        <a:pt x="262" y="323"/>
                      </a:lnTo>
                      <a:lnTo>
                        <a:pt x="255" y="313"/>
                      </a:lnTo>
                      <a:lnTo>
                        <a:pt x="249" y="307"/>
                      </a:lnTo>
                      <a:lnTo>
                        <a:pt x="245" y="300"/>
                      </a:lnTo>
                      <a:lnTo>
                        <a:pt x="241" y="295"/>
                      </a:lnTo>
                      <a:lnTo>
                        <a:pt x="238" y="288"/>
                      </a:lnTo>
                      <a:lnTo>
                        <a:pt x="236" y="280"/>
                      </a:lnTo>
                      <a:lnTo>
                        <a:pt x="232" y="271"/>
                      </a:lnTo>
                      <a:lnTo>
                        <a:pt x="228" y="263"/>
                      </a:lnTo>
                      <a:lnTo>
                        <a:pt x="224" y="254"/>
                      </a:lnTo>
                      <a:lnTo>
                        <a:pt x="221" y="246"/>
                      </a:lnTo>
                      <a:lnTo>
                        <a:pt x="217" y="238"/>
                      </a:lnTo>
                      <a:lnTo>
                        <a:pt x="212" y="232"/>
                      </a:lnTo>
                      <a:lnTo>
                        <a:pt x="208" y="226"/>
                      </a:lnTo>
                      <a:lnTo>
                        <a:pt x="202" y="218"/>
                      </a:lnTo>
                      <a:lnTo>
                        <a:pt x="196" y="211"/>
                      </a:lnTo>
                      <a:lnTo>
                        <a:pt x="191" y="205"/>
                      </a:lnTo>
                      <a:lnTo>
                        <a:pt x="186" y="199"/>
                      </a:lnTo>
                      <a:lnTo>
                        <a:pt x="185" y="194"/>
                      </a:lnTo>
                      <a:lnTo>
                        <a:pt x="181" y="185"/>
                      </a:lnTo>
                      <a:lnTo>
                        <a:pt x="177" y="179"/>
                      </a:lnTo>
                      <a:lnTo>
                        <a:pt x="174" y="171"/>
                      </a:lnTo>
                      <a:lnTo>
                        <a:pt x="172" y="169"/>
                      </a:lnTo>
                      <a:lnTo>
                        <a:pt x="165" y="162"/>
                      </a:lnTo>
                      <a:lnTo>
                        <a:pt x="161" y="155"/>
                      </a:lnTo>
                      <a:lnTo>
                        <a:pt x="157" y="149"/>
                      </a:lnTo>
                      <a:lnTo>
                        <a:pt x="153" y="143"/>
                      </a:lnTo>
                      <a:lnTo>
                        <a:pt x="145" y="146"/>
                      </a:lnTo>
                      <a:lnTo>
                        <a:pt x="137" y="151"/>
                      </a:lnTo>
                      <a:lnTo>
                        <a:pt x="129" y="158"/>
                      </a:lnTo>
                      <a:lnTo>
                        <a:pt x="121" y="164"/>
                      </a:lnTo>
                      <a:lnTo>
                        <a:pt x="115" y="170"/>
                      </a:lnTo>
                      <a:lnTo>
                        <a:pt x="110" y="176"/>
                      </a:lnTo>
                      <a:lnTo>
                        <a:pt x="104" y="185"/>
                      </a:lnTo>
                      <a:lnTo>
                        <a:pt x="97" y="195"/>
                      </a:lnTo>
                      <a:lnTo>
                        <a:pt x="92" y="203"/>
                      </a:lnTo>
                      <a:lnTo>
                        <a:pt x="85" y="212"/>
                      </a:lnTo>
                      <a:lnTo>
                        <a:pt x="80" y="221"/>
                      </a:lnTo>
                      <a:lnTo>
                        <a:pt x="76" y="229"/>
                      </a:lnTo>
                      <a:lnTo>
                        <a:pt x="71" y="237"/>
                      </a:lnTo>
                      <a:lnTo>
                        <a:pt x="67" y="245"/>
                      </a:lnTo>
                      <a:lnTo>
                        <a:pt x="62" y="254"/>
                      </a:lnTo>
                      <a:lnTo>
                        <a:pt x="58" y="263"/>
                      </a:lnTo>
                      <a:lnTo>
                        <a:pt x="51" y="273"/>
                      </a:lnTo>
                      <a:lnTo>
                        <a:pt x="45" y="283"/>
                      </a:lnTo>
                      <a:lnTo>
                        <a:pt x="38" y="294"/>
                      </a:lnTo>
                      <a:lnTo>
                        <a:pt x="33" y="303"/>
                      </a:lnTo>
                      <a:lnTo>
                        <a:pt x="28" y="309"/>
                      </a:lnTo>
                      <a:lnTo>
                        <a:pt x="24" y="315"/>
                      </a:lnTo>
                      <a:lnTo>
                        <a:pt x="18" y="321"/>
                      </a:lnTo>
                      <a:lnTo>
                        <a:pt x="13" y="327"/>
                      </a:lnTo>
                      <a:lnTo>
                        <a:pt x="7" y="333"/>
                      </a:lnTo>
                      <a:lnTo>
                        <a:pt x="0" y="341"/>
                      </a:lnTo>
                      <a:lnTo>
                        <a:pt x="2" y="331"/>
                      </a:lnTo>
                      <a:lnTo>
                        <a:pt x="5" y="324"/>
                      </a:lnTo>
                      <a:lnTo>
                        <a:pt x="8" y="315"/>
                      </a:lnTo>
                      <a:lnTo>
                        <a:pt x="13" y="309"/>
                      </a:lnTo>
                      <a:lnTo>
                        <a:pt x="20" y="298"/>
                      </a:lnTo>
                      <a:lnTo>
                        <a:pt x="27" y="287"/>
                      </a:lnTo>
                      <a:lnTo>
                        <a:pt x="35" y="275"/>
                      </a:lnTo>
                      <a:lnTo>
                        <a:pt x="41" y="265"/>
                      </a:lnTo>
                      <a:lnTo>
                        <a:pt x="47" y="255"/>
                      </a:lnTo>
                      <a:lnTo>
                        <a:pt x="54" y="246"/>
                      </a:lnTo>
                      <a:lnTo>
                        <a:pt x="59" y="238"/>
                      </a:lnTo>
                      <a:lnTo>
                        <a:pt x="64" y="231"/>
                      </a:lnTo>
                      <a:lnTo>
                        <a:pt x="69" y="224"/>
                      </a:lnTo>
                      <a:lnTo>
                        <a:pt x="76" y="216"/>
                      </a:lnTo>
                      <a:lnTo>
                        <a:pt x="82" y="208"/>
                      </a:lnTo>
                      <a:lnTo>
                        <a:pt x="88" y="199"/>
                      </a:lnTo>
                      <a:lnTo>
                        <a:pt x="95" y="190"/>
                      </a:lnTo>
                      <a:lnTo>
                        <a:pt x="100" y="183"/>
                      </a:lnTo>
                      <a:lnTo>
                        <a:pt x="105" y="175"/>
                      </a:lnTo>
                      <a:lnTo>
                        <a:pt x="110" y="167"/>
                      </a:lnTo>
                      <a:lnTo>
                        <a:pt x="112" y="162"/>
                      </a:lnTo>
                      <a:lnTo>
                        <a:pt x="114" y="156"/>
                      </a:lnTo>
                      <a:lnTo>
                        <a:pt x="118" y="151"/>
                      </a:lnTo>
                      <a:lnTo>
                        <a:pt x="122" y="145"/>
                      </a:lnTo>
                      <a:lnTo>
                        <a:pt x="129" y="138"/>
                      </a:lnTo>
                      <a:lnTo>
                        <a:pt x="134" y="131"/>
                      </a:lnTo>
                      <a:lnTo>
                        <a:pt x="139" y="126"/>
                      </a:lnTo>
                      <a:lnTo>
                        <a:pt x="143" y="119"/>
                      </a:lnTo>
                      <a:lnTo>
                        <a:pt x="141" y="114"/>
                      </a:lnTo>
                      <a:lnTo>
                        <a:pt x="139" y="106"/>
                      </a:lnTo>
                      <a:lnTo>
                        <a:pt x="127" y="102"/>
                      </a:lnTo>
                      <a:lnTo>
                        <a:pt x="113" y="92"/>
                      </a:lnTo>
                      <a:lnTo>
                        <a:pt x="99" y="83"/>
                      </a:lnTo>
                      <a:lnTo>
                        <a:pt x="92" y="78"/>
                      </a:lnTo>
                      <a:lnTo>
                        <a:pt x="86" y="74"/>
                      </a:lnTo>
                      <a:lnTo>
                        <a:pt x="75" y="70"/>
                      </a:lnTo>
                      <a:lnTo>
                        <a:pt x="64" y="66"/>
                      </a:lnTo>
                      <a:lnTo>
                        <a:pt x="52" y="63"/>
                      </a:lnTo>
                      <a:lnTo>
                        <a:pt x="43" y="60"/>
                      </a:lnTo>
                      <a:lnTo>
                        <a:pt x="33" y="56"/>
                      </a:lnTo>
                      <a:lnTo>
                        <a:pt x="24" y="53"/>
                      </a:lnTo>
                      <a:lnTo>
                        <a:pt x="15" y="51"/>
                      </a:lnTo>
                      <a:lnTo>
                        <a:pt x="8" y="49"/>
                      </a:lnTo>
                      <a:lnTo>
                        <a:pt x="15" y="49"/>
                      </a:lnTo>
                      <a:lnTo>
                        <a:pt x="20" y="47"/>
                      </a:lnTo>
                      <a:lnTo>
                        <a:pt x="25" y="47"/>
                      </a:lnTo>
                      <a:lnTo>
                        <a:pt x="29" y="46"/>
                      </a:lnTo>
                      <a:lnTo>
                        <a:pt x="34" y="47"/>
                      </a:lnTo>
                      <a:lnTo>
                        <a:pt x="45" y="51"/>
                      </a:lnTo>
                      <a:lnTo>
                        <a:pt x="53" y="56"/>
                      </a:lnTo>
                      <a:lnTo>
                        <a:pt x="63" y="61"/>
                      </a:lnTo>
                      <a:lnTo>
                        <a:pt x="72" y="66"/>
                      </a:lnTo>
                      <a:lnTo>
                        <a:pt x="84" y="71"/>
                      </a:lnTo>
                      <a:lnTo>
                        <a:pt x="93" y="77"/>
                      </a:lnTo>
                      <a:lnTo>
                        <a:pt x="101" y="81"/>
                      </a:lnTo>
                      <a:lnTo>
                        <a:pt x="115" y="88"/>
                      </a:lnTo>
                      <a:lnTo>
                        <a:pt x="122" y="90"/>
                      </a:lnTo>
                      <a:lnTo>
                        <a:pt x="128" y="89"/>
                      </a:lnTo>
                      <a:lnTo>
                        <a:pt x="133" y="88"/>
                      </a:lnTo>
                      <a:lnTo>
                        <a:pt x="138" y="87"/>
                      </a:lnTo>
                    </a:path>
                  </a:pathLst>
                </a:custGeom>
                <a:solidFill>
                  <a:srgbClr val="037C03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1" sz="1800" u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25" name="Google Shape;25;p1"/>
                <p:cNvSpPr/>
                <p:nvPr/>
              </p:nvSpPr>
              <p:spPr>
                <a:xfrm>
                  <a:off x="1900" y="1641"/>
                  <a:ext cx="39" cy="193"/>
                </a:xfrm>
                <a:custGeom>
                  <a:rect b="b" l="l" r="r" t="t"/>
                  <a:pathLst>
                    <a:path extrusionOk="0" h="193" w="39">
                      <a:moveTo>
                        <a:pt x="20" y="0"/>
                      </a:moveTo>
                      <a:lnTo>
                        <a:pt x="25" y="9"/>
                      </a:lnTo>
                      <a:lnTo>
                        <a:pt x="28" y="15"/>
                      </a:lnTo>
                      <a:lnTo>
                        <a:pt x="34" y="24"/>
                      </a:lnTo>
                      <a:lnTo>
                        <a:pt x="36" y="33"/>
                      </a:lnTo>
                      <a:lnTo>
                        <a:pt x="37" y="43"/>
                      </a:lnTo>
                      <a:lnTo>
                        <a:pt x="37" y="56"/>
                      </a:lnTo>
                      <a:lnTo>
                        <a:pt x="38" y="64"/>
                      </a:lnTo>
                      <a:lnTo>
                        <a:pt x="37" y="75"/>
                      </a:lnTo>
                      <a:lnTo>
                        <a:pt x="36" y="86"/>
                      </a:lnTo>
                      <a:lnTo>
                        <a:pt x="34" y="97"/>
                      </a:lnTo>
                      <a:lnTo>
                        <a:pt x="31" y="113"/>
                      </a:lnTo>
                      <a:lnTo>
                        <a:pt x="29" y="122"/>
                      </a:lnTo>
                      <a:lnTo>
                        <a:pt x="24" y="132"/>
                      </a:lnTo>
                      <a:lnTo>
                        <a:pt x="18" y="144"/>
                      </a:lnTo>
                      <a:lnTo>
                        <a:pt x="12" y="155"/>
                      </a:lnTo>
                      <a:lnTo>
                        <a:pt x="7" y="165"/>
                      </a:lnTo>
                      <a:lnTo>
                        <a:pt x="3" y="174"/>
                      </a:lnTo>
                      <a:lnTo>
                        <a:pt x="0" y="192"/>
                      </a:lnTo>
                      <a:lnTo>
                        <a:pt x="1" y="174"/>
                      </a:lnTo>
                      <a:lnTo>
                        <a:pt x="3" y="162"/>
                      </a:lnTo>
                      <a:lnTo>
                        <a:pt x="4" y="151"/>
                      </a:lnTo>
                      <a:lnTo>
                        <a:pt x="5" y="139"/>
                      </a:lnTo>
                      <a:lnTo>
                        <a:pt x="7" y="124"/>
                      </a:lnTo>
                      <a:lnTo>
                        <a:pt x="10" y="113"/>
                      </a:lnTo>
                      <a:lnTo>
                        <a:pt x="12" y="102"/>
                      </a:lnTo>
                      <a:lnTo>
                        <a:pt x="15" y="93"/>
                      </a:lnTo>
                      <a:lnTo>
                        <a:pt x="18" y="82"/>
                      </a:lnTo>
                      <a:lnTo>
                        <a:pt x="20" y="72"/>
                      </a:lnTo>
                      <a:lnTo>
                        <a:pt x="22" y="61"/>
                      </a:lnTo>
                      <a:lnTo>
                        <a:pt x="23" y="52"/>
                      </a:lnTo>
                      <a:lnTo>
                        <a:pt x="24" y="41"/>
                      </a:lnTo>
                      <a:lnTo>
                        <a:pt x="24" y="30"/>
                      </a:lnTo>
                      <a:lnTo>
                        <a:pt x="24" y="15"/>
                      </a:lnTo>
                      <a:lnTo>
                        <a:pt x="22" y="8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37C03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1" sz="1800" u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26" name="Google Shape;26;p1"/>
                <p:cNvSpPr/>
                <p:nvPr/>
              </p:nvSpPr>
              <p:spPr>
                <a:xfrm>
                  <a:off x="1716" y="1535"/>
                  <a:ext cx="171" cy="50"/>
                </a:xfrm>
                <a:custGeom>
                  <a:rect b="b" l="l" r="r" t="t"/>
                  <a:pathLst>
                    <a:path extrusionOk="0" h="50" w="171">
                      <a:moveTo>
                        <a:pt x="170" y="49"/>
                      </a:moveTo>
                      <a:lnTo>
                        <a:pt x="167" y="40"/>
                      </a:lnTo>
                      <a:lnTo>
                        <a:pt x="163" y="33"/>
                      </a:lnTo>
                      <a:lnTo>
                        <a:pt x="160" y="31"/>
                      </a:lnTo>
                      <a:lnTo>
                        <a:pt x="153" y="29"/>
                      </a:lnTo>
                      <a:lnTo>
                        <a:pt x="147" y="27"/>
                      </a:lnTo>
                      <a:lnTo>
                        <a:pt x="140" y="29"/>
                      </a:lnTo>
                      <a:lnTo>
                        <a:pt x="132" y="30"/>
                      </a:lnTo>
                      <a:lnTo>
                        <a:pt x="123" y="27"/>
                      </a:lnTo>
                      <a:lnTo>
                        <a:pt x="111" y="22"/>
                      </a:lnTo>
                      <a:lnTo>
                        <a:pt x="100" y="18"/>
                      </a:lnTo>
                      <a:lnTo>
                        <a:pt x="92" y="16"/>
                      </a:lnTo>
                      <a:lnTo>
                        <a:pt x="80" y="12"/>
                      </a:lnTo>
                      <a:lnTo>
                        <a:pt x="67" y="8"/>
                      </a:lnTo>
                      <a:lnTo>
                        <a:pt x="55" y="5"/>
                      </a:lnTo>
                      <a:lnTo>
                        <a:pt x="42" y="1"/>
                      </a:lnTo>
                      <a:lnTo>
                        <a:pt x="28" y="1"/>
                      </a:lnTo>
                      <a:lnTo>
                        <a:pt x="15" y="0"/>
                      </a:lnTo>
                      <a:lnTo>
                        <a:pt x="12" y="1"/>
                      </a:lnTo>
                      <a:lnTo>
                        <a:pt x="7" y="4"/>
                      </a:lnTo>
                      <a:lnTo>
                        <a:pt x="3" y="7"/>
                      </a:lnTo>
                      <a:lnTo>
                        <a:pt x="0" y="11"/>
                      </a:lnTo>
                      <a:lnTo>
                        <a:pt x="5" y="11"/>
                      </a:lnTo>
                      <a:lnTo>
                        <a:pt x="12" y="12"/>
                      </a:lnTo>
                      <a:lnTo>
                        <a:pt x="19" y="12"/>
                      </a:lnTo>
                      <a:lnTo>
                        <a:pt x="23" y="11"/>
                      </a:lnTo>
                      <a:lnTo>
                        <a:pt x="30" y="11"/>
                      </a:lnTo>
                      <a:lnTo>
                        <a:pt x="39" y="11"/>
                      </a:lnTo>
                      <a:lnTo>
                        <a:pt x="51" y="11"/>
                      </a:lnTo>
                      <a:lnTo>
                        <a:pt x="61" y="12"/>
                      </a:lnTo>
                      <a:lnTo>
                        <a:pt x="71" y="14"/>
                      </a:lnTo>
                      <a:lnTo>
                        <a:pt x="81" y="15"/>
                      </a:lnTo>
                      <a:lnTo>
                        <a:pt x="91" y="16"/>
                      </a:lnTo>
                      <a:lnTo>
                        <a:pt x="99" y="19"/>
                      </a:lnTo>
                      <a:lnTo>
                        <a:pt x="108" y="23"/>
                      </a:lnTo>
                      <a:lnTo>
                        <a:pt x="116" y="27"/>
                      </a:lnTo>
                      <a:lnTo>
                        <a:pt x="125" y="31"/>
                      </a:lnTo>
                      <a:lnTo>
                        <a:pt x="129" y="32"/>
                      </a:lnTo>
                      <a:lnTo>
                        <a:pt x="134" y="31"/>
                      </a:lnTo>
                      <a:lnTo>
                        <a:pt x="140" y="34"/>
                      </a:lnTo>
                      <a:lnTo>
                        <a:pt x="146" y="37"/>
                      </a:lnTo>
                      <a:lnTo>
                        <a:pt x="152" y="40"/>
                      </a:lnTo>
                      <a:lnTo>
                        <a:pt x="161" y="44"/>
                      </a:lnTo>
                      <a:lnTo>
                        <a:pt x="167" y="46"/>
                      </a:lnTo>
                      <a:lnTo>
                        <a:pt x="170" y="49"/>
                      </a:lnTo>
                    </a:path>
                  </a:pathLst>
                </a:custGeom>
                <a:solidFill>
                  <a:srgbClr val="037C03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1" sz="1800" u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27" name="Google Shape;27;p1"/>
                <p:cNvSpPr/>
                <p:nvPr/>
              </p:nvSpPr>
              <p:spPr>
                <a:xfrm>
                  <a:off x="1707" y="1563"/>
                  <a:ext cx="177" cy="21"/>
                </a:xfrm>
                <a:custGeom>
                  <a:rect b="b" l="l" r="r" t="t"/>
                  <a:pathLst>
                    <a:path extrusionOk="0" h="21" w="177">
                      <a:moveTo>
                        <a:pt x="176" y="20"/>
                      </a:moveTo>
                      <a:lnTo>
                        <a:pt x="171" y="18"/>
                      </a:lnTo>
                      <a:lnTo>
                        <a:pt x="166" y="16"/>
                      </a:lnTo>
                      <a:lnTo>
                        <a:pt x="161" y="13"/>
                      </a:lnTo>
                      <a:lnTo>
                        <a:pt x="155" y="12"/>
                      </a:lnTo>
                      <a:lnTo>
                        <a:pt x="149" y="10"/>
                      </a:lnTo>
                      <a:lnTo>
                        <a:pt x="141" y="6"/>
                      </a:lnTo>
                      <a:lnTo>
                        <a:pt x="134" y="3"/>
                      </a:lnTo>
                      <a:lnTo>
                        <a:pt x="128" y="2"/>
                      </a:lnTo>
                      <a:lnTo>
                        <a:pt x="120" y="3"/>
                      </a:lnTo>
                      <a:lnTo>
                        <a:pt x="110" y="5"/>
                      </a:lnTo>
                      <a:lnTo>
                        <a:pt x="106" y="5"/>
                      </a:lnTo>
                      <a:lnTo>
                        <a:pt x="93" y="3"/>
                      </a:lnTo>
                      <a:lnTo>
                        <a:pt x="78" y="1"/>
                      </a:lnTo>
                      <a:lnTo>
                        <a:pt x="69" y="0"/>
                      </a:lnTo>
                      <a:lnTo>
                        <a:pt x="57" y="0"/>
                      </a:lnTo>
                      <a:lnTo>
                        <a:pt x="44" y="0"/>
                      </a:lnTo>
                      <a:lnTo>
                        <a:pt x="36" y="1"/>
                      </a:lnTo>
                      <a:lnTo>
                        <a:pt x="27" y="2"/>
                      </a:lnTo>
                      <a:lnTo>
                        <a:pt x="18" y="3"/>
                      </a:lnTo>
                      <a:lnTo>
                        <a:pt x="9" y="4"/>
                      </a:lnTo>
                      <a:lnTo>
                        <a:pt x="8" y="8"/>
                      </a:lnTo>
                      <a:lnTo>
                        <a:pt x="7" y="11"/>
                      </a:lnTo>
                      <a:lnTo>
                        <a:pt x="4" y="15"/>
                      </a:lnTo>
                      <a:lnTo>
                        <a:pt x="0" y="17"/>
                      </a:lnTo>
                      <a:lnTo>
                        <a:pt x="7" y="16"/>
                      </a:lnTo>
                      <a:lnTo>
                        <a:pt x="15" y="14"/>
                      </a:lnTo>
                      <a:lnTo>
                        <a:pt x="22" y="12"/>
                      </a:lnTo>
                      <a:lnTo>
                        <a:pt x="29" y="11"/>
                      </a:lnTo>
                      <a:lnTo>
                        <a:pt x="37" y="10"/>
                      </a:lnTo>
                      <a:lnTo>
                        <a:pt x="50" y="10"/>
                      </a:lnTo>
                      <a:lnTo>
                        <a:pt x="63" y="8"/>
                      </a:lnTo>
                      <a:lnTo>
                        <a:pt x="79" y="8"/>
                      </a:lnTo>
                      <a:lnTo>
                        <a:pt x="94" y="7"/>
                      </a:lnTo>
                      <a:lnTo>
                        <a:pt x="108" y="6"/>
                      </a:lnTo>
                      <a:lnTo>
                        <a:pt x="120" y="7"/>
                      </a:lnTo>
                      <a:lnTo>
                        <a:pt x="129" y="10"/>
                      </a:lnTo>
                      <a:lnTo>
                        <a:pt x="138" y="12"/>
                      </a:lnTo>
                      <a:lnTo>
                        <a:pt x="148" y="14"/>
                      </a:lnTo>
                      <a:lnTo>
                        <a:pt x="159" y="17"/>
                      </a:lnTo>
                      <a:lnTo>
                        <a:pt x="167" y="18"/>
                      </a:lnTo>
                      <a:lnTo>
                        <a:pt x="176" y="20"/>
                      </a:lnTo>
                    </a:path>
                  </a:pathLst>
                </a:custGeom>
                <a:solidFill>
                  <a:srgbClr val="037C03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1" sz="1800" u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</p:grpSp>
          <p:sp>
            <p:nvSpPr>
              <p:cNvPr id="28" name="Google Shape;28;p1"/>
              <p:cNvSpPr/>
              <p:nvPr/>
            </p:nvSpPr>
            <p:spPr>
              <a:xfrm>
                <a:off x="1691" y="1023"/>
                <a:ext cx="261" cy="374"/>
              </a:xfrm>
              <a:custGeom>
                <a:rect b="b" l="l" r="r" t="t"/>
                <a:pathLst>
                  <a:path extrusionOk="0" h="374" w="261">
                    <a:moveTo>
                      <a:pt x="64" y="145"/>
                    </a:moveTo>
                    <a:lnTo>
                      <a:pt x="68" y="150"/>
                    </a:lnTo>
                    <a:lnTo>
                      <a:pt x="72" y="154"/>
                    </a:lnTo>
                    <a:lnTo>
                      <a:pt x="77" y="157"/>
                    </a:lnTo>
                    <a:lnTo>
                      <a:pt x="82" y="162"/>
                    </a:lnTo>
                    <a:lnTo>
                      <a:pt x="86" y="165"/>
                    </a:lnTo>
                    <a:lnTo>
                      <a:pt x="91" y="168"/>
                    </a:lnTo>
                    <a:lnTo>
                      <a:pt x="94" y="170"/>
                    </a:lnTo>
                    <a:lnTo>
                      <a:pt x="92" y="162"/>
                    </a:lnTo>
                    <a:lnTo>
                      <a:pt x="90" y="154"/>
                    </a:lnTo>
                    <a:lnTo>
                      <a:pt x="87" y="143"/>
                    </a:lnTo>
                    <a:lnTo>
                      <a:pt x="85" y="134"/>
                    </a:lnTo>
                    <a:lnTo>
                      <a:pt x="82" y="124"/>
                    </a:lnTo>
                    <a:lnTo>
                      <a:pt x="80" y="114"/>
                    </a:lnTo>
                    <a:lnTo>
                      <a:pt x="76" y="104"/>
                    </a:lnTo>
                    <a:lnTo>
                      <a:pt x="72" y="93"/>
                    </a:lnTo>
                    <a:lnTo>
                      <a:pt x="68" y="84"/>
                    </a:lnTo>
                    <a:lnTo>
                      <a:pt x="63" y="71"/>
                    </a:lnTo>
                    <a:lnTo>
                      <a:pt x="59" y="63"/>
                    </a:lnTo>
                    <a:lnTo>
                      <a:pt x="54" y="56"/>
                    </a:lnTo>
                    <a:lnTo>
                      <a:pt x="50" y="48"/>
                    </a:lnTo>
                    <a:lnTo>
                      <a:pt x="44" y="42"/>
                    </a:lnTo>
                    <a:lnTo>
                      <a:pt x="39" y="38"/>
                    </a:lnTo>
                    <a:lnTo>
                      <a:pt x="34" y="35"/>
                    </a:lnTo>
                    <a:lnTo>
                      <a:pt x="31" y="33"/>
                    </a:lnTo>
                    <a:lnTo>
                      <a:pt x="35" y="32"/>
                    </a:lnTo>
                    <a:lnTo>
                      <a:pt x="37" y="33"/>
                    </a:lnTo>
                    <a:lnTo>
                      <a:pt x="41" y="34"/>
                    </a:lnTo>
                    <a:lnTo>
                      <a:pt x="45" y="39"/>
                    </a:lnTo>
                    <a:lnTo>
                      <a:pt x="51" y="45"/>
                    </a:lnTo>
                    <a:lnTo>
                      <a:pt x="55" y="50"/>
                    </a:lnTo>
                    <a:lnTo>
                      <a:pt x="58" y="56"/>
                    </a:lnTo>
                    <a:lnTo>
                      <a:pt x="63" y="64"/>
                    </a:lnTo>
                    <a:lnTo>
                      <a:pt x="68" y="75"/>
                    </a:lnTo>
                    <a:lnTo>
                      <a:pt x="72" y="84"/>
                    </a:lnTo>
                    <a:lnTo>
                      <a:pt x="77" y="94"/>
                    </a:lnTo>
                    <a:lnTo>
                      <a:pt x="81" y="101"/>
                    </a:lnTo>
                    <a:lnTo>
                      <a:pt x="86" y="109"/>
                    </a:lnTo>
                    <a:lnTo>
                      <a:pt x="89" y="117"/>
                    </a:lnTo>
                    <a:lnTo>
                      <a:pt x="92" y="126"/>
                    </a:lnTo>
                    <a:lnTo>
                      <a:pt x="95" y="135"/>
                    </a:lnTo>
                    <a:lnTo>
                      <a:pt x="99" y="143"/>
                    </a:lnTo>
                    <a:lnTo>
                      <a:pt x="101" y="151"/>
                    </a:lnTo>
                    <a:lnTo>
                      <a:pt x="104" y="161"/>
                    </a:lnTo>
                    <a:lnTo>
                      <a:pt x="106" y="168"/>
                    </a:lnTo>
                    <a:lnTo>
                      <a:pt x="107" y="171"/>
                    </a:lnTo>
                    <a:lnTo>
                      <a:pt x="110" y="168"/>
                    </a:lnTo>
                    <a:lnTo>
                      <a:pt x="113" y="164"/>
                    </a:lnTo>
                    <a:lnTo>
                      <a:pt x="117" y="159"/>
                    </a:lnTo>
                    <a:lnTo>
                      <a:pt x="118" y="150"/>
                    </a:lnTo>
                    <a:lnTo>
                      <a:pt x="119" y="143"/>
                    </a:lnTo>
                    <a:lnTo>
                      <a:pt x="120" y="133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21" y="114"/>
                    </a:lnTo>
                    <a:lnTo>
                      <a:pt x="121" y="103"/>
                    </a:lnTo>
                    <a:lnTo>
                      <a:pt x="122" y="92"/>
                    </a:lnTo>
                    <a:lnTo>
                      <a:pt x="122" y="82"/>
                    </a:lnTo>
                    <a:lnTo>
                      <a:pt x="123" y="75"/>
                    </a:lnTo>
                    <a:lnTo>
                      <a:pt x="125" y="65"/>
                    </a:lnTo>
                    <a:lnTo>
                      <a:pt x="127" y="58"/>
                    </a:lnTo>
                    <a:lnTo>
                      <a:pt x="128" y="50"/>
                    </a:lnTo>
                    <a:lnTo>
                      <a:pt x="131" y="44"/>
                    </a:lnTo>
                    <a:lnTo>
                      <a:pt x="133" y="36"/>
                    </a:lnTo>
                    <a:lnTo>
                      <a:pt x="136" y="26"/>
                    </a:lnTo>
                    <a:lnTo>
                      <a:pt x="139" y="16"/>
                    </a:lnTo>
                    <a:lnTo>
                      <a:pt x="140" y="7"/>
                    </a:lnTo>
                    <a:lnTo>
                      <a:pt x="143" y="0"/>
                    </a:lnTo>
                    <a:lnTo>
                      <a:pt x="144" y="6"/>
                    </a:lnTo>
                    <a:lnTo>
                      <a:pt x="143" y="12"/>
                    </a:lnTo>
                    <a:lnTo>
                      <a:pt x="142" y="21"/>
                    </a:lnTo>
                    <a:lnTo>
                      <a:pt x="140" y="28"/>
                    </a:lnTo>
                    <a:lnTo>
                      <a:pt x="138" y="40"/>
                    </a:lnTo>
                    <a:lnTo>
                      <a:pt x="137" y="47"/>
                    </a:lnTo>
                    <a:lnTo>
                      <a:pt x="136" y="53"/>
                    </a:lnTo>
                    <a:lnTo>
                      <a:pt x="135" y="62"/>
                    </a:lnTo>
                    <a:lnTo>
                      <a:pt x="134" y="72"/>
                    </a:lnTo>
                    <a:lnTo>
                      <a:pt x="134" y="83"/>
                    </a:lnTo>
                    <a:lnTo>
                      <a:pt x="133" y="94"/>
                    </a:lnTo>
                    <a:lnTo>
                      <a:pt x="132" y="106"/>
                    </a:lnTo>
                    <a:lnTo>
                      <a:pt x="132" y="116"/>
                    </a:lnTo>
                    <a:lnTo>
                      <a:pt x="132" y="126"/>
                    </a:lnTo>
                    <a:lnTo>
                      <a:pt x="131" y="134"/>
                    </a:lnTo>
                    <a:lnTo>
                      <a:pt x="131" y="145"/>
                    </a:lnTo>
                    <a:lnTo>
                      <a:pt x="130" y="155"/>
                    </a:lnTo>
                    <a:lnTo>
                      <a:pt x="128" y="168"/>
                    </a:lnTo>
                    <a:lnTo>
                      <a:pt x="127" y="178"/>
                    </a:lnTo>
                    <a:lnTo>
                      <a:pt x="125" y="190"/>
                    </a:lnTo>
                    <a:lnTo>
                      <a:pt x="130" y="187"/>
                    </a:lnTo>
                    <a:lnTo>
                      <a:pt x="136" y="183"/>
                    </a:lnTo>
                    <a:lnTo>
                      <a:pt x="143" y="178"/>
                    </a:lnTo>
                    <a:lnTo>
                      <a:pt x="149" y="176"/>
                    </a:lnTo>
                    <a:lnTo>
                      <a:pt x="156" y="176"/>
                    </a:lnTo>
                    <a:lnTo>
                      <a:pt x="160" y="176"/>
                    </a:lnTo>
                    <a:lnTo>
                      <a:pt x="166" y="177"/>
                    </a:lnTo>
                    <a:lnTo>
                      <a:pt x="173" y="178"/>
                    </a:lnTo>
                    <a:lnTo>
                      <a:pt x="182" y="179"/>
                    </a:lnTo>
                    <a:lnTo>
                      <a:pt x="190" y="178"/>
                    </a:lnTo>
                    <a:lnTo>
                      <a:pt x="198" y="178"/>
                    </a:lnTo>
                    <a:lnTo>
                      <a:pt x="205" y="178"/>
                    </a:lnTo>
                    <a:lnTo>
                      <a:pt x="211" y="179"/>
                    </a:lnTo>
                    <a:lnTo>
                      <a:pt x="217" y="182"/>
                    </a:lnTo>
                    <a:lnTo>
                      <a:pt x="225" y="185"/>
                    </a:lnTo>
                    <a:lnTo>
                      <a:pt x="231" y="189"/>
                    </a:lnTo>
                    <a:lnTo>
                      <a:pt x="236" y="193"/>
                    </a:lnTo>
                    <a:lnTo>
                      <a:pt x="242" y="199"/>
                    </a:lnTo>
                    <a:lnTo>
                      <a:pt x="245" y="202"/>
                    </a:lnTo>
                    <a:lnTo>
                      <a:pt x="251" y="210"/>
                    </a:lnTo>
                    <a:lnTo>
                      <a:pt x="255" y="218"/>
                    </a:lnTo>
                    <a:lnTo>
                      <a:pt x="260" y="227"/>
                    </a:lnTo>
                    <a:lnTo>
                      <a:pt x="254" y="227"/>
                    </a:lnTo>
                    <a:lnTo>
                      <a:pt x="248" y="226"/>
                    </a:lnTo>
                    <a:lnTo>
                      <a:pt x="241" y="224"/>
                    </a:lnTo>
                    <a:lnTo>
                      <a:pt x="235" y="224"/>
                    </a:lnTo>
                    <a:lnTo>
                      <a:pt x="231" y="222"/>
                    </a:lnTo>
                    <a:lnTo>
                      <a:pt x="224" y="218"/>
                    </a:lnTo>
                    <a:lnTo>
                      <a:pt x="218" y="216"/>
                    </a:lnTo>
                    <a:lnTo>
                      <a:pt x="213" y="213"/>
                    </a:lnTo>
                    <a:lnTo>
                      <a:pt x="209" y="212"/>
                    </a:lnTo>
                    <a:lnTo>
                      <a:pt x="200" y="211"/>
                    </a:lnTo>
                    <a:lnTo>
                      <a:pt x="190" y="210"/>
                    </a:lnTo>
                    <a:lnTo>
                      <a:pt x="182" y="208"/>
                    </a:lnTo>
                    <a:lnTo>
                      <a:pt x="173" y="206"/>
                    </a:lnTo>
                    <a:lnTo>
                      <a:pt x="165" y="205"/>
                    </a:lnTo>
                    <a:lnTo>
                      <a:pt x="159" y="204"/>
                    </a:lnTo>
                    <a:lnTo>
                      <a:pt x="154" y="204"/>
                    </a:lnTo>
                    <a:lnTo>
                      <a:pt x="148" y="203"/>
                    </a:lnTo>
                    <a:lnTo>
                      <a:pt x="142" y="204"/>
                    </a:lnTo>
                    <a:lnTo>
                      <a:pt x="137" y="205"/>
                    </a:lnTo>
                    <a:lnTo>
                      <a:pt x="132" y="208"/>
                    </a:lnTo>
                    <a:lnTo>
                      <a:pt x="125" y="210"/>
                    </a:lnTo>
                    <a:lnTo>
                      <a:pt x="130" y="213"/>
                    </a:lnTo>
                    <a:lnTo>
                      <a:pt x="136" y="217"/>
                    </a:lnTo>
                    <a:lnTo>
                      <a:pt x="141" y="222"/>
                    </a:lnTo>
                    <a:lnTo>
                      <a:pt x="147" y="224"/>
                    </a:lnTo>
                    <a:lnTo>
                      <a:pt x="154" y="227"/>
                    </a:lnTo>
                    <a:lnTo>
                      <a:pt x="160" y="229"/>
                    </a:lnTo>
                    <a:lnTo>
                      <a:pt x="166" y="229"/>
                    </a:lnTo>
                    <a:lnTo>
                      <a:pt x="173" y="231"/>
                    </a:lnTo>
                    <a:lnTo>
                      <a:pt x="182" y="233"/>
                    </a:lnTo>
                    <a:lnTo>
                      <a:pt x="189" y="235"/>
                    </a:lnTo>
                    <a:lnTo>
                      <a:pt x="197" y="235"/>
                    </a:lnTo>
                    <a:lnTo>
                      <a:pt x="203" y="237"/>
                    </a:lnTo>
                    <a:lnTo>
                      <a:pt x="210" y="239"/>
                    </a:lnTo>
                    <a:lnTo>
                      <a:pt x="217" y="240"/>
                    </a:lnTo>
                    <a:lnTo>
                      <a:pt x="222" y="243"/>
                    </a:lnTo>
                    <a:lnTo>
                      <a:pt x="227" y="247"/>
                    </a:lnTo>
                    <a:lnTo>
                      <a:pt x="232" y="252"/>
                    </a:lnTo>
                    <a:lnTo>
                      <a:pt x="238" y="257"/>
                    </a:lnTo>
                    <a:lnTo>
                      <a:pt x="243" y="264"/>
                    </a:lnTo>
                    <a:lnTo>
                      <a:pt x="245" y="268"/>
                    </a:lnTo>
                    <a:lnTo>
                      <a:pt x="248" y="275"/>
                    </a:lnTo>
                    <a:lnTo>
                      <a:pt x="250" y="283"/>
                    </a:lnTo>
                    <a:lnTo>
                      <a:pt x="253" y="291"/>
                    </a:lnTo>
                    <a:lnTo>
                      <a:pt x="256" y="297"/>
                    </a:lnTo>
                    <a:lnTo>
                      <a:pt x="250" y="293"/>
                    </a:lnTo>
                    <a:lnTo>
                      <a:pt x="243" y="289"/>
                    </a:lnTo>
                    <a:lnTo>
                      <a:pt x="238" y="286"/>
                    </a:lnTo>
                    <a:lnTo>
                      <a:pt x="231" y="281"/>
                    </a:lnTo>
                    <a:lnTo>
                      <a:pt x="224" y="277"/>
                    </a:lnTo>
                    <a:lnTo>
                      <a:pt x="218" y="273"/>
                    </a:lnTo>
                    <a:lnTo>
                      <a:pt x="211" y="269"/>
                    </a:lnTo>
                    <a:lnTo>
                      <a:pt x="204" y="264"/>
                    </a:lnTo>
                    <a:lnTo>
                      <a:pt x="198" y="260"/>
                    </a:lnTo>
                    <a:lnTo>
                      <a:pt x="191" y="256"/>
                    </a:lnTo>
                    <a:lnTo>
                      <a:pt x="186" y="252"/>
                    </a:lnTo>
                    <a:lnTo>
                      <a:pt x="179" y="248"/>
                    </a:lnTo>
                    <a:lnTo>
                      <a:pt x="173" y="245"/>
                    </a:lnTo>
                    <a:lnTo>
                      <a:pt x="166" y="241"/>
                    </a:lnTo>
                    <a:lnTo>
                      <a:pt x="160" y="238"/>
                    </a:lnTo>
                    <a:lnTo>
                      <a:pt x="155" y="237"/>
                    </a:lnTo>
                    <a:lnTo>
                      <a:pt x="150" y="234"/>
                    </a:lnTo>
                    <a:lnTo>
                      <a:pt x="144" y="231"/>
                    </a:lnTo>
                    <a:lnTo>
                      <a:pt x="140" y="229"/>
                    </a:lnTo>
                    <a:lnTo>
                      <a:pt x="136" y="230"/>
                    </a:lnTo>
                    <a:lnTo>
                      <a:pt x="131" y="231"/>
                    </a:lnTo>
                    <a:lnTo>
                      <a:pt x="128" y="231"/>
                    </a:lnTo>
                    <a:lnTo>
                      <a:pt x="123" y="229"/>
                    </a:lnTo>
                    <a:lnTo>
                      <a:pt x="123" y="237"/>
                    </a:lnTo>
                    <a:lnTo>
                      <a:pt x="121" y="246"/>
                    </a:lnTo>
                    <a:lnTo>
                      <a:pt x="124" y="254"/>
                    </a:lnTo>
                    <a:lnTo>
                      <a:pt x="127" y="263"/>
                    </a:lnTo>
                    <a:lnTo>
                      <a:pt x="130" y="271"/>
                    </a:lnTo>
                    <a:lnTo>
                      <a:pt x="132" y="280"/>
                    </a:lnTo>
                    <a:lnTo>
                      <a:pt x="135" y="290"/>
                    </a:lnTo>
                    <a:lnTo>
                      <a:pt x="138" y="302"/>
                    </a:lnTo>
                    <a:lnTo>
                      <a:pt x="139" y="311"/>
                    </a:lnTo>
                    <a:lnTo>
                      <a:pt x="142" y="321"/>
                    </a:lnTo>
                    <a:lnTo>
                      <a:pt x="143" y="330"/>
                    </a:lnTo>
                    <a:lnTo>
                      <a:pt x="145" y="342"/>
                    </a:lnTo>
                    <a:lnTo>
                      <a:pt x="148" y="355"/>
                    </a:lnTo>
                    <a:lnTo>
                      <a:pt x="150" y="373"/>
                    </a:lnTo>
                    <a:lnTo>
                      <a:pt x="130" y="373"/>
                    </a:lnTo>
                    <a:lnTo>
                      <a:pt x="128" y="357"/>
                    </a:lnTo>
                    <a:lnTo>
                      <a:pt x="127" y="346"/>
                    </a:lnTo>
                    <a:lnTo>
                      <a:pt x="124" y="332"/>
                    </a:lnTo>
                    <a:lnTo>
                      <a:pt x="122" y="319"/>
                    </a:lnTo>
                    <a:lnTo>
                      <a:pt x="120" y="308"/>
                    </a:lnTo>
                    <a:lnTo>
                      <a:pt x="118" y="298"/>
                    </a:lnTo>
                    <a:lnTo>
                      <a:pt x="116" y="290"/>
                    </a:lnTo>
                    <a:lnTo>
                      <a:pt x="113" y="279"/>
                    </a:lnTo>
                    <a:lnTo>
                      <a:pt x="109" y="269"/>
                    </a:lnTo>
                    <a:lnTo>
                      <a:pt x="107" y="260"/>
                    </a:lnTo>
                    <a:lnTo>
                      <a:pt x="104" y="258"/>
                    </a:lnTo>
                    <a:lnTo>
                      <a:pt x="101" y="256"/>
                    </a:lnTo>
                    <a:lnTo>
                      <a:pt x="98" y="254"/>
                    </a:lnTo>
                    <a:lnTo>
                      <a:pt x="96" y="255"/>
                    </a:lnTo>
                    <a:lnTo>
                      <a:pt x="93" y="260"/>
                    </a:lnTo>
                    <a:lnTo>
                      <a:pt x="87" y="268"/>
                    </a:lnTo>
                    <a:lnTo>
                      <a:pt x="83" y="274"/>
                    </a:lnTo>
                    <a:lnTo>
                      <a:pt x="79" y="280"/>
                    </a:lnTo>
                    <a:lnTo>
                      <a:pt x="76" y="288"/>
                    </a:lnTo>
                    <a:lnTo>
                      <a:pt x="72" y="293"/>
                    </a:lnTo>
                    <a:lnTo>
                      <a:pt x="68" y="301"/>
                    </a:lnTo>
                    <a:lnTo>
                      <a:pt x="64" y="309"/>
                    </a:lnTo>
                    <a:lnTo>
                      <a:pt x="61" y="318"/>
                    </a:lnTo>
                    <a:lnTo>
                      <a:pt x="57" y="327"/>
                    </a:lnTo>
                    <a:lnTo>
                      <a:pt x="53" y="337"/>
                    </a:lnTo>
                    <a:lnTo>
                      <a:pt x="49" y="348"/>
                    </a:lnTo>
                    <a:lnTo>
                      <a:pt x="44" y="360"/>
                    </a:lnTo>
                    <a:lnTo>
                      <a:pt x="46" y="346"/>
                    </a:lnTo>
                    <a:lnTo>
                      <a:pt x="47" y="336"/>
                    </a:lnTo>
                    <a:lnTo>
                      <a:pt x="48" y="325"/>
                    </a:lnTo>
                    <a:lnTo>
                      <a:pt x="50" y="319"/>
                    </a:lnTo>
                    <a:lnTo>
                      <a:pt x="51" y="314"/>
                    </a:lnTo>
                    <a:lnTo>
                      <a:pt x="54" y="305"/>
                    </a:lnTo>
                    <a:lnTo>
                      <a:pt x="57" y="295"/>
                    </a:lnTo>
                    <a:lnTo>
                      <a:pt x="59" y="288"/>
                    </a:lnTo>
                    <a:lnTo>
                      <a:pt x="64" y="280"/>
                    </a:lnTo>
                    <a:lnTo>
                      <a:pt x="69" y="272"/>
                    </a:lnTo>
                    <a:lnTo>
                      <a:pt x="73" y="263"/>
                    </a:lnTo>
                    <a:lnTo>
                      <a:pt x="78" y="254"/>
                    </a:lnTo>
                    <a:lnTo>
                      <a:pt x="81" y="249"/>
                    </a:lnTo>
                    <a:lnTo>
                      <a:pt x="86" y="244"/>
                    </a:lnTo>
                    <a:lnTo>
                      <a:pt x="91" y="238"/>
                    </a:lnTo>
                    <a:lnTo>
                      <a:pt x="95" y="232"/>
                    </a:lnTo>
                    <a:lnTo>
                      <a:pt x="100" y="226"/>
                    </a:lnTo>
                    <a:lnTo>
                      <a:pt x="105" y="218"/>
                    </a:lnTo>
                    <a:lnTo>
                      <a:pt x="103" y="216"/>
                    </a:lnTo>
                    <a:lnTo>
                      <a:pt x="99" y="212"/>
                    </a:lnTo>
                    <a:lnTo>
                      <a:pt x="96" y="210"/>
                    </a:lnTo>
                    <a:lnTo>
                      <a:pt x="93" y="211"/>
                    </a:lnTo>
                    <a:lnTo>
                      <a:pt x="87" y="216"/>
                    </a:lnTo>
                    <a:lnTo>
                      <a:pt x="82" y="221"/>
                    </a:lnTo>
                    <a:lnTo>
                      <a:pt x="77" y="226"/>
                    </a:lnTo>
                    <a:lnTo>
                      <a:pt x="72" y="232"/>
                    </a:lnTo>
                    <a:lnTo>
                      <a:pt x="67" y="241"/>
                    </a:lnTo>
                    <a:lnTo>
                      <a:pt x="61" y="249"/>
                    </a:lnTo>
                    <a:lnTo>
                      <a:pt x="56" y="255"/>
                    </a:lnTo>
                    <a:lnTo>
                      <a:pt x="52" y="261"/>
                    </a:lnTo>
                    <a:lnTo>
                      <a:pt x="47" y="268"/>
                    </a:lnTo>
                    <a:lnTo>
                      <a:pt x="42" y="276"/>
                    </a:lnTo>
                    <a:lnTo>
                      <a:pt x="38" y="284"/>
                    </a:lnTo>
                    <a:lnTo>
                      <a:pt x="33" y="293"/>
                    </a:lnTo>
                    <a:lnTo>
                      <a:pt x="28" y="301"/>
                    </a:lnTo>
                    <a:lnTo>
                      <a:pt x="24" y="310"/>
                    </a:lnTo>
                    <a:lnTo>
                      <a:pt x="18" y="321"/>
                    </a:lnTo>
                    <a:lnTo>
                      <a:pt x="21" y="307"/>
                    </a:lnTo>
                    <a:lnTo>
                      <a:pt x="22" y="297"/>
                    </a:lnTo>
                    <a:lnTo>
                      <a:pt x="24" y="288"/>
                    </a:lnTo>
                    <a:lnTo>
                      <a:pt x="25" y="286"/>
                    </a:lnTo>
                    <a:lnTo>
                      <a:pt x="28" y="281"/>
                    </a:lnTo>
                    <a:lnTo>
                      <a:pt x="32" y="275"/>
                    </a:lnTo>
                    <a:lnTo>
                      <a:pt x="37" y="269"/>
                    </a:lnTo>
                    <a:lnTo>
                      <a:pt x="42" y="262"/>
                    </a:lnTo>
                    <a:lnTo>
                      <a:pt x="47" y="256"/>
                    </a:lnTo>
                    <a:lnTo>
                      <a:pt x="54" y="248"/>
                    </a:lnTo>
                    <a:lnTo>
                      <a:pt x="58" y="243"/>
                    </a:lnTo>
                    <a:lnTo>
                      <a:pt x="64" y="236"/>
                    </a:lnTo>
                    <a:lnTo>
                      <a:pt x="71" y="229"/>
                    </a:lnTo>
                    <a:lnTo>
                      <a:pt x="77" y="224"/>
                    </a:lnTo>
                    <a:lnTo>
                      <a:pt x="83" y="218"/>
                    </a:lnTo>
                    <a:lnTo>
                      <a:pt x="93" y="210"/>
                    </a:lnTo>
                    <a:lnTo>
                      <a:pt x="98" y="208"/>
                    </a:lnTo>
                    <a:lnTo>
                      <a:pt x="101" y="206"/>
                    </a:lnTo>
                    <a:lnTo>
                      <a:pt x="95" y="202"/>
                    </a:lnTo>
                    <a:lnTo>
                      <a:pt x="90" y="196"/>
                    </a:lnTo>
                    <a:lnTo>
                      <a:pt x="84" y="190"/>
                    </a:lnTo>
                    <a:lnTo>
                      <a:pt x="79" y="185"/>
                    </a:lnTo>
                    <a:lnTo>
                      <a:pt x="73" y="180"/>
                    </a:lnTo>
                    <a:lnTo>
                      <a:pt x="69" y="176"/>
                    </a:lnTo>
                    <a:lnTo>
                      <a:pt x="65" y="170"/>
                    </a:lnTo>
                    <a:lnTo>
                      <a:pt x="58" y="163"/>
                    </a:lnTo>
                    <a:lnTo>
                      <a:pt x="52" y="156"/>
                    </a:lnTo>
                    <a:lnTo>
                      <a:pt x="46" y="148"/>
                    </a:lnTo>
                    <a:lnTo>
                      <a:pt x="39" y="141"/>
                    </a:lnTo>
                    <a:lnTo>
                      <a:pt x="33" y="136"/>
                    </a:lnTo>
                    <a:lnTo>
                      <a:pt x="26" y="129"/>
                    </a:lnTo>
                    <a:lnTo>
                      <a:pt x="22" y="125"/>
                    </a:lnTo>
                    <a:lnTo>
                      <a:pt x="17" y="118"/>
                    </a:lnTo>
                    <a:lnTo>
                      <a:pt x="14" y="112"/>
                    </a:lnTo>
                    <a:lnTo>
                      <a:pt x="10" y="108"/>
                    </a:lnTo>
                    <a:lnTo>
                      <a:pt x="4" y="102"/>
                    </a:lnTo>
                    <a:lnTo>
                      <a:pt x="0" y="98"/>
                    </a:lnTo>
                    <a:lnTo>
                      <a:pt x="3" y="98"/>
                    </a:lnTo>
                    <a:lnTo>
                      <a:pt x="9" y="100"/>
                    </a:lnTo>
                    <a:lnTo>
                      <a:pt x="14" y="101"/>
                    </a:lnTo>
                    <a:lnTo>
                      <a:pt x="20" y="104"/>
                    </a:lnTo>
                    <a:lnTo>
                      <a:pt x="25" y="109"/>
                    </a:lnTo>
                    <a:lnTo>
                      <a:pt x="32" y="115"/>
                    </a:lnTo>
                    <a:lnTo>
                      <a:pt x="38" y="120"/>
                    </a:lnTo>
                    <a:lnTo>
                      <a:pt x="45" y="125"/>
                    </a:lnTo>
                    <a:lnTo>
                      <a:pt x="51" y="132"/>
                    </a:lnTo>
                    <a:lnTo>
                      <a:pt x="58" y="139"/>
                    </a:lnTo>
                    <a:lnTo>
                      <a:pt x="64" y="145"/>
                    </a:lnTo>
                  </a:path>
                </a:pathLst>
              </a:custGeom>
              <a:solidFill>
                <a:srgbClr val="037C03">
                  <a:alpha val="4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1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grpSp>
          <p:nvGrpSpPr>
            <p:cNvPr id="29" name="Google Shape;29;p1"/>
            <p:cNvGrpSpPr/>
            <p:nvPr/>
          </p:nvGrpSpPr>
          <p:grpSpPr>
            <a:xfrm>
              <a:off x="300" y="3360"/>
              <a:ext cx="508" cy="820"/>
              <a:chOff x="1985" y="1201"/>
              <a:chExt cx="508" cy="820"/>
            </a:xfrm>
          </p:grpSpPr>
          <p:grpSp>
            <p:nvGrpSpPr>
              <p:cNvPr id="30" name="Google Shape;30;p1"/>
              <p:cNvGrpSpPr/>
              <p:nvPr/>
            </p:nvGrpSpPr>
            <p:grpSpPr>
              <a:xfrm>
                <a:off x="2247" y="1201"/>
                <a:ext cx="246" cy="810"/>
                <a:chOff x="2247" y="1201"/>
                <a:chExt cx="246" cy="810"/>
              </a:xfrm>
            </p:grpSpPr>
            <p:sp>
              <p:nvSpPr>
                <p:cNvPr id="31" name="Google Shape;31;p1"/>
                <p:cNvSpPr/>
                <p:nvPr/>
              </p:nvSpPr>
              <p:spPr>
                <a:xfrm>
                  <a:off x="2392" y="1373"/>
                  <a:ext cx="92" cy="638"/>
                </a:xfrm>
                <a:custGeom>
                  <a:rect b="b" l="l" r="r" t="t"/>
                  <a:pathLst>
                    <a:path extrusionOk="0" h="638" w="92">
                      <a:moveTo>
                        <a:pt x="91" y="296"/>
                      </a:moveTo>
                      <a:lnTo>
                        <a:pt x="83" y="425"/>
                      </a:lnTo>
                      <a:lnTo>
                        <a:pt x="75" y="529"/>
                      </a:lnTo>
                      <a:lnTo>
                        <a:pt x="70" y="606"/>
                      </a:lnTo>
                      <a:lnTo>
                        <a:pt x="71" y="637"/>
                      </a:lnTo>
                      <a:lnTo>
                        <a:pt x="60" y="637"/>
                      </a:lnTo>
                      <a:lnTo>
                        <a:pt x="57" y="592"/>
                      </a:lnTo>
                      <a:lnTo>
                        <a:pt x="55" y="524"/>
                      </a:lnTo>
                      <a:lnTo>
                        <a:pt x="51" y="461"/>
                      </a:lnTo>
                      <a:lnTo>
                        <a:pt x="49" y="414"/>
                      </a:lnTo>
                      <a:lnTo>
                        <a:pt x="45" y="345"/>
                      </a:lnTo>
                      <a:lnTo>
                        <a:pt x="40" y="285"/>
                      </a:lnTo>
                      <a:lnTo>
                        <a:pt x="35" y="233"/>
                      </a:lnTo>
                      <a:lnTo>
                        <a:pt x="31" y="177"/>
                      </a:lnTo>
                      <a:lnTo>
                        <a:pt x="24" y="121"/>
                      </a:lnTo>
                      <a:lnTo>
                        <a:pt x="17" y="74"/>
                      </a:lnTo>
                      <a:lnTo>
                        <a:pt x="4" y="28"/>
                      </a:lnTo>
                      <a:lnTo>
                        <a:pt x="0" y="10"/>
                      </a:lnTo>
                      <a:lnTo>
                        <a:pt x="5" y="0"/>
                      </a:lnTo>
                      <a:lnTo>
                        <a:pt x="13" y="18"/>
                      </a:lnTo>
                      <a:lnTo>
                        <a:pt x="24" y="61"/>
                      </a:lnTo>
                      <a:lnTo>
                        <a:pt x="33" y="104"/>
                      </a:lnTo>
                      <a:lnTo>
                        <a:pt x="40" y="150"/>
                      </a:lnTo>
                      <a:lnTo>
                        <a:pt x="44" y="208"/>
                      </a:lnTo>
                      <a:lnTo>
                        <a:pt x="48" y="263"/>
                      </a:lnTo>
                      <a:lnTo>
                        <a:pt x="55" y="337"/>
                      </a:lnTo>
                      <a:lnTo>
                        <a:pt x="59" y="398"/>
                      </a:lnTo>
                      <a:lnTo>
                        <a:pt x="61" y="447"/>
                      </a:lnTo>
                      <a:lnTo>
                        <a:pt x="63" y="498"/>
                      </a:lnTo>
                      <a:lnTo>
                        <a:pt x="68" y="550"/>
                      </a:lnTo>
                      <a:lnTo>
                        <a:pt x="73" y="460"/>
                      </a:lnTo>
                      <a:lnTo>
                        <a:pt x="80" y="376"/>
                      </a:lnTo>
                      <a:lnTo>
                        <a:pt x="91" y="296"/>
                      </a:lnTo>
                    </a:path>
                  </a:pathLst>
                </a:custGeom>
                <a:solidFill>
                  <a:srgbClr val="3C0023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1" sz="1800" u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32" name="Google Shape;32;p1"/>
                <p:cNvSpPr/>
                <p:nvPr/>
              </p:nvSpPr>
              <p:spPr>
                <a:xfrm>
                  <a:off x="2247" y="1201"/>
                  <a:ext cx="246" cy="466"/>
                </a:xfrm>
                <a:custGeom>
                  <a:rect b="b" l="l" r="r" t="t"/>
                  <a:pathLst>
                    <a:path extrusionOk="0" h="466" w="246">
                      <a:moveTo>
                        <a:pt x="147" y="109"/>
                      </a:moveTo>
                      <a:lnTo>
                        <a:pt x="143" y="88"/>
                      </a:lnTo>
                      <a:lnTo>
                        <a:pt x="136" y="67"/>
                      </a:lnTo>
                      <a:lnTo>
                        <a:pt x="127" y="44"/>
                      </a:lnTo>
                      <a:lnTo>
                        <a:pt x="117" y="27"/>
                      </a:lnTo>
                      <a:lnTo>
                        <a:pt x="105" y="12"/>
                      </a:lnTo>
                      <a:lnTo>
                        <a:pt x="89" y="5"/>
                      </a:lnTo>
                      <a:lnTo>
                        <a:pt x="69" y="0"/>
                      </a:lnTo>
                      <a:lnTo>
                        <a:pt x="55" y="1"/>
                      </a:lnTo>
                      <a:lnTo>
                        <a:pt x="39" y="0"/>
                      </a:lnTo>
                      <a:lnTo>
                        <a:pt x="49" y="11"/>
                      </a:lnTo>
                      <a:lnTo>
                        <a:pt x="58" y="12"/>
                      </a:lnTo>
                      <a:lnTo>
                        <a:pt x="69" y="19"/>
                      </a:lnTo>
                      <a:lnTo>
                        <a:pt x="80" y="25"/>
                      </a:lnTo>
                      <a:lnTo>
                        <a:pt x="96" y="39"/>
                      </a:lnTo>
                      <a:lnTo>
                        <a:pt x="109" y="58"/>
                      </a:lnTo>
                      <a:lnTo>
                        <a:pt x="118" y="82"/>
                      </a:lnTo>
                      <a:lnTo>
                        <a:pt x="130" y="134"/>
                      </a:lnTo>
                      <a:lnTo>
                        <a:pt x="96" y="99"/>
                      </a:lnTo>
                      <a:lnTo>
                        <a:pt x="85" y="91"/>
                      </a:lnTo>
                      <a:lnTo>
                        <a:pt x="73" y="85"/>
                      </a:lnTo>
                      <a:lnTo>
                        <a:pt x="61" y="83"/>
                      </a:lnTo>
                      <a:lnTo>
                        <a:pt x="54" y="80"/>
                      </a:lnTo>
                      <a:lnTo>
                        <a:pt x="32" y="75"/>
                      </a:lnTo>
                      <a:lnTo>
                        <a:pt x="0" y="72"/>
                      </a:lnTo>
                      <a:lnTo>
                        <a:pt x="0" y="103"/>
                      </a:lnTo>
                      <a:lnTo>
                        <a:pt x="7" y="103"/>
                      </a:lnTo>
                      <a:lnTo>
                        <a:pt x="17" y="104"/>
                      </a:lnTo>
                      <a:lnTo>
                        <a:pt x="29" y="103"/>
                      </a:lnTo>
                      <a:lnTo>
                        <a:pt x="38" y="103"/>
                      </a:lnTo>
                      <a:lnTo>
                        <a:pt x="62" y="107"/>
                      </a:lnTo>
                      <a:lnTo>
                        <a:pt x="72" y="111"/>
                      </a:lnTo>
                      <a:lnTo>
                        <a:pt x="108" y="129"/>
                      </a:lnTo>
                      <a:lnTo>
                        <a:pt x="127" y="144"/>
                      </a:lnTo>
                      <a:lnTo>
                        <a:pt x="113" y="146"/>
                      </a:lnTo>
                      <a:lnTo>
                        <a:pt x="104" y="146"/>
                      </a:lnTo>
                      <a:lnTo>
                        <a:pt x="89" y="161"/>
                      </a:lnTo>
                      <a:lnTo>
                        <a:pt x="82" y="183"/>
                      </a:lnTo>
                      <a:lnTo>
                        <a:pt x="92" y="171"/>
                      </a:lnTo>
                      <a:lnTo>
                        <a:pt x="120" y="155"/>
                      </a:lnTo>
                      <a:lnTo>
                        <a:pt x="137" y="162"/>
                      </a:lnTo>
                      <a:lnTo>
                        <a:pt x="126" y="170"/>
                      </a:lnTo>
                      <a:lnTo>
                        <a:pt x="113" y="171"/>
                      </a:lnTo>
                      <a:lnTo>
                        <a:pt x="79" y="189"/>
                      </a:lnTo>
                      <a:lnTo>
                        <a:pt x="69" y="193"/>
                      </a:lnTo>
                      <a:lnTo>
                        <a:pt x="57" y="199"/>
                      </a:lnTo>
                      <a:lnTo>
                        <a:pt x="48" y="209"/>
                      </a:lnTo>
                      <a:lnTo>
                        <a:pt x="37" y="233"/>
                      </a:lnTo>
                      <a:lnTo>
                        <a:pt x="31" y="251"/>
                      </a:lnTo>
                      <a:lnTo>
                        <a:pt x="13" y="310"/>
                      </a:lnTo>
                      <a:lnTo>
                        <a:pt x="6" y="325"/>
                      </a:lnTo>
                      <a:lnTo>
                        <a:pt x="36" y="281"/>
                      </a:lnTo>
                      <a:lnTo>
                        <a:pt x="50" y="265"/>
                      </a:lnTo>
                      <a:lnTo>
                        <a:pt x="72" y="231"/>
                      </a:lnTo>
                      <a:lnTo>
                        <a:pt x="83" y="218"/>
                      </a:lnTo>
                      <a:lnTo>
                        <a:pt x="92" y="209"/>
                      </a:lnTo>
                      <a:lnTo>
                        <a:pt x="118" y="194"/>
                      </a:lnTo>
                      <a:lnTo>
                        <a:pt x="132" y="181"/>
                      </a:lnTo>
                      <a:lnTo>
                        <a:pt x="121" y="195"/>
                      </a:lnTo>
                      <a:lnTo>
                        <a:pt x="94" y="269"/>
                      </a:lnTo>
                      <a:lnTo>
                        <a:pt x="84" y="302"/>
                      </a:lnTo>
                      <a:lnTo>
                        <a:pt x="79" y="320"/>
                      </a:lnTo>
                      <a:lnTo>
                        <a:pt x="76" y="338"/>
                      </a:lnTo>
                      <a:lnTo>
                        <a:pt x="75" y="359"/>
                      </a:lnTo>
                      <a:lnTo>
                        <a:pt x="74" y="375"/>
                      </a:lnTo>
                      <a:lnTo>
                        <a:pt x="71" y="408"/>
                      </a:lnTo>
                      <a:lnTo>
                        <a:pt x="84" y="375"/>
                      </a:lnTo>
                      <a:lnTo>
                        <a:pt x="92" y="330"/>
                      </a:lnTo>
                      <a:lnTo>
                        <a:pt x="98" y="303"/>
                      </a:lnTo>
                      <a:lnTo>
                        <a:pt x="104" y="286"/>
                      </a:lnTo>
                      <a:lnTo>
                        <a:pt x="118" y="252"/>
                      </a:lnTo>
                      <a:lnTo>
                        <a:pt x="124" y="236"/>
                      </a:lnTo>
                      <a:lnTo>
                        <a:pt x="128" y="216"/>
                      </a:lnTo>
                      <a:lnTo>
                        <a:pt x="137" y="188"/>
                      </a:lnTo>
                      <a:lnTo>
                        <a:pt x="125" y="214"/>
                      </a:lnTo>
                      <a:lnTo>
                        <a:pt x="119" y="243"/>
                      </a:lnTo>
                      <a:lnTo>
                        <a:pt x="117" y="302"/>
                      </a:lnTo>
                      <a:lnTo>
                        <a:pt x="118" y="323"/>
                      </a:lnTo>
                      <a:lnTo>
                        <a:pt x="120" y="362"/>
                      </a:lnTo>
                      <a:lnTo>
                        <a:pt x="123" y="377"/>
                      </a:lnTo>
                      <a:lnTo>
                        <a:pt x="138" y="439"/>
                      </a:lnTo>
                      <a:lnTo>
                        <a:pt x="141" y="465"/>
                      </a:lnTo>
                      <a:lnTo>
                        <a:pt x="137" y="379"/>
                      </a:lnTo>
                      <a:lnTo>
                        <a:pt x="128" y="313"/>
                      </a:lnTo>
                      <a:lnTo>
                        <a:pt x="126" y="291"/>
                      </a:lnTo>
                      <a:lnTo>
                        <a:pt x="125" y="238"/>
                      </a:lnTo>
                      <a:lnTo>
                        <a:pt x="127" y="223"/>
                      </a:lnTo>
                      <a:lnTo>
                        <a:pt x="133" y="196"/>
                      </a:lnTo>
                      <a:lnTo>
                        <a:pt x="138" y="179"/>
                      </a:lnTo>
                      <a:lnTo>
                        <a:pt x="147" y="189"/>
                      </a:lnTo>
                      <a:lnTo>
                        <a:pt x="161" y="212"/>
                      </a:lnTo>
                      <a:lnTo>
                        <a:pt x="177" y="259"/>
                      </a:lnTo>
                      <a:lnTo>
                        <a:pt x="188" y="298"/>
                      </a:lnTo>
                      <a:lnTo>
                        <a:pt x="197" y="333"/>
                      </a:lnTo>
                      <a:lnTo>
                        <a:pt x="213" y="384"/>
                      </a:lnTo>
                      <a:lnTo>
                        <a:pt x="223" y="411"/>
                      </a:lnTo>
                      <a:lnTo>
                        <a:pt x="232" y="429"/>
                      </a:lnTo>
                      <a:lnTo>
                        <a:pt x="228" y="403"/>
                      </a:lnTo>
                      <a:lnTo>
                        <a:pt x="193" y="292"/>
                      </a:lnTo>
                      <a:lnTo>
                        <a:pt x="171" y="232"/>
                      </a:lnTo>
                      <a:lnTo>
                        <a:pt x="165" y="210"/>
                      </a:lnTo>
                      <a:lnTo>
                        <a:pt x="160" y="190"/>
                      </a:lnTo>
                      <a:lnTo>
                        <a:pt x="144" y="150"/>
                      </a:lnTo>
                      <a:lnTo>
                        <a:pt x="147" y="132"/>
                      </a:lnTo>
                      <a:lnTo>
                        <a:pt x="164" y="121"/>
                      </a:lnTo>
                      <a:lnTo>
                        <a:pt x="172" y="125"/>
                      </a:lnTo>
                      <a:lnTo>
                        <a:pt x="183" y="126"/>
                      </a:lnTo>
                      <a:lnTo>
                        <a:pt x="194" y="130"/>
                      </a:lnTo>
                      <a:lnTo>
                        <a:pt x="239" y="136"/>
                      </a:lnTo>
                      <a:lnTo>
                        <a:pt x="236" y="136"/>
                      </a:lnTo>
                      <a:lnTo>
                        <a:pt x="240" y="125"/>
                      </a:lnTo>
                      <a:lnTo>
                        <a:pt x="242" y="125"/>
                      </a:lnTo>
                      <a:lnTo>
                        <a:pt x="230" y="122"/>
                      </a:lnTo>
                      <a:lnTo>
                        <a:pt x="216" y="122"/>
                      </a:lnTo>
                      <a:lnTo>
                        <a:pt x="199" y="127"/>
                      </a:lnTo>
                      <a:lnTo>
                        <a:pt x="180" y="135"/>
                      </a:lnTo>
                      <a:lnTo>
                        <a:pt x="163" y="144"/>
                      </a:lnTo>
                      <a:lnTo>
                        <a:pt x="150" y="149"/>
                      </a:lnTo>
                      <a:lnTo>
                        <a:pt x="168" y="129"/>
                      </a:lnTo>
                      <a:lnTo>
                        <a:pt x="194" y="109"/>
                      </a:lnTo>
                      <a:lnTo>
                        <a:pt x="220" y="100"/>
                      </a:lnTo>
                      <a:lnTo>
                        <a:pt x="232" y="100"/>
                      </a:lnTo>
                      <a:lnTo>
                        <a:pt x="244" y="101"/>
                      </a:lnTo>
                      <a:lnTo>
                        <a:pt x="239" y="101"/>
                      </a:lnTo>
                      <a:lnTo>
                        <a:pt x="245" y="85"/>
                      </a:lnTo>
                      <a:lnTo>
                        <a:pt x="229" y="88"/>
                      </a:lnTo>
                      <a:lnTo>
                        <a:pt x="212" y="97"/>
                      </a:lnTo>
                      <a:lnTo>
                        <a:pt x="193" y="111"/>
                      </a:lnTo>
                      <a:lnTo>
                        <a:pt x="163" y="138"/>
                      </a:lnTo>
                      <a:lnTo>
                        <a:pt x="150" y="149"/>
                      </a:lnTo>
                      <a:lnTo>
                        <a:pt x="157" y="114"/>
                      </a:lnTo>
                      <a:lnTo>
                        <a:pt x="172" y="99"/>
                      </a:lnTo>
                      <a:lnTo>
                        <a:pt x="190" y="85"/>
                      </a:lnTo>
                      <a:lnTo>
                        <a:pt x="214" y="67"/>
                      </a:lnTo>
                      <a:lnTo>
                        <a:pt x="226" y="61"/>
                      </a:lnTo>
                      <a:lnTo>
                        <a:pt x="212" y="57"/>
                      </a:lnTo>
                      <a:lnTo>
                        <a:pt x="200" y="67"/>
                      </a:lnTo>
                      <a:lnTo>
                        <a:pt x="188" y="82"/>
                      </a:lnTo>
                      <a:lnTo>
                        <a:pt x="178" y="93"/>
                      </a:lnTo>
                      <a:lnTo>
                        <a:pt x="163" y="115"/>
                      </a:lnTo>
                      <a:lnTo>
                        <a:pt x="147" y="109"/>
                      </a:lnTo>
                    </a:path>
                  </a:pathLst>
                </a:custGeom>
                <a:solidFill>
                  <a:srgbClr val="037C03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1" sz="1800" u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</p:grpSp>
          <p:grpSp>
            <p:nvGrpSpPr>
              <p:cNvPr id="33" name="Google Shape;33;p1"/>
              <p:cNvGrpSpPr/>
              <p:nvPr/>
            </p:nvGrpSpPr>
            <p:grpSpPr>
              <a:xfrm>
                <a:off x="1985" y="1419"/>
                <a:ext cx="465" cy="602"/>
                <a:chOff x="1985" y="1419"/>
                <a:chExt cx="465" cy="602"/>
              </a:xfrm>
            </p:grpSpPr>
            <p:sp>
              <p:nvSpPr>
                <p:cNvPr id="34" name="Google Shape;34;p1"/>
                <p:cNvSpPr/>
                <p:nvPr/>
              </p:nvSpPr>
              <p:spPr>
                <a:xfrm>
                  <a:off x="2164" y="1525"/>
                  <a:ext cx="130" cy="496"/>
                </a:xfrm>
                <a:custGeom>
                  <a:rect b="b" l="l" r="r" t="t"/>
                  <a:pathLst>
                    <a:path extrusionOk="0" h="496" w="130">
                      <a:moveTo>
                        <a:pt x="129" y="230"/>
                      </a:moveTo>
                      <a:lnTo>
                        <a:pt x="118" y="330"/>
                      </a:lnTo>
                      <a:lnTo>
                        <a:pt x="107" y="411"/>
                      </a:lnTo>
                      <a:lnTo>
                        <a:pt x="100" y="471"/>
                      </a:lnTo>
                      <a:lnTo>
                        <a:pt x="101" y="495"/>
                      </a:lnTo>
                      <a:lnTo>
                        <a:pt x="86" y="495"/>
                      </a:lnTo>
                      <a:lnTo>
                        <a:pt x="81" y="460"/>
                      </a:lnTo>
                      <a:lnTo>
                        <a:pt x="79" y="408"/>
                      </a:lnTo>
                      <a:lnTo>
                        <a:pt x="73" y="358"/>
                      </a:lnTo>
                      <a:lnTo>
                        <a:pt x="70" y="321"/>
                      </a:lnTo>
                      <a:lnTo>
                        <a:pt x="64" y="268"/>
                      </a:lnTo>
                      <a:lnTo>
                        <a:pt x="56" y="222"/>
                      </a:lnTo>
                      <a:lnTo>
                        <a:pt x="51" y="181"/>
                      </a:lnTo>
                      <a:lnTo>
                        <a:pt x="45" y="137"/>
                      </a:lnTo>
                      <a:lnTo>
                        <a:pt x="35" y="94"/>
                      </a:lnTo>
                      <a:lnTo>
                        <a:pt x="24" y="57"/>
                      </a:lnTo>
                      <a:lnTo>
                        <a:pt x="6" y="21"/>
                      </a:lnTo>
                      <a:lnTo>
                        <a:pt x="0" y="8"/>
                      </a:lnTo>
                      <a:lnTo>
                        <a:pt x="7" y="0"/>
                      </a:lnTo>
                      <a:lnTo>
                        <a:pt x="19" y="14"/>
                      </a:lnTo>
                      <a:lnTo>
                        <a:pt x="35" y="47"/>
                      </a:lnTo>
                      <a:lnTo>
                        <a:pt x="47" y="81"/>
                      </a:lnTo>
                      <a:lnTo>
                        <a:pt x="56" y="116"/>
                      </a:lnTo>
                      <a:lnTo>
                        <a:pt x="63" y="161"/>
                      </a:lnTo>
                      <a:lnTo>
                        <a:pt x="69" y="204"/>
                      </a:lnTo>
                      <a:lnTo>
                        <a:pt x="77" y="262"/>
                      </a:lnTo>
                      <a:lnTo>
                        <a:pt x="84" y="309"/>
                      </a:lnTo>
                      <a:lnTo>
                        <a:pt x="87" y="347"/>
                      </a:lnTo>
                      <a:lnTo>
                        <a:pt x="90" y="386"/>
                      </a:lnTo>
                      <a:lnTo>
                        <a:pt x="96" y="427"/>
                      </a:lnTo>
                      <a:lnTo>
                        <a:pt x="104" y="357"/>
                      </a:lnTo>
                      <a:lnTo>
                        <a:pt x="114" y="292"/>
                      </a:lnTo>
                      <a:lnTo>
                        <a:pt x="129" y="230"/>
                      </a:lnTo>
                    </a:path>
                  </a:pathLst>
                </a:custGeom>
                <a:solidFill>
                  <a:srgbClr val="3C0023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1" sz="1800" u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35" name="Google Shape;35;p1"/>
                <p:cNvSpPr/>
                <p:nvPr/>
              </p:nvSpPr>
              <p:spPr>
                <a:xfrm>
                  <a:off x="2204" y="1606"/>
                  <a:ext cx="229" cy="358"/>
                </a:xfrm>
                <a:custGeom>
                  <a:rect b="b" l="l" r="r" t="t"/>
                  <a:pathLst>
                    <a:path extrusionOk="0" h="358" w="229">
                      <a:moveTo>
                        <a:pt x="43" y="31"/>
                      </a:moveTo>
                      <a:lnTo>
                        <a:pt x="47" y="39"/>
                      </a:lnTo>
                      <a:lnTo>
                        <a:pt x="51" y="44"/>
                      </a:lnTo>
                      <a:lnTo>
                        <a:pt x="55" y="51"/>
                      </a:lnTo>
                      <a:lnTo>
                        <a:pt x="60" y="58"/>
                      </a:lnTo>
                      <a:lnTo>
                        <a:pt x="64" y="63"/>
                      </a:lnTo>
                      <a:lnTo>
                        <a:pt x="68" y="66"/>
                      </a:lnTo>
                      <a:lnTo>
                        <a:pt x="72" y="69"/>
                      </a:lnTo>
                      <a:lnTo>
                        <a:pt x="70" y="58"/>
                      </a:lnTo>
                      <a:lnTo>
                        <a:pt x="67" y="44"/>
                      </a:lnTo>
                      <a:lnTo>
                        <a:pt x="65" y="30"/>
                      </a:lnTo>
                      <a:lnTo>
                        <a:pt x="63" y="1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9" y="5"/>
                      </a:lnTo>
                      <a:lnTo>
                        <a:pt x="70" y="5"/>
                      </a:lnTo>
                      <a:lnTo>
                        <a:pt x="70" y="2"/>
                      </a:lnTo>
                      <a:lnTo>
                        <a:pt x="73" y="16"/>
                      </a:lnTo>
                      <a:lnTo>
                        <a:pt x="76" y="30"/>
                      </a:lnTo>
                      <a:lnTo>
                        <a:pt x="78" y="41"/>
                      </a:lnTo>
                      <a:lnTo>
                        <a:pt x="81" y="56"/>
                      </a:lnTo>
                      <a:lnTo>
                        <a:pt x="82" y="66"/>
                      </a:lnTo>
                      <a:lnTo>
                        <a:pt x="84" y="71"/>
                      </a:lnTo>
                      <a:lnTo>
                        <a:pt x="87" y="66"/>
                      </a:lnTo>
                      <a:lnTo>
                        <a:pt x="89" y="59"/>
                      </a:lnTo>
                      <a:lnTo>
                        <a:pt x="93" y="52"/>
                      </a:lnTo>
                      <a:lnTo>
                        <a:pt x="94" y="39"/>
                      </a:lnTo>
                      <a:lnTo>
                        <a:pt x="95" y="30"/>
                      </a:lnTo>
                      <a:lnTo>
                        <a:pt x="96" y="14"/>
                      </a:lnTo>
                      <a:lnTo>
                        <a:pt x="96" y="0"/>
                      </a:lnTo>
                      <a:lnTo>
                        <a:pt x="96" y="0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5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3" y="5"/>
                      </a:lnTo>
                      <a:lnTo>
                        <a:pt x="105" y="5"/>
                      </a:lnTo>
                      <a:lnTo>
                        <a:pt x="103" y="5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2" y="5"/>
                      </a:lnTo>
                      <a:lnTo>
                        <a:pt x="101" y="5"/>
                      </a:lnTo>
                      <a:lnTo>
                        <a:pt x="104" y="5"/>
                      </a:lnTo>
                      <a:lnTo>
                        <a:pt x="103" y="5"/>
                      </a:lnTo>
                      <a:lnTo>
                        <a:pt x="100" y="5"/>
                      </a:lnTo>
                      <a:lnTo>
                        <a:pt x="101" y="5"/>
                      </a:lnTo>
                      <a:lnTo>
                        <a:pt x="103" y="5"/>
                      </a:lnTo>
                      <a:lnTo>
                        <a:pt x="102" y="5"/>
                      </a:lnTo>
                      <a:lnTo>
                        <a:pt x="104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7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7" y="2"/>
                      </a:lnTo>
                      <a:lnTo>
                        <a:pt x="107" y="15"/>
                      </a:lnTo>
                      <a:lnTo>
                        <a:pt x="106" y="31"/>
                      </a:lnTo>
                      <a:lnTo>
                        <a:pt x="105" y="47"/>
                      </a:lnTo>
                      <a:lnTo>
                        <a:pt x="103" y="66"/>
                      </a:lnTo>
                      <a:lnTo>
                        <a:pt x="102" y="83"/>
                      </a:lnTo>
                      <a:lnTo>
                        <a:pt x="101" y="100"/>
                      </a:lnTo>
                      <a:lnTo>
                        <a:pt x="105" y="95"/>
                      </a:lnTo>
                      <a:lnTo>
                        <a:pt x="111" y="88"/>
                      </a:lnTo>
                      <a:lnTo>
                        <a:pt x="118" y="80"/>
                      </a:lnTo>
                      <a:lnTo>
                        <a:pt x="123" y="78"/>
                      </a:lnTo>
                      <a:lnTo>
                        <a:pt x="129" y="76"/>
                      </a:lnTo>
                      <a:lnTo>
                        <a:pt x="134" y="79"/>
                      </a:lnTo>
                      <a:lnTo>
                        <a:pt x="139" y="79"/>
                      </a:lnTo>
                      <a:lnTo>
                        <a:pt x="146" y="81"/>
                      </a:lnTo>
                      <a:lnTo>
                        <a:pt x="154" y="83"/>
                      </a:lnTo>
                      <a:lnTo>
                        <a:pt x="162" y="83"/>
                      </a:lnTo>
                      <a:lnTo>
                        <a:pt x="169" y="81"/>
                      </a:lnTo>
                      <a:lnTo>
                        <a:pt x="176" y="81"/>
                      </a:lnTo>
                      <a:lnTo>
                        <a:pt x="182" y="83"/>
                      </a:lnTo>
                      <a:lnTo>
                        <a:pt x="188" y="88"/>
                      </a:lnTo>
                      <a:lnTo>
                        <a:pt x="195" y="93"/>
                      </a:lnTo>
                      <a:lnTo>
                        <a:pt x="200" y="98"/>
                      </a:lnTo>
                      <a:lnTo>
                        <a:pt x="205" y="104"/>
                      </a:lnTo>
                      <a:lnTo>
                        <a:pt x="211" y="112"/>
                      </a:lnTo>
                      <a:lnTo>
                        <a:pt x="214" y="117"/>
                      </a:lnTo>
                      <a:lnTo>
                        <a:pt x="220" y="129"/>
                      </a:lnTo>
                      <a:lnTo>
                        <a:pt x="223" y="142"/>
                      </a:lnTo>
                      <a:lnTo>
                        <a:pt x="228" y="155"/>
                      </a:lnTo>
                      <a:lnTo>
                        <a:pt x="223" y="156"/>
                      </a:lnTo>
                      <a:lnTo>
                        <a:pt x="217" y="154"/>
                      </a:lnTo>
                      <a:lnTo>
                        <a:pt x="210" y="152"/>
                      </a:lnTo>
                      <a:lnTo>
                        <a:pt x="205" y="150"/>
                      </a:lnTo>
                      <a:lnTo>
                        <a:pt x="200" y="147"/>
                      </a:lnTo>
                      <a:lnTo>
                        <a:pt x="195" y="143"/>
                      </a:lnTo>
                      <a:lnTo>
                        <a:pt x="189" y="138"/>
                      </a:lnTo>
                      <a:lnTo>
                        <a:pt x="184" y="135"/>
                      </a:lnTo>
                      <a:lnTo>
                        <a:pt x="179" y="133"/>
                      </a:lnTo>
                      <a:lnTo>
                        <a:pt x="171" y="131"/>
                      </a:lnTo>
                      <a:lnTo>
                        <a:pt x="162" y="129"/>
                      </a:lnTo>
                      <a:lnTo>
                        <a:pt x="154" y="126"/>
                      </a:lnTo>
                      <a:lnTo>
                        <a:pt x="146" y="124"/>
                      </a:lnTo>
                      <a:lnTo>
                        <a:pt x="138" y="122"/>
                      </a:lnTo>
                      <a:lnTo>
                        <a:pt x="132" y="121"/>
                      </a:lnTo>
                      <a:lnTo>
                        <a:pt x="128" y="120"/>
                      </a:lnTo>
                      <a:lnTo>
                        <a:pt x="122" y="120"/>
                      </a:lnTo>
                      <a:lnTo>
                        <a:pt x="116" y="121"/>
                      </a:lnTo>
                      <a:lnTo>
                        <a:pt x="112" y="122"/>
                      </a:lnTo>
                      <a:lnTo>
                        <a:pt x="107" y="125"/>
                      </a:lnTo>
                      <a:lnTo>
                        <a:pt x="100" y="129"/>
                      </a:lnTo>
                      <a:lnTo>
                        <a:pt x="105" y="135"/>
                      </a:lnTo>
                      <a:lnTo>
                        <a:pt x="111" y="140"/>
                      </a:lnTo>
                      <a:lnTo>
                        <a:pt x="116" y="147"/>
                      </a:lnTo>
                      <a:lnTo>
                        <a:pt x="122" y="150"/>
                      </a:lnTo>
                      <a:lnTo>
                        <a:pt x="129" y="155"/>
                      </a:lnTo>
                      <a:lnTo>
                        <a:pt x="133" y="158"/>
                      </a:lnTo>
                      <a:lnTo>
                        <a:pt x="139" y="159"/>
                      </a:lnTo>
                      <a:lnTo>
                        <a:pt x="147" y="162"/>
                      </a:lnTo>
                      <a:lnTo>
                        <a:pt x="154" y="165"/>
                      </a:lnTo>
                      <a:lnTo>
                        <a:pt x="161" y="167"/>
                      </a:lnTo>
                      <a:lnTo>
                        <a:pt x="168" y="169"/>
                      </a:lnTo>
                      <a:lnTo>
                        <a:pt x="174" y="170"/>
                      </a:lnTo>
                      <a:lnTo>
                        <a:pt x="181" y="174"/>
                      </a:lnTo>
                      <a:lnTo>
                        <a:pt x="187" y="175"/>
                      </a:lnTo>
                      <a:lnTo>
                        <a:pt x="191" y="179"/>
                      </a:lnTo>
                      <a:lnTo>
                        <a:pt x="197" y="186"/>
                      </a:lnTo>
                      <a:lnTo>
                        <a:pt x="202" y="193"/>
                      </a:lnTo>
                      <a:lnTo>
                        <a:pt x="206" y="202"/>
                      </a:lnTo>
                      <a:lnTo>
                        <a:pt x="212" y="212"/>
                      </a:lnTo>
                      <a:lnTo>
                        <a:pt x="214" y="218"/>
                      </a:lnTo>
                      <a:lnTo>
                        <a:pt x="217" y="229"/>
                      </a:lnTo>
                      <a:lnTo>
                        <a:pt x="219" y="240"/>
                      </a:lnTo>
                      <a:lnTo>
                        <a:pt x="221" y="253"/>
                      </a:lnTo>
                      <a:lnTo>
                        <a:pt x="224" y="262"/>
                      </a:lnTo>
                      <a:lnTo>
                        <a:pt x="219" y="257"/>
                      </a:lnTo>
                      <a:lnTo>
                        <a:pt x="212" y="250"/>
                      </a:lnTo>
                      <a:lnTo>
                        <a:pt x="206" y="245"/>
                      </a:lnTo>
                      <a:lnTo>
                        <a:pt x="200" y="238"/>
                      </a:lnTo>
                      <a:lnTo>
                        <a:pt x="194" y="231"/>
                      </a:lnTo>
                      <a:lnTo>
                        <a:pt x="188" y="226"/>
                      </a:lnTo>
                      <a:lnTo>
                        <a:pt x="182" y="219"/>
                      </a:lnTo>
                      <a:lnTo>
                        <a:pt x="176" y="213"/>
                      </a:lnTo>
                      <a:lnTo>
                        <a:pt x="169" y="206"/>
                      </a:lnTo>
                      <a:lnTo>
                        <a:pt x="163" y="199"/>
                      </a:lnTo>
                      <a:lnTo>
                        <a:pt x="158" y="194"/>
                      </a:lnTo>
                      <a:lnTo>
                        <a:pt x="151" y="187"/>
                      </a:lnTo>
                      <a:lnTo>
                        <a:pt x="145" y="182"/>
                      </a:lnTo>
                      <a:lnTo>
                        <a:pt x="139" y="177"/>
                      </a:lnTo>
                      <a:lnTo>
                        <a:pt x="133" y="172"/>
                      </a:lnTo>
                      <a:lnTo>
                        <a:pt x="129" y="170"/>
                      </a:lnTo>
                      <a:lnTo>
                        <a:pt x="125" y="166"/>
                      </a:lnTo>
                      <a:lnTo>
                        <a:pt x="119" y="162"/>
                      </a:lnTo>
                      <a:lnTo>
                        <a:pt x="115" y="158"/>
                      </a:lnTo>
                      <a:lnTo>
                        <a:pt x="111" y="159"/>
                      </a:lnTo>
                      <a:lnTo>
                        <a:pt x="107" y="162"/>
                      </a:lnTo>
                      <a:lnTo>
                        <a:pt x="103" y="161"/>
                      </a:lnTo>
                      <a:lnTo>
                        <a:pt x="99" y="158"/>
                      </a:lnTo>
                      <a:lnTo>
                        <a:pt x="98" y="170"/>
                      </a:lnTo>
                      <a:lnTo>
                        <a:pt x="97" y="185"/>
                      </a:lnTo>
                      <a:lnTo>
                        <a:pt x="100" y="197"/>
                      </a:lnTo>
                      <a:lnTo>
                        <a:pt x="102" y="211"/>
                      </a:lnTo>
                      <a:lnTo>
                        <a:pt x="107" y="220"/>
                      </a:lnTo>
                      <a:lnTo>
                        <a:pt x="111" y="231"/>
                      </a:lnTo>
                      <a:lnTo>
                        <a:pt x="115" y="245"/>
                      </a:lnTo>
                      <a:lnTo>
                        <a:pt x="119" y="259"/>
                      </a:lnTo>
                      <a:lnTo>
                        <a:pt x="123" y="268"/>
                      </a:lnTo>
                      <a:lnTo>
                        <a:pt x="127" y="278"/>
                      </a:lnTo>
                      <a:lnTo>
                        <a:pt x="131" y="297"/>
                      </a:lnTo>
                      <a:lnTo>
                        <a:pt x="132" y="312"/>
                      </a:lnTo>
                      <a:lnTo>
                        <a:pt x="135" y="331"/>
                      </a:lnTo>
                      <a:lnTo>
                        <a:pt x="138" y="349"/>
                      </a:lnTo>
                      <a:lnTo>
                        <a:pt x="125" y="349"/>
                      </a:lnTo>
                      <a:lnTo>
                        <a:pt x="122" y="349"/>
                      </a:lnTo>
                      <a:lnTo>
                        <a:pt x="114" y="328"/>
                      </a:lnTo>
                      <a:lnTo>
                        <a:pt x="108" y="307"/>
                      </a:lnTo>
                      <a:lnTo>
                        <a:pt x="103" y="290"/>
                      </a:lnTo>
                      <a:lnTo>
                        <a:pt x="100" y="273"/>
                      </a:lnTo>
                      <a:lnTo>
                        <a:pt x="98" y="255"/>
                      </a:lnTo>
                      <a:lnTo>
                        <a:pt x="95" y="236"/>
                      </a:lnTo>
                      <a:lnTo>
                        <a:pt x="90" y="209"/>
                      </a:lnTo>
                      <a:lnTo>
                        <a:pt x="87" y="200"/>
                      </a:lnTo>
                      <a:lnTo>
                        <a:pt x="84" y="184"/>
                      </a:lnTo>
                      <a:lnTo>
                        <a:pt x="81" y="177"/>
                      </a:lnTo>
                      <a:lnTo>
                        <a:pt x="78" y="179"/>
                      </a:lnTo>
                      <a:lnTo>
                        <a:pt x="75" y="181"/>
                      </a:lnTo>
                      <a:lnTo>
                        <a:pt x="74" y="191"/>
                      </a:lnTo>
                      <a:lnTo>
                        <a:pt x="74" y="186"/>
                      </a:lnTo>
                      <a:lnTo>
                        <a:pt x="74" y="192"/>
                      </a:lnTo>
                      <a:lnTo>
                        <a:pt x="73" y="197"/>
                      </a:lnTo>
                      <a:lnTo>
                        <a:pt x="72" y="198"/>
                      </a:lnTo>
                      <a:lnTo>
                        <a:pt x="74" y="197"/>
                      </a:lnTo>
                      <a:lnTo>
                        <a:pt x="73" y="194"/>
                      </a:lnTo>
                      <a:lnTo>
                        <a:pt x="74" y="189"/>
                      </a:lnTo>
                      <a:lnTo>
                        <a:pt x="74" y="186"/>
                      </a:lnTo>
                      <a:lnTo>
                        <a:pt x="74" y="187"/>
                      </a:lnTo>
                      <a:lnTo>
                        <a:pt x="74" y="192"/>
                      </a:lnTo>
                      <a:lnTo>
                        <a:pt x="75" y="197"/>
                      </a:lnTo>
                      <a:lnTo>
                        <a:pt x="73" y="198"/>
                      </a:lnTo>
                      <a:lnTo>
                        <a:pt x="70" y="206"/>
                      </a:lnTo>
                      <a:lnTo>
                        <a:pt x="65" y="218"/>
                      </a:lnTo>
                      <a:lnTo>
                        <a:pt x="61" y="227"/>
                      </a:lnTo>
                      <a:lnTo>
                        <a:pt x="58" y="236"/>
                      </a:lnTo>
                      <a:lnTo>
                        <a:pt x="54" y="248"/>
                      </a:lnTo>
                      <a:lnTo>
                        <a:pt x="51" y="257"/>
                      </a:lnTo>
                      <a:lnTo>
                        <a:pt x="47" y="268"/>
                      </a:lnTo>
                      <a:lnTo>
                        <a:pt x="43" y="280"/>
                      </a:lnTo>
                      <a:lnTo>
                        <a:pt x="40" y="293"/>
                      </a:lnTo>
                      <a:lnTo>
                        <a:pt x="36" y="307"/>
                      </a:lnTo>
                      <a:lnTo>
                        <a:pt x="32" y="322"/>
                      </a:lnTo>
                      <a:lnTo>
                        <a:pt x="29" y="339"/>
                      </a:lnTo>
                      <a:lnTo>
                        <a:pt x="24" y="357"/>
                      </a:lnTo>
                      <a:lnTo>
                        <a:pt x="26" y="335"/>
                      </a:lnTo>
                      <a:lnTo>
                        <a:pt x="27" y="321"/>
                      </a:lnTo>
                      <a:lnTo>
                        <a:pt x="28" y="304"/>
                      </a:lnTo>
                      <a:lnTo>
                        <a:pt x="29" y="295"/>
                      </a:lnTo>
                      <a:lnTo>
                        <a:pt x="31" y="287"/>
                      </a:lnTo>
                      <a:lnTo>
                        <a:pt x="33" y="273"/>
                      </a:lnTo>
                      <a:lnTo>
                        <a:pt x="36" y="260"/>
                      </a:lnTo>
                      <a:lnTo>
                        <a:pt x="38" y="249"/>
                      </a:lnTo>
                      <a:lnTo>
                        <a:pt x="43" y="236"/>
                      </a:lnTo>
                      <a:lnTo>
                        <a:pt x="47" y="224"/>
                      </a:lnTo>
                      <a:lnTo>
                        <a:pt x="52" y="211"/>
                      </a:lnTo>
                      <a:lnTo>
                        <a:pt x="56" y="197"/>
                      </a:lnTo>
                      <a:lnTo>
                        <a:pt x="59" y="189"/>
                      </a:lnTo>
                      <a:lnTo>
                        <a:pt x="63" y="181"/>
                      </a:lnTo>
                      <a:lnTo>
                        <a:pt x="68" y="172"/>
                      </a:lnTo>
                      <a:lnTo>
                        <a:pt x="73" y="164"/>
                      </a:lnTo>
                      <a:lnTo>
                        <a:pt x="77" y="154"/>
                      </a:lnTo>
                      <a:lnTo>
                        <a:pt x="82" y="143"/>
                      </a:lnTo>
                      <a:lnTo>
                        <a:pt x="80" y="139"/>
                      </a:lnTo>
                      <a:lnTo>
                        <a:pt x="76" y="133"/>
                      </a:lnTo>
                      <a:lnTo>
                        <a:pt x="73" y="129"/>
                      </a:lnTo>
                      <a:lnTo>
                        <a:pt x="70" y="132"/>
                      </a:lnTo>
                      <a:lnTo>
                        <a:pt x="65" y="139"/>
                      </a:lnTo>
                      <a:lnTo>
                        <a:pt x="60" y="147"/>
                      </a:lnTo>
                      <a:lnTo>
                        <a:pt x="55" y="154"/>
                      </a:lnTo>
                      <a:lnTo>
                        <a:pt x="51" y="164"/>
                      </a:lnTo>
                      <a:lnTo>
                        <a:pt x="45" y="177"/>
                      </a:lnTo>
                      <a:lnTo>
                        <a:pt x="40" y="189"/>
                      </a:lnTo>
                      <a:lnTo>
                        <a:pt x="36" y="199"/>
                      </a:lnTo>
                      <a:lnTo>
                        <a:pt x="31" y="207"/>
                      </a:lnTo>
                      <a:lnTo>
                        <a:pt x="27" y="218"/>
                      </a:lnTo>
                      <a:lnTo>
                        <a:pt x="22" y="230"/>
                      </a:lnTo>
                      <a:lnTo>
                        <a:pt x="18" y="243"/>
                      </a:lnTo>
                      <a:lnTo>
                        <a:pt x="14" y="255"/>
                      </a:lnTo>
                      <a:lnTo>
                        <a:pt x="9" y="268"/>
                      </a:lnTo>
                      <a:lnTo>
                        <a:pt x="5" y="282"/>
                      </a:lnTo>
                      <a:lnTo>
                        <a:pt x="0" y="298"/>
                      </a:lnTo>
                      <a:lnTo>
                        <a:pt x="2" y="278"/>
                      </a:lnTo>
                      <a:lnTo>
                        <a:pt x="4" y="262"/>
                      </a:lnTo>
                      <a:lnTo>
                        <a:pt x="5" y="248"/>
                      </a:lnTo>
                      <a:lnTo>
                        <a:pt x="6" y="244"/>
                      </a:lnTo>
                      <a:lnTo>
                        <a:pt x="9" y="238"/>
                      </a:lnTo>
                      <a:lnTo>
                        <a:pt x="13" y="229"/>
                      </a:lnTo>
                      <a:lnTo>
                        <a:pt x="17" y="219"/>
                      </a:lnTo>
                      <a:lnTo>
                        <a:pt x="22" y="209"/>
                      </a:lnTo>
                      <a:lnTo>
                        <a:pt x="27" y="199"/>
                      </a:lnTo>
                      <a:lnTo>
                        <a:pt x="33" y="187"/>
                      </a:lnTo>
                      <a:lnTo>
                        <a:pt x="37" y="179"/>
                      </a:lnTo>
                      <a:lnTo>
                        <a:pt x="43" y="170"/>
                      </a:lnTo>
                      <a:lnTo>
                        <a:pt x="49" y="159"/>
                      </a:lnTo>
                      <a:lnTo>
                        <a:pt x="55" y="149"/>
                      </a:lnTo>
                      <a:lnTo>
                        <a:pt x="60" y="142"/>
                      </a:lnTo>
                      <a:lnTo>
                        <a:pt x="70" y="130"/>
                      </a:lnTo>
                      <a:lnTo>
                        <a:pt x="75" y="125"/>
                      </a:lnTo>
                      <a:lnTo>
                        <a:pt x="78" y="123"/>
                      </a:lnTo>
                      <a:lnTo>
                        <a:pt x="73" y="117"/>
                      </a:lnTo>
                      <a:lnTo>
                        <a:pt x="67" y="108"/>
                      </a:lnTo>
                      <a:lnTo>
                        <a:pt x="62" y="99"/>
                      </a:lnTo>
                      <a:lnTo>
                        <a:pt x="57" y="92"/>
                      </a:lnTo>
                      <a:lnTo>
                        <a:pt x="52" y="85"/>
                      </a:lnTo>
                      <a:lnTo>
                        <a:pt x="47" y="78"/>
                      </a:lnTo>
                      <a:lnTo>
                        <a:pt x="43" y="71"/>
                      </a:lnTo>
                      <a:lnTo>
                        <a:pt x="37" y="59"/>
                      </a:lnTo>
                      <a:lnTo>
                        <a:pt x="32" y="48"/>
                      </a:lnTo>
                      <a:lnTo>
                        <a:pt x="26" y="38"/>
                      </a:lnTo>
                      <a:lnTo>
                        <a:pt x="19" y="26"/>
                      </a:lnTo>
                      <a:lnTo>
                        <a:pt x="14" y="19"/>
                      </a:lnTo>
                      <a:lnTo>
                        <a:pt x="11" y="12"/>
                      </a:lnTo>
                      <a:lnTo>
                        <a:pt x="7" y="4"/>
                      </a:lnTo>
                      <a:lnTo>
                        <a:pt x="14" y="5"/>
                      </a:lnTo>
                      <a:lnTo>
                        <a:pt x="14" y="5"/>
                      </a:lnTo>
                      <a:lnTo>
                        <a:pt x="14" y="5"/>
                      </a:lnTo>
                      <a:lnTo>
                        <a:pt x="14" y="5"/>
                      </a:lnTo>
                      <a:lnTo>
                        <a:pt x="14" y="5"/>
                      </a:lnTo>
                      <a:lnTo>
                        <a:pt x="14" y="5"/>
                      </a:lnTo>
                      <a:lnTo>
                        <a:pt x="14" y="5"/>
                      </a:lnTo>
                      <a:lnTo>
                        <a:pt x="14" y="5"/>
                      </a:lnTo>
                      <a:lnTo>
                        <a:pt x="27" y="5"/>
                      </a:lnTo>
                      <a:lnTo>
                        <a:pt x="27" y="5"/>
                      </a:lnTo>
                      <a:lnTo>
                        <a:pt x="27" y="5"/>
                      </a:lnTo>
                      <a:lnTo>
                        <a:pt x="27" y="5"/>
                      </a:lnTo>
                      <a:lnTo>
                        <a:pt x="27" y="5"/>
                      </a:lnTo>
                      <a:lnTo>
                        <a:pt x="31" y="10"/>
                      </a:lnTo>
                      <a:lnTo>
                        <a:pt x="37" y="22"/>
                      </a:lnTo>
                      <a:lnTo>
                        <a:pt x="43" y="31"/>
                      </a:lnTo>
                    </a:path>
                  </a:pathLst>
                </a:custGeom>
                <a:solidFill>
                  <a:srgbClr val="037C03">
                    <a:alpha val="4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1" sz="1800" u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grpSp>
              <p:nvGrpSpPr>
                <p:cNvPr id="36" name="Google Shape;36;p1"/>
                <p:cNvGrpSpPr/>
                <p:nvPr/>
              </p:nvGrpSpPr>
              <p:grpSpPr>
                <a:xfrm>
                  <a:off x="1985" y="1419"/>
                  <a:ext cx="465" cy="349"/>
                  <a:chOff x="1985" y="1419"/>
                  <a:chExt cx="465" cy="349"/>
                </a:xfrm>
              </p:grpSpPr>
              <p:sp>
                <p:nvSpPr>
                  <p:cNvPr id="37" name="Google Shape;37;p1"/>
                  <p:cNvSpPr/>
                  <p:nvPr/>
                </p:nvSpPr>
                <p:spPr>
                  <a:xfrm>
                    <a:off x="2030" y="1419"/>
                    <a:ext cx="420" cy="326"/>
                  </a:xfrm>
                  <a:custGeom>
                    <a:rect b="b" l="l" r="r" t="t"/>
                    <a:pathLst>
                      <a:path extrusionOk="0" h="326" w="420">
                        <a:moveTo>
                          <a:pt x="132" y="83"/>
                        </a:moveTo>
                        <a:lnTo>
                          <a:pt x="135" y="74"/>
                        </a:lnTo>
                        <a:lnTo>
                          <a:pt x="140" y="65"/>
                        </a:lnTo>
                        <a:lnTo>
                          <a:pt x="146" y="57"/>
                        </a:lnTo>
                        <a:lnTo>
                          <a:pt x="152" y="48"/>
                        </a:lnTo>
                        <a:lnTo>
                          <a:pt x="159" y="41"/>
                        </a:lnTo>
                        <a:lnTo>
                          <a:pt x="164" y="34"/>
                        </a:lnTo>
                        <a:lnTo>
                          <a:pt x="170" y="29"/>
                        </a:lnTo>
                        <a:lnTo>
                          <a:pt x="176" y="25"/>
                        </a:lnTo>
                        <a:lnTo>
                          <a:pt x="181" y="20"/>
                        </a:lnTo>
                        <a:lnTo>
                          <a:pt x="187" y="17"/>
                        </a:lnTo>
                        <a:lnTo>
                          <a:pt x="193" y="13"/>
                        </a:lnTo>
                        <a:lnTo>
                          <a:pt x="199" y="10"/>
                        </a:lnTo>
                        <a:lnTo>
                          <a:pt x="204" y="8"/>
                        </a:lnTo>
                        <a:lnTo>
                          <a:pt x="212" y="6"/>
                        </a:lnTo>
                        <a:lnTo>
                          <a:pt x="220" y="5"/>
                        </a:lnTo>
                        <a:lnTo>
                          <a:pt x="226" y="3"/>
                        </a:lnTo>
                        <a:lnTo>
                          <a:pt x="233" y="2"/>
                        </a:lnTo>
                        <a:lnTo>
                          <a:pt x="241" y="2"/>
                        </a:lnTo>
                        <a:lnTo>
                          <a:pt x="248" y="1"/>
                        </a:lnTo>
                        <a:lnTo>
                          <a:pt x="258" y="1"/>
                        </a:lnTo>
                        <a:lnTo>
                          <a:pt x="265" y="1"/>
                        </a:lnTo>
                        <a:lnTo>
                          <a:pt x="272" y="2"/>
                        </a:lnTo>
                        <a:lnTo>
                          <a:pt x="279" y="2"/>
                        </a:lnTo>
                        <a:lnTo>
                          <a:pt x="285" y="1"/>
                        </a:lnTo>
                        <a:lnTo>
                          <a:pt x="293" y="1"/>
                        </a:lnTo>
                        <a:lnTo>
                          <a:pt x="300" y="0"/>
                        </a:lnTo>
                        <a:lnTo>
                          <a:pt x="296" y="2"/>
                        </a:lnTo>
                        <a:lnTo>
                          <a:pt x="293" y="3"/>
                        </a:lnTo>
                        <a:lnTo>
                          <a:pt x="290" y="6"/>
                        </a:lnTo>
                        <a:lnTo>
                          <a:pt x="287" y="10"/>
                        </a:lnTo>
                        <a:lnTo>
                          <a:pt x="281" y="10"/>
                        </a:lnTo>
                        <a:lnTo>
                          <a:pt x="275" y="10"/>
                        </a:lnTo>
                        <a:lnTo>
                          <a:pt x="270" y="11"/>
                        </a:lnTo>
                        <a:lnTo>
                          <a:pt x="265" y="12"/>
                        </a:lnTo>
                        <a:lnTo>
                          <a:pt x="260" y="14"/>
                        </a:lnTo>
                        <a:lnTo>
                          <a:pt x="254" y="15"/>
                        </a:lnTo>
                        <a:lnTo>
                          <a:pt x="248" y="17"/>
                        </a:lnTo>
                        <a:lnTo>
                          <a:pt x="242" y="19"/>
                        </a:lnTo>
                        <a:lnTo>
                          <a:pt x="236" y="20"/>
                        </a:lnTo>
                        <a:lnTo>
                          <a:pt x="231" y="22"/>
                        </a:lnTo>
                        <a:lnTo>
                          <a:pt x="225" y="25"/>
                        </a:lnTo>
                        <a:lnTo>
                          <a:pt x="218" y="28"/>
                        </a:lnTo>
                        <a:lnTo>
                          <a:pt x="212" y="31"/>
                        </a:lnTo>
                        <a:lnTo>
                          <a:pt x="205" y="35"/>
                        </a:lnTo>
                        <a:lnTo>
                          <a:pt x="199" y="39"/>
                        </a:lnTo>
                        <a:lnTo>
                          <a:pt x="192" y="45"/>
                        </a:lnTo>
                        <a:lnTo>
                          <a:pt x="186" y="52"/>
                        </a:lnTo>
                        <a:lnTo>
                          <a:pt x="180" y="61"/>
                        </a:lnTo>
                        <a:lnTo>
                          <a:pt x="173" y="73"/>
                        </a:lnTo>
                        <a:lnTo>
                          <a:pt x="167" y="86"/>
                        </a:lnTo>
                        <a:lnTo>
                          <a:pt x="159" y="101"/>
                        </a:lnTo>
                        <a:lnTo>
                          <a:pt x="172" y="95"/>
                        </a:lnTo>
                        <a:lnTo>
                          <a:pt x="183" y="89"/>
                        </a:lnTo>
                        <a:lnTo>
                          <a:pt x="197" y="82"/>
                        </a:lnTo>
                        <a:lnTo>
                          <a:pt x="212" y="75"/>
                        </a:lnTo>
                        <a:lnTo>
                          <a:pt x="218" y="73"/>
                        </a:lnTo>
                        <a:lnTo>
                          <a:pt x="225" y="70"/>
                        </a:lnTo>
                        <a:lnTo>
                          <a:pt x="232" y="69"/>
                        </a:lnTo>
                        <a:lnTo>
                          <a:pt x="240" y="66"/>
                        </a:lnTo>
                        <a:lnTo>
                          <a:pt x="249" y="65"/>
                        </a:lnTo>
                        <a:lnTo>
                          <a:pt x="256" y="64"/>
                        </a:lnTo>
                        <a:lnTo>
                          <a:pt x="263" y="64"/>
                        </a:lnTo>
                        <a:lnTo>
                          <a:pt x="272" y="63"/>
                        </a:lnTo>
                        <a:lnTo>
                          <a:pt x="281" y="64"/>
                        </a:lnTo>
                        <a:lnTo>
                          <a:pt x="288" y="64"/>
                        </a:lnTo>
                        <a:lnTo>
                          <a:pt x="297" y="65"/>
                        </a:lnTo>
                        <a:lnTo>
                          <a:pt x="305" y="65"/>
                        </a:lnTo>
                        <a:lnTo>
                          <a:pt x="313" y="66"/>
                        </a:lnTo>
                        <a:lnTo>
                          <a:pt x="321" y="67"/>
                        </a:lnTo>
                        <a:lnTo>
                          <a:pt x="329" y="68"/>
                        </a:lnTo>
                        <a:lnTo>
                          <a:pt x="338" y="69"/>
                        </a:lnTo>
                        <a:lnTo>
                          <a:pt x="346" y="69"/>
                        </a:lnTo>
                        <a:lnTo>
                          <a:pt x="354" y="70"/>
                        </a:lnTo>
                        <a:lnTo>
                          <a:pt x="364" y="71"/>
                        </a:lnTo>
                        <a:lnTo>
                          <a:pt x="374" y="72"/>
                        </a:lnTo>
                        <a:lnTo>
                          <a:pt x="383" y="74"/>
                        </a:lnTo>
                        <a:lnTo>
                          <a:pt x="397" y="75"/>
                        </a:lnTo>
                        <a:lnTo>
                          <a:pt x="402" y="75"/>
                        </a:lnTo>
                        <a:lnTo>
                          <a:pt x="406" y="75"/>
                        </a:lnTo>
                        <a:lnTo>
                          <a:pt x="411" y="77"/>
                        </a:lnTo>
                        <a:lnTo>
                          <a:pt x="419" y="80"/>
                        </a:lnTo>
                        <a:lnTo>
                          <a:pt x="404" y="77"/>
                        </a:lnTo>
                        <a:lnTo>
                          <a:pt x="398" y="76"/>
                        </a:lnTo>
                        <a:lnTo>
                          <a:pt x="392" y="76"/>
                        </a:lnTo>
                        <a:lnTo>
                          <a:pt x="379" y="77"/>
                        </a:lnTo>
                        <a:lnTo>
                          <a:pt x="370" y="78"/>
                        </a:lnTo>
                        <a:lnTo>
                          <a:pt x="360" y="78"/>
                        </a:lnTo>
                        <a:lnTo>
                          <a:pt x="350" y="78"/>
                        </a:lnTo>
                        <a:lnTo>
                          <a:pt x="341" y="79"/>
                        </a:lnTo>
                        <a:lnTo>
                          <a:pt x="332" y="79"/>
                        </a:lnTo>
                        <a:lnTo>
                          <a:pt x="325" y="78"/>
                        </a:lnTo>
                        <a:lnTo>
                          <a:pt x="315" y="78"/>
                        </a:lnTo>
                        <a:lnTo>
                          <a:pt x="305" y="78"/>
                        </a:lnTo>
                        <a:lnTo>
                          <a:pt x="296" y="79"/>
                        </a:lnTo>
                        <a:lnTo>
                          <a:pt x="288" y="80"/>
                        </a:lnTo>
                        <a:lnTo>
                          <a:pt x="279" y="80"/>
                        </a:lnTo>
                        <a:lnTo>
                          <a:pt x="272" y="80"/>
                        </a:lnTo>
                        <a:lnTo>
                          <a:pt x="264" y="81"/>
                        </a:lnTo>
                        <a:lnTo>
                          <a:pt x="256" y="83"/>
                        </a:lnTo>
                        <a:lnTo>
                          <a:pt x="249" y="84"/>
                        </a:lnTo>
                        <a:lnTo>
                          <a:pt x="242" y="86"/>
                        </a:lnTo>
                        <a:lnTo>
                          <a:pt x="235" y="87"/>
                        </a:lnTo>
                        <a:lnTo>
                          <a:pt x="227" y="89"/>
                        </a:lnTo>
                        <a:lnTo>
                          <a:pt x="219" y="92"/>
                        </a:lnTo>
                        <a:lnTo>
                          <a:pt x="212" y="93"/>
                        </a:lnTo>
                        <a:lnTo>
                          <a:pt x="199" y="97"/>
                        </a:lnTo>
                        <a:lnTo>
                          <a:pt x="191" y="98"/>
                        </a:lnTo>
                        <a:lnTo>
                          <a:pt x="180" y="104"/>
                        </a:lnTo>
                        <a:lnTo>
                          <a:pt x="164" y="109"/>
                        </a:lnTo>
                        <a:lnTo>
                          <a:pt x="180" y="111"/>
                        </a:lnTo>
                        <a:lnTo>
                          <a:pt x="199" y="112"/>
                        </a:lnTo>
                        <a:lnTo>
                          <a:pt x="203" y="113"/>
                        </a:lnTo>
                        <a:lnTo>
                          <a:pt x="212" y="118"/>
                        </a:lnTo>
                        <a:lnTo>
                          <a:pt x="217" y="120"/>
                        </a:lnTo>
                        <a:lnTo>
                          <a:pt x="223" y="123"/>
                        </a:lnTo>
                        <a:lnTo>
                          <a:pt x="224" y="125"/>
                        </a:lnTo>
                        <a:lnTo>
                          <a:pt x="227" y="130"/>
                        </a:lnTo>
                        <a:lnTo>
                          <a:pt x="233" y="140"/>
                        </a:lnTo>
                        <a:lnTo>
                          <a:pt x="227" y="136"/>
                        </a:lnTo>
                        <a:lnTo>
                          <a:pt x="219" y="131"/>
                        </a:lnTo>
                        <a:lnTo>
                          <a:pt x="212" y="129"/>
                        </a:lnTo>
                        <a:lnTo>
                          <a:pt x="199" y="125"/>
                        </a:lnTo>
                        <a:lnTo>
                          <a:pt x="190" y="123"/>
                        </a:lnTo>
                        <a:lnTo>
                          <a:pt x="180" y="120"/>
                        </a:lnTo>
                        <a:lnTo>
                          <a:pt x="175" y="119"/>
                        </a:lnTo>
                        <a:lnTo>
                          <a:pt x="165" y="120"/>
                        </a:lnTo>
                        <a:lnTo>
                          <a:pt x="158" y="122"/>
                        </a:lnTo>
                        <a:lnTo>
                          <a:pt x="148" y="123"/>
                        </a:lnTo>
                        <a:lnTo>
                          <a:pt x="153" y="125"/>
                        </a:lnTo>
                        <a:lnTo>
                          <a:pt x="158" y="127"/>
                        </a:lnTo>
                        <a:lnTo>
                          <a:pt x="165" y="129"/>
                        </a:lnTo>
                        <a:lnTo>
                          <a:pt x="173" y="129"/>
                        </a:lnTo>
                        <a:lnTo>
                          <a:pt x="186" y="129"/>
                        </a:lnTo>
                        <a:lnTo>
                          <a:pt x="194" y="131"/>
                        </a:lnTo>
                        <a:lnTo>
                          <a:pt x="204" y="133"/>
                        </a:lnTo>
                        <a:lnTo>
                          <a:pt x="212" y="136"/>
                        </a:lnTo>
                        <a:lnTo>
                          <a:pt x="221" y="138"/>
                        </a:lnTo>
                        <a:lnTo>
                          <a:pt x="231" y="141"/>
                        </a:lnTo>
                        <a:lnTo>
                          <a:pt x="240" y="143"/>
                        </a:lnTo>
                        <a:lnTo>
                          <a:pt x="248" y="145"/>
                        </a:lnTo>
                        <a:lnTo>
                          <a:pt x="254" y="146"/>
                        </a:lnTo>
                        <a:lnTo>
                          <a:pt x="261" y="148"/>
                        </a:lnTo>
                        <a:lnTo>
                          <a:pt x="269" y="150"/>
                        </a:lnTo>
                        <a:lnTo>
                          <a:pt x="277" y="154"/>
                        </a:lnTo>
                        <a:lnTo>
                          <a:pt x="285" y="158"/>
                        </a:lnTo>
                        <a:lnTo>
                          <a:pt x="289" y="160"/>
                        </a:lnTo>
                        <a:lnTo>
                          <a:pt x="295" y="167"/>
                        </a:lnTo>
                        <a:lnTo>
                          <a:pt x="302" y="174"/>
                        </a:lnTo>
                        <a:lnTo>
                          <a:pt x="306" y="181"/>
                        </a:lnTo>
                        <a:lnTo>
                          <a:pt x="311" y="188"/>
                        </a:lnTo>
                        <a:lnTo>
                          <a:pt x="316" y="195"/>
                        </a:lnTo>
                        <a:lnTo>
                          <a:pt x="320" y="202"/>
                        </a:lnTo>
                        <a:lnTo>
                          <a:pt x="325" y="208"/>
                        </a:lnTo>
                        <a:lnTo>
                          <a:pt x="329" y="215"/>
                        </a:lnTo>
                        <a:lnTo>
                          <a:pt x="335" y="223"/>
                        </a:lnTo>
                        <a:lnTo>
                          <a:pt x="339" y="232"/>
                        </a:lnTo>
                        <a:lnTo>
                          <a:pt x="345" y="238"/>
                        </a:lnTo>
                        <a:lnTo>
                          <a:pt x="351" y="246"/>
                        </a:lnTo>
                        <a:lnTo>
                          <a:pt x="343" y="240"/>
                        </a:lnTo>
                        <a:lnTo>
                          <a:pt x="337" y="236"/>
                        </a:lnTo>
                        <a:lnTo>
                          <a:pt x="329" y="231"/>
                        </a:lnTo>
                        <a:lnTo>
                          <a:pt x="321" y="225"/>
                        </a:lnTo>
                        <a:lnTo>
                          <a:pt x="315" y="220"/>
                        </a:lnTo>
                        <a:lnTo>
                          <a:pt x="309" y="215"/>
                        </a:lnTo>
                        <a:lnTo>
                          <a:pt x="303" y="212"/>
                        </a:lnTo>
                        <a:lnTo>
                          <a:pt x="297" y="208"/>
                        </a:lnTo>
                        <a:lnTo>
                          <a:pt x="290" y="204"/>
                        </a:lnTo>
                        <a:lnTo>
                          <a:pt x="284" y="200"/>
                        </a:lnTo>
                        <a:lnTo>
                          <a:pt x="278" y="196"/>
                        </a:lnTo>
                        <a:lnTo>
                          <a:pt x="271" y="191"/>
                        </a:lnTo>
                        <a:lnTo>
                          <a:pt x="263" y="186"/>
                        </a:lnTo>
                        <a:lnTo>
                          <a:pt x="255" y="179"/>
                        </a:lnTo>
                        <a:lnTo>
                          <a:pt x="248" y="174"/>
                        </a:lnTo>
                        <a:lnTo>
                          <a:pt x="241" y="170"/>
                        </a:lnTo>
                        <a:lnTo>
                          <a:pt x="234" y="166"/>
                        </a:lnTo>
                        <a:lnTo>
                          <a:pt x="226" y="162"/>
                        </a:lnTo>
                        <a:lnTo>
                          <a:pt x="219" y="159"/>
                        </a:lnTo>
                        <a:lnTo>
                          <a:pt x="212" y="157"/>
                        </a:lnTo>
                        <a:lnTo>
                          <a:pt x="202" y="154"/>
                        </a:lnTo>
                        <a:lnTo>
                          <a:pt x="192" y="151"/>
                        </a:lnTo>
                        <a:lnTo>
                          <a:pt x="185" y="150"/>
                        </a:lnTo>
                        <a:lnTo>
                          <a:pt x="178" y="147"/>
                        </a:lnTo>
                        <a:lnTo>
                          <a:pt x="167" y="142"/>
                        </a:lnTo>
                        <a:lnTo>
                          <a:pt x="156" y="137"/>
                        </a:lnTo>
                        <a:lnTo>
                          <a:pt x="173" y="148"/>
                        </a:lnTo>
                        <a:lnTo>
                          <a:pt x="174" y="150"/>
                        </a:lnTo>
                        <a:lnTo>
                          <a:pt x="178" y="155"/>
                        </a:lnTo>
                        <a:lnTo>
                          <a:pt x="182" y="160"/>
                        </a:lnTo>
                        <a:lnTo>
                          <a:pt x="187" y="167"/>
                        </a:lnTo>
                        <a:lnTo>
                          <a:pt x="192" y="173"/>
                        </a:lnTo>
                        <a:lnTo>
                          <a:pt x="196" y="181"/>
                        </a:lnTo>
                        <a:lnTo>
                          <a:pt x="202" y="188"/>
                        </a:lnTo>
                        <a:lnTo>
                          <a:pt x="207" y="194"/>
                        </a:lnTo>
                        <a:lnTo>
                          <a:pt x="212" y="200"/>
                        </a:lnTo>
                        <a:lnTo>
                          <a:pt x="216" y="207"/>
                        </a:lnTo>
                        <a:lnTo>
                          <a:pt x="223" y="216"/>
                        </a:lnTo>
                        <a:lnTo>
                          <a:pt x="227" y="223"/>
                        </a:lnTo>
                        <a:lnTo>
                          <a:pt x="231" y="229"/>
                        </a:lnTo>
                        <a:lnTo>
                          <a:pt x="235" y="236"/>
                        </a:lnTo>
                        <a:lnTo>
                          <a:pt x="238" y="243"/>
                        </a:lnTo>
                        <a:lnTo>
                          <a:pt x="241" y="250"/>
                        </a:lnTo>
                        <a:lnTo>
                          <a:pt x="243" y="255"/>
                        </a:lnTo>
                        <a:lnTo>
                          <a:pt x="244" y="262"/>
                        </a:lnTo>
                        <a:lnTo>
                          <a:pt x="245" y="272"/>
                        </a:lnTo>
                        <a:lnTo>
                          <a:pt x="246" y="281"/>
                        </a:lnTo>
                        <a:lnTo>
                          <a:pt x="247" y="290"/>
                        </a:lnTo>
                        <a:lnTo>
                          <a:pt x="249" y="299"/>
                        </a:lnTo>
                        <a:lnTo>
                          <a:pt x="250" y="308"/>
                        </a:lnTo>
                        <a:lnTo>
                          <a:pt x="243" y="299"/>
                        </a:lnTo>
                        <a:lnTo>
                          <a:pt x="238" y="292"/>
                        </a:lnTo>
                        <a:lnTo>
                          <a:pt x="233" y="286"/>
                        </a:lnTo>
                        <a:lnTo>
                          <a:pt x="231" y="281"/>
                        </a:lnTo>
                        <a:lnTo>
                          <a:pt x="227" y="274"/>
                        </a:lnTo>
                        <a:lnTo>
                          <a:pt x="225" y="267"/>
                        </a:lnTo>
                        <a:lnTo>
                          <a:pt x="222" y="259"/>
                        </a:lnTo>
                        <a:lnTo>
                          <a:pt x="218" y="251"/>
                        </a:lnTo>
                        <a:lnTo>
                          <a:pt x="214" y="242"/>
                        </a:lnTo>
                        <a:lnTo>
                          <a:pt x="211" y="235"/>
                        </a:lnTo>
                        <a:lnTo>
                          <a:pt x="207" y="227"/>
                        </a:lnTo>
                        <a:lnTo>
                          <a:pt x="202" y="220"/>
                        </a:lnTo>
                        <a:lnTo>
                          <a:pt x="199" y="215"/>
                        </a:lnTo>
                        <a:lnTo>
                          <a:pt x="193" y="208"/>
                        </a:lnTo>
                        <a:lnTo>
                          <a:pt x="187" y="201"/>
                        </a:lnTo>
                        <a:lnTo>
                          <a:pt x="182" y="196"/>
                        </a:lnTo>
                        <a:lnTo>
                          <a:pt x="177" y="190"/>
                        </a:lnTo>
                        <a:lnTo>
                          <a:pt x="176" y="184"/>
                        </a:lnTo>
                        <a:lnTo>
                          <a:pt x="173" y="177"/>
                        </a:lnTo>
                        <a:lnTo>
                          <a:pt x="169" y="170"/>
                        </a:lnTo>
                        <a:lnTo>
                          <a:pt x="166" y="163"/>
                        </a:lnTo>
                        <a:lnTo>
                          <a:pt x="164" y="161"/>
                        </a:lnTo>
                        <a:lnTo>
                          <a:pt x="158" y="154"/>
                        </a:lnTo>
                        <a:lnTo>
                          <a:pt x="154" y="148"/>
                        </a:lnTo>
                        <a:lnTo>
                          <a:pt x="150" y="142"/>
                        </a:lnTo>
                        <a:lnTo>
                          <a:pt x="145" y="136"/>
                        </a:lnTo>
                        <a:lnTo>
                          <a:pt x="138" y="140"/>
                        </a:lnTo>
                        <a:lnTo>
                          <a:pt x="131" y="144"/>
                        </a:lnTo>
                        <a:lnTo>
                          <a:pt x="123" y="151"/>
                        </a:lnTo>
                        <a:lnTo>
                          <a:pt x="115" y="156"/>
                        </a:lnTo>
                        <a:lnTo>
                          <a:pt x="109" y="162"/>
                        </a:lnTo>
                        <a:lnTo>
                          <a:pt x="105" y="168"/>
                        </a:lnTo>
                        <a:lnTo>
                          <a:pt x="99" y="176"/>
                        </a:lnTo>
                        <a:lnTo>
                          <a:pt x="93" y="186"/>
                        </a:lnTo>
                        <a:lnTo>
                          <a:pt x="87" y="193"/>
                        </a:lnTo>
                        <a:lnTo>
                          <a:pt x="81" y="202"/>
                        </a:lnTo>
                        <a:lnTo>
                          <a:pt x="77" y="210"/>
                        </a:lnTo>
                        <a:lnTo>
                          <a:pt x="72" y="218"/>
                        </a:lnTo>
                        <a:lnTo>
                          <a:pt x="67" y="226"/>
                        </a:lnTo>
                        <a:lnTo>
                          <a:pt x="64" y="233"/>
                        </a:lnTo>
                        <a:lnTo>
                          <a:pt x="59" y="242"/>
                        </a:lnTo>
                        <a:lnTo>
                          <a:pt x="55" y="250"/>
                        </a:lnTo>
                        <a:lnTo>
                          <a:pt x="49" y="260"/>
                        </a:lnTo>
                        <a:lnTo>
                          <a:pt x="43" y="269"/>
                        </a:lnTo>
                        <a:lnTo>
                          <a:pt x="37" y="280"/>
                        </a:lnTo>
                        <a:lnTo>
                          <a:pt x="31" y="289"/>
                        </a:lnTo>
                        <a:lnTo>
                          <a:pt x="27" y="294"/>
                        </a:lnTo>
                        <a:lnTo>
                          <a:pt x="22" y="300"/>
                        </a:lnTo>
                        <a:lnTo>
                          <a:pt x="18" y="306"/>
                        </a:lnTo>
                        <a:lnTo>
                          <a:pt x="12" y="312"/>
                        </a:lnTo>
                        <a:lnTo>
                          <a:pt x="7" y="317"/>
                        </a:lnTo>
                        <a:lnTo>
                          <a:pt x="0" y="325"/>
                        </a:lnTo>
                        <a:lnTo>
                          <a:pt x="2" y="316"/>
                        </a:lnTo>
                        <a:lnTo>
                          <a:pt x="4" y="309"/>
                        </a:lnTo>
                        <a:lnTo>
                          <a:pt x="8" y="301"/>
                        </a:lnTo>
                        <a:lnTo>
                          <a:pt x="12" y="294"/>
                        </a:lnTo>
                        <a:lnTo>
                          <a:pt x="19" y="284"/>
                        </a:lnTo>
                        <a:lnTo>
                          <a:pt x="26" y="274"/>
                        </a:lnTo>
                        <a:lnTo>
                          <a:pt x="33" y="262"/>
                        </a:lnTo>
                        <a:lnTo>
                          <a:pt x="39" y="253"/>
                        </a:lnTo>
                        <a:lnTo>
                          <a:pt x="45" y="243"/>
                        </a:lnTo>
                        <a:lnTo>
                          <a:pt x="51" y="235"/>
                        </a:lnTo>
                        <a:lnTo>
                          <a:pt x="56" y="227"/>
                        </a:lnTo>
                        <a:lnTo>
                          <a:pt x="61" y="220"/>
                        </a:lnTo>
                        <a:lnTo>
                          <a:pt x="66" y="214"/>
                        </a:lnTo>
                        <a:lnTo>
                          <a:pt x="72" y="206"/>
                        </a:lnTo>
                        <a:lnTo>
                          <a:pt x="78" y="198"/>
                        </a:lnTo>
                        <a:lnTo>
                          <a:pt x="84" y="190"/>
                        </a:lnTo>
                        <a:lnTo>
                          <a:pt x="90" y="181"/>
                        </a:lnTo>
                        <a:lnTo>
                          <a:pt x="95" y="174"/>
                        </a:lnTo>
                        <a:lnTo>
                          <a:pt x="101" y="166"/>
                        </a:lnTo>
                        <a:lnTo>
                          <a:pt x="104" y="160"/>
                        </a:lnTo>
                        <a:lnTo>
                          <a:pt x="107" y="154"/>
                        </a:lnTo>
                        <a:lnTo>
                          <a:pt x="109" y="149"/>
                        </a:lnTo>
                        <a:lnTo>
                          <a:pt x="112" y="143"/>
                        </a:lnTo>
                        <a:lnTo>
                          <a:pt x="116" y="138"/>
                        </a:lnTo>
                        <a:lnTo>
                          <a:pt x="122" y="131"/>
                        </a:lnTo>
                        <a:lnTo>
                          <a:pt x="128" y="125"/>
                        </a:lnTo>
                        <a:lnTo>
                          <a:pt x="132" y="120"/>
                        </a:lnTo>
                        <a:lnTo>
                          <a:pt x="137" y="114"/>
                        </a:lnTo>
                        <a:lnTo>
                          <a:pt x="135" y="109"/>
                        </a:lnTo>
                        <a:lnTo>
                          <a:pt x="133" y="101"/>
                        </a:lnTo>
                        <a:lnTo>
                          <a:pt x="121" y="97"/>
                        </a:lnTo>
                        <a:lnTo>
                          <a:pt x="108" y="88"/>
                        </a:lnTo>
                        <a:lnTo>
                          <a:pt x="95" y="79"/>
                        </a:lnTo>
                        <a:lnTo>
                          <a:pt x="87" y="74"/>
                        </a:lnTo>
                        <a:lnTo>
                          <a:pt x="81" y="71"/>
                        </a:lnTo>
                        <a:lnTo>
                          <a:pt x="71" y="66"/>
                        </a:lnTo>
                        <a:lnTo>
                          <a:pt x="61" y="63"/>
                        </a:lnTo>
                        <a:lnTo>
                          <a:pt x="50" y="60"/>
                        </a:lnTo>
                        <a:lnTo>
                          <a:pt x="42" y="57"/>
                        </a:lnTo>
                        <a:lnTo>
                          <a:pt x="32" y="53"/>
                        </a:lnTo>
                        <a:lnTo>
                          <a:pt x="23" y="51"/>
                        </a:lnTo>
                        <a:lnTo>
                          <a:pt x="14" y="49"/>
                        </a:lnTo>
                        <a:lnTo>
                          <a:pt x="7" y="47"/>
                        </a:lnTo>
                        <a:lnTo>
                          <a:pt x="14" y="46"/>
                        </a:lnTo>
                        <a:lnTo>
                          <a:pt x="19" y="45"/>
                        </a:lnTo>
                        <a:lnTo>
                          <a:pt x="23" y="44"/>
                        </a:lnTo>
                        <a:lnTo>
                          <a:pt x="28" y="44"/>
                        </a:lnTo>
                        <a:lnTo>
                          <a:pt x="33" y="44"/>
                        </a:lnTo>
                        <a:lnTo>
                          <a:pt x="43" y="49"/>
                        </a:lnTo>
                        <a:lnTo>
                          <a:pt x="51" y="53"/>
                        </a:lnTo>
                        <a:lnTo>
                          <a:pt x="60" y="58"/>
                        </a:lnTo>
                        <a:lnTo>
                          <a:pt x="69" y="63"/>
                        </a:lnTo>
                        <a:lnTo>
                          <a:pt x="79" y="68"/>
                        </a:lnTo>
                        <a:lnTo>
                          <a:pt x="89" y="74"/>
                        </a:lnTo>
                        <a:lnTo>
                          <a:pt x="96" y="77"/>
                        </a:lnTo>
                        <a:lnTo>
                          <a:pt x="109" y="84"/>
                        </a:lnTo>
                        <a:lnTo>
                          <a:pt x="116" y="86"/>
                        </a:lnTo>
                        <a:lnTo>
                          <a:pt x="122" y="85"/>
                        </a:lnTo>
                        <a:lnTo>
                          <a:pt x="127" y="84"/>
                        </a:lnTo>
                        <a:lnTo>
                          <a:pt x="132" y="83"/>
                        </a:lnTo>
                      </a:path>
                    </a:pathLst>
                  </a:custGeom>
                  <a:solidFill>
                    <a:srgbClr val="037C03">
                      <a:alpha val="49803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1" sz="1800" u="none">
                      <a:solidFill>
                        <a:schemeClr val="dk1"/>
                      </a:solidFill>
                      <a:latin typeface="Helvetica Neue"/>
                      <a:ea typeface="Helvetica Neue"/>
                      <a:cs typeface="Helvetica Neue"/>
                      <a:sym typeface="Helvetica Neue"/>
                    </a:endParaRPr>
                  </a:p>
                </p:txBody>
              </p:sp>
              <p:sp>
                <p:nvSpPr>
                  <p:cNvPr id="38" name="Google Shape;38;p1"/>
                  <p:cNvSpPr/>
                  <p:nvPr/>
                </p:nvSpPr>
                <p:spPr>
                  <a:xfrm>
                    <a:off x="2175" y="1587"/>
                    <a:ext cx="38" cy="181"/>
                  </a:xfrm>
                  <a:custGeom>
                    <a:rect b="b" l="l" r="r" t="t"/>
                    <a:pathLst>
                      <a:path extrusionOk="0" h="181" w="38">
                        <a:moveTo>
                          <a:pt x="20" y="0"/>
                        </a:moveTo>
                        <a:lnTo>
                          <a:pt x="24" y="8"/>
                        </a:lnTo>
                        <a:lnTo>
                          <a:pt x="27" y="14"/>
                        </a:lnTo>
                        <a:lnTo>
                          <a:pt x="33" y="22"/>
                        </a:lnTo>
                        <a:lnTo>
                          <a:pt x="35" y="30"/>
                        </a:lnTo>
                        <a:lnTo>
                          <a:pt x="36" y="41"/>
                        </a:lnTo>
                        <a:lnTo>
                          <a:pt x="36" y="53"/>
                        </a:lnTo>
                        <a:lnTo>
                          <a:pt x="37" y="61"/>
                        </a:lnTo>
                        <a:lnTo>
                          <a:pt x="36" y="70"/>
                        </a:lnTo>
                        <a:lnTo>
                          <a:pt x="35" y="81"/>
                        </a:lnTo>
                        <a:lnTo>
                          <a:pt x="33" y="91"/>
                        </a:lnTo>
                        <a:lnTo>
                          <a:pt x="30" y="106"/>
                        </a:lnTo>
                        <a:lnTo>
                          <a:pt x="28" y="114"/>
                        </a:lnTo>
                        <a:lnTo>
                          <a:pt x="23" y="124"/>
                        </a:lnTo>
                        <a:lnTo>
                          <a:pt x="17" y="135"/>
                        </a:lnTo>
                        <a:lnTo>
                          <a:pt x="12" y="145"/>
                        </a:lnTo>
                        <a:lnTo>
                          <a:pt x="7" y="155"/>
                        </a:lnTo>
                        <a:lnTo>
                          <a:pt x="3" y="163"/>
                        </a:lnTo>
                        <a:lnTo>
                          <a:pt x="0" y="180"/>
                        </a:lnTo>
                        <a:lnTo>
                          <a:pt x="1" y="163"/>
                        </a:lnTo>
                        <a:lnTo>
                          <a:pt x="3" y="152"/>
                        </a:lnTo>
                        <a:lnTo>
                          <a:pt x="4" y="141"/>
                        </a:lnTo>
                        <a:lnTo>
                          <a:pt x="5" y="130"/>
                        </a:lnTo>
                        <a:lnTo>
                          <a:pt x="7" y="116"/>
                        </a:lnTo>
                        <a:lnTo>
                          <a:pt x="9" y="106"/>
                        </a:lnTo>
                        <a:lnTo>
                          <a:pt x="12" y="96"/>
                        </a:lnTo>
                        <a:lnTo>
                          <a:pt x="15" y="87"/>
                        </a:lnTo>
                        <a:lnTo>
                          <a:pt x="17" y="77"/>
                        </a:lnTo>
                        <a:lnTo>
                          <a:pt x="20" y="67"/>
                        </a:lnTo>
                        <a:lnTo>
                          <a:pt x="21" y="57"/>
                        </a:lnTo>
                        <a:lnTo>
                          <a:pt x="22" y="49"/>
                        </a:lnTo>
                        <a:lnTo>
                          <a:pt x="23" y="39"/>
                        </a:lnTo>
                        <a:lnTo>
                          <a:pt x="23" y="28"/>
                        </a:lnTo>
                        <a:lnTo>
                          <a:pt x="23" y="14"/>
                        </a:lnTo>
                        <a:lnTo>
                          <a:pt x="22" y="8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037C03">
                      <a:alpha val="49803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1" sz="1800" u="none">
                      <a:solidFill>
                        <a:schemeClr val="dk1"/>
                      </a:solidFill>
                      <a:latin typeface="Helvetica Neue"/>
                      <a:ea typeface="Helvetica Neue"/>
                      <a:cs typeface="Helvetica Neue"/>
                      <a:sym typeface="Helvetica Neue"/>
                    </a:endParaRPr>
                  </a:p>
                </p:txBody>
              </p:sp>
              <p:sp>
                <p:nvSpPr>
                  <p:cNvPr id="39" name="Google Shape;39;p1"/>
                  <p:cNvSpPr/>
                  <p:nvPr/>
                </p:nvSpPr>
                <p:spPr>
                  <a:xfrm>
                    <a:off x="1991" y="1486"/>
                    <a:ext cx="168" cy="48"/>
                  </a:xfrm>
                  <a:custGeom>
                    <a:rect b="b" l="l" r="r" t="t"/>
                    <a:pathLst>
                      <a:path extrusionOk="0" h="48" w="168">
                        <a:moveTo>
                          <a:pt x="167" y="47"/>
                        </a:moveTo>
                        <a:lnTo>
                          <a:pt x="164" y="38"/>
                        </a:lnTo>
                        <a:lnTo>
                          <a:pt x="160" y="31"/>
                        </a:lnTo>
                        <a:lnTo>
                          <a:pt x="157" y="30"/>
                        </a:lnTo>
                        <a:lnTo>
                          <a:pt x="150" y="28"/>
                        </a:lnTo>
                        <a:lnTo>
                          <a:pt x="144" y="26"/>
                        </a:lnTo>
                        <a:lnTo>
                          <a:pt x="137" y="28"/>
                        </a:lnTo>
                        <a:lnTo>
                          <a:pt x="130" y="29"/>
                        </a:lnTo>
                        <a:lnTo>
                          <a:pt x="121" y="25"/>
                        </a:lnTo>
                        <a:lnTo>
                          <a:pt x="109" y="21"/>
                        </a:lnTo>
                        <a:lnTo>
                          <a:pt x="98" y="17"/>
                        </a:lnTo>
                        <a:lnTo>
                          <a:pt x="91" y="15"/>
                        </a:lnTo>
                        <a:lnTo>
                          <a:pt x="78" y="12"/>
                        </a:lnTo>
                        <a:lnTo>
                          <a:pt x="66" y="8"/>
                        </a:lnTo>
                        <a:lnTo>
                          <a:pt x="54" y="4"/>
                        </a:lnTo>
                        <a:lnTo>
                          <a:pt x="41" y="1"/>
                        </a:lnTo>
                        <a:lnTo>
                          <a:pt x="28" y="0"/>
                        </a:lnTo>
                        <a:lnTo>
                          <a:pt x="15" y="0"/>
                        </a:lnTo>
                        <a:lnTo>
                          <a:pt x="12" y="1"/>
                        </a:lnTo>
                        <a:lnTo>
                          <a:pt x="7" y="4"/>
                        </a:lnTo>
                        <a:lnTo>
                          <a:pt x="3" y="7"/>
                        </a:lnTo>
                        <a:lnTo>
                          <a:pt x="0" y="10"/>
                        </a:lnTo>
                        <a:lnTo>
                          <a:pt x="5" y="10"/>
                        </a:lnTo>
                        <a:lnTo>
                          <a:pt x="12" y="11"/>
                        </a:lnTo>
                        <a:lnTo>
                          <a:pt x="18" y="12"/>
                        </a:lnTo>
                        <a:lnTo>
                          <a:pt x="23" y="11"/>
                        </a:lnTo>
                        <a:lnTo>
                          <a:pt x="29" y="10"/>
                        </a:lnTo>
                        <a:lnTo>
                          <a:pt x="38" y="10"/>
                        </a:lnTo>
                        <a:lnTo>
                          <a:pt x="50" y="10"/>
                        </a:lnTo>
                        <a:lnTo>
                          <a:pt x="60" y="12"/>
                        </a:lnTo>
                        <a:lnTo>
                          <a:pt x="70" y="13"/>
                        </a:lnTo>
                        <a:lnTo>
                          <a:pt x="79" y="15"/>
                        </a:lnTo>
                        <a:lnTo>
                          <a:pt x="89" y="16"/>
                        </a:lnTo>
                        <a:lnTo>
                          <a:pt x="98" y="18"/>
                        </a:lnTo>
                        <a:lnTo>
                          <a:pt x="106" y="22"/>
                        </a:lnTo>
                        <a:lnTo>
                          <a:pt x="114" y="26"/>
                        </a:lnTo>
                        <a:lnTo>
                          <a:pt x="123" y="30"/>
                        </a:lnTo>
                        <a:lnTo>
                          <a:pt x="127" y="30"/>
                        </a:lnTo>
                        <a:lnTo>
                          <a:pt x="131" y="30"/>
                        </a:lnTo>
                        <a:lnTo>
                          <a:pt x="137" y="33"/>
                        </a:lnTo>
                        <a:lnTo>
                          <a:pt x="144" y="36"/>
                        </a:lnTo>
                        <a:lnTo>
                          <a:pt x="150" y="38"/>
                        </a:lnTo>
                        <a:lnTo>
                          <a:pt x="158" y="42"/>
                        </a:lnTo>
                        <a:lnTo>
                          <a:pt x="164" y="45"/>
                        </a:lnTo>
                        <a:lnTo>
                          <a:pt x="167" y="47"/>
                        </a:lnTo>
                      </a:path>
                    </a:pathLst>
                  </a:custGeom>
                  <a:solidFill>
                    <a:srgbClr val="037C03">
                      <a:alpha val="49803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1" sz="1800" u="none">
                      <a:solidFill>
                        <a:schemeClr val="dk1"/>
                      </a:solidFill>
                      <a:latin typeface="Helvetica Neue"/>
                      <a:ea typeface="Helvetica Neue"/>
                      <a:cs typeface="Helvetica Neue"/>
                      <a:sym typeface="Helvetica Neue"/>
                    </a:endParaRPr>
                  </a:p>
                </p:txBody>
              </p:sp>
              <p:sp>
                <p:nvSpPr>
                  <p:cNvPr id="40" name="Google Shape;40;p1"/>
                  <p:cNvSpPr/>
                  <p:nvPr/>
                </p:nvSpPr>
                <p:spPr>
                  <a:xfrm>
                    <a:off x="1985" y="1514"/>
                    <a:ext cx="173" cy="20"/>
                  </a:xfrm>
                  <a:custGeom>
                    <a:rect b="b" l="l" r="r" t="t"/>
                    <a:pathLst>
                      <a:path extrusionOk="0" h="20" w="173">
                        <a:moveTo>
                          <a:pt x="172" y="19"/>
                        </a:moveTo>
                        <a:lnTo>
                          <a:pt x="167" y="17"/>
                        </a:lnTo>
                        <a:lnTo>
                          <a:pt x="163" y="15"/>
                        </a:lnTo>
                        <a:lnTo>
                          <a:pt x="157" y="13"/>
                        </a:lnTo>
                        <a:lnTo>
                          <a:pt x="152" y="11"/>
                        </a:lnTo>
                        <a:lnTo>
                          <a:pt x="146" y="9"/>
                        </a:lnTo>
                        <a:lnTo>
                          <a:pt x="138" y="6"/>
                        </a:lnTo>
                        <a:lnTo>
                          <a:pt x="131" y="2"/>
                        </a:lnTo>
                        <a:lnTo>
                          <a:pt x="125" y="2"/>
                        </a:lnTo>
                        <a:lnTo>
                          <a:pt x="118" y="3"/>
                        </a:lnTo>
                        <a:lnTo>
                          <a:pt x="108" y="5"/>
                        </a:lnTo>
                        <a:lnTo>
                          <a:pt x="103" y="5"/>
                        </a:lnTo>
                        <a:lnTo>
                          <a:pt x="91" y="3"/>
                        </a:lnTo>
                        <a:lnTo>
                          <a:pt x="77" y="1"/>
                        </a:lnTo>
                        <a:lnTo>
                          <a:pt x="67" y="0"/>
                        </a:lnTo>
                        <a:lnTo>
                          <a:pt x="55" y="0"/>
                        </a:lnTo>
                        <a:lnTo>
                          <a:pt x="43" y="0"/>
                        </a:lnTo>
                        <a:lnTo>
                          <a:pt x="35" y="1"/>
                        </a:lnTo>
                        <a:lnTo>
                          <a:pt x="26" y="2"/>
                        </a:lnTo>
                        <a:lnTo>
                          <a:pt x="18" y="3"/>
                        </a:lnTo>
                        <a:lnTo>
                          <a:pt x="9" y="4"/>
                        </a:lnTo>
                        <a:lnTo>
                          <a:pt x="8" y="8"/>
                        </a:lnTo>
                        <a:lnTo>
                          <a:pt x="6" y="11"/>
                        </a:lnTo>
                        <a:lnTo>
                          <a:pt x="4" y="14"/>
                        </a:lnTo>
                        <a:lnTo>
                          <a:pt x="0" y="16"/>
                        </a:lnTo>
                        <a:lnTo>
                          <a:pt x="7" y="15"/>
                        </a:lnTo>
                        <a:lnTo>
                          <a:pt x="15" y="13"/>
                        </a:lnTo>
                        <a:lnTo>
                          <a:pt x="21" y="12"/>
                        </a:lnTo>
                        <a:lnTo>
                          <a:pt x="29" y="11"/>
                        </a:lnTo>
                        <a:lnTo>
                          <a:pt x="36" y="10"/>
                        </a:lnTo>
                        <a:lnTo>
                          <a:pt x="49" y="9"/>
                        </a:lnTo>
                        <a:lnTo>
                          <a:pt x="62" y="8"/>
                        </a:lnTo>
                        <a:lnTo>
                          <a:pt x="77" y="7"/>
                        </a:lnTo>
                        <a:lnTo>
                          <a:pt x="92" y="6"/>
                        </a:lnTo>
                        <a:lnTo>
                          <a:pt x="106" y="6"/>
                        </a:lnTo>
                        <a:lnTo>
                          <a:pt x="118" y="7"/>
                        </a:lnTo>
                        <a:lnTo>
                          <a:pt x="126" y="9"/>
                        </a:lnTo>
                        <a:lnTo>
                          <a:pt x="135" y="11"/>
                        </a:lnTo>
                        <a:lnTo>
                          <a:pt x="145" y="13"/>
                        </a:lnTo>
                        <a:lnTo>
                          <a:pt x="155" y="16"/>
                        </a:lnTo>
                        <a:lnTo>
                          <a:pt x="163" y="17"/>
                        </a:lnTo>
                        <a:lnTo>
                          <a:pt x="172" y="19"/>
                        </a:lnTo>
                      </a:path>
                    </a:pathLst>
                  </a:custGeom>
                  <a:solidFill>
                    <a:srgbClr val="037C03">
                      <a:alpha val="49803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1" sz="1800" u="none">
                      <a:solidFill>
                        <a:schemeClr val="dk1"/>
                      </a:solidFill>
                      <a:latin typeface="Helvetica Neue"/>
                      <a:ea typeface="Helvetica Neue"/>
                      <a:cs typeface="Helvetica Neue"/>
                      <a:sym typeface="Helvetica Neue"/>
                    </a:endParaRPr>
                  </a:p>
                </p:txBody>
              </p:sp>
            </p:grpSp>
          </p:grpSp>
        </p:grpSp>
      </p:grpSp>
      <p:grpSp>
        <p:nvGrpSpPr>
          <p:cNvPr id="41" name="Google Shape;41;p1"/>
          <p:cNvGrpSpPr/>
          <p:nvPr/>
        </p:nvGrpSpPr>
        <p:grpSpPr>
          <a:xfrm>
            <a:off x="7934325" y="6124575"/>
            <a:ext cx="322262" cy="420687"/>
            <a:chOff x="112" y="4288"/>
            <a:chExt cx="439" cy="478"/>
          </a:xfrm>
        </p:grpSpPr>
        <p:grpSp>
          <p:nvGrpSpPr>
            <p:cNvPr id="42" name="Google Shape;42;p1"/>
            <p:cNvGrpSpPr/>
            <p:nvPr/>
          </p:nvGrpSpPr>
          <p:grpSpPr>
            <a:xfrm>
              <a:off x="259" y="4288"/>
              <a:ext cx="148" cy="478"/>
              <a:chOff x="259" y="4288"/>
              <a:chExt cx="148" cy="478"/>
            </a:xfrm>
          </p:grpSpPr>
          <p:sp>
            <p:nvSpPr>
              <p:cNvPr id="43" name="Google Shape;43;p1"/>
              <p:cNvSpPr/>
              <p:nvPr/>
            </p:nvSpPr>
            <p:spPr>
              <a:xfrm>
                <a:off x="260" y="4288"/>
                <a:ext cx="147" cy="478"/>
              </a:xfrm>
              <a:custGeom>
                <a:rect b="b" l="l" r="r" t="t"/>
                <a:pathLst>
                  <a:path extrusionOk="0" h="478" w="147">
                    <a:moveTo>
                      <a:pt x="49" y="188"/>
                    </a:moveTo>
                    <a:lnTo>
                      <a:pt x="131" y="472"/>
                    </a:lnTo>
                    <a:lnTo>
                      <a:pt x="135" y="475"/>
                    </a:lnTo>
                    <a:lnTo>
                      <a:pt x="139" y="477"/>
                    </a:lnTo>
                    <a:lnTo>
                      <a:pt x="142" y="475"/>
                    </a:lnTo>
                    <a:lnTo>
                      <a:pt x="144" y="472"/>
                    </a:lnTo>
                    <a:lnTo>
                      <a:pt x="146" y="468"/>
                    </a:lnTo>
                    <a:lnTo>
                      <a:pt x="146" y="463"/>
                    </a:lnTo>
                    <a:lnTo>
                      <a:pt x="143" y="455"/>
                    </a:lnTo>
                    <a:lnTo>
                      <a:pt x="61" y="176"/>
                    </a:lnTo>
                    <a:lnTo>
                      <a:pt x="9" y="5"/>
                    </a:lnTo>
                    <a:lnTo>
                      <a:pt x="6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49" y="188"/>
                    </a:lnTo>
                  </a:path>
                </a:pathLst>
              </a:custGeom>
              <a:solidFill>
                <a:srgbClr val="C0C0C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1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259" y="4289"/>
                <a:ext cx="146" cy="477"/>
              </a:xfrm>
              <a:custGeom>
                <a:rect b="b" l="l" r="r" t="t"/>
                <a:pathLst>
                  <a:path extrusionOk="0" h="477" w="146">
                    <a:moveTo>
                      <a:pt x="50" y="186"/>
                    </a:moveTo>
                    <a:lnTo>
                      <a:pt x="131" y="471"/>
                    </a:lnTo>
                    <a:lnTo>
                      <a:pt x="133" y="474"/>
                    </a:lnTo>
                    <a:lnTo>
                      <a:pt x="138" y="476"/>
                    </a:lnTo>
                    <a:lnTo>
                      <a:pt x="141" y="474"/>
                    </a:lnTo>
                    <a:lnTo>
                      <a:pt x="144" y="473"/>
                    </a:lnTo>
                    <a:lnTo>
                      <a:pt x="145" y="467"/>
                    </a:lnTo>
                    <a:lnTo>
                      <a:pt x="145" y="462"/>
                    </a:lnTo>
                    <a:lnTo>
                      <a:pt x="143" y="454"/>
                    </a:lnTo>
                    <a:lnTo>
                      <a:pt x="61" y="174"/>
                    </a:lnTo>
                    <a:lnTo>
                      <a:pt x="9" y="4"/>
                    </a:lnTo>
                    <a:lnTo>
                      <a:pt x="6" y="2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1" y="2"/>
                    </a:lnTo>
                    <a:lnTo>
                      <a:pt x="0" y="5"/>
                    </a:lnTo>
                    <a:lnTo>
                      <a:pt x="0" y="9"/>
                    </a:lnTo>
                    <a:lnTo>
                      <a:pt x="50" y="186"/>
                    </a:lnTo>
                  </a:path>
                </a:pathLst>
              </a:custGeom>
              <a:solidFill>
                <a:srgbClr val="9F9F9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1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grpSp>
          <p:nvGrpSpPr>
            <p:cNvPr id="45" name="Google Shape;45;p1"/>
            <p:cNvGrpSpPr/>
            <p:nvPr/>
          </p:nvGrpSpPr>
          <p:grpSpPr>
            <a:xfrm>
              <a:off x="112" y="4295"/>
              <a:ext cx="439" cy="321"/>
              <a:chOff x="112" y="4295"/>
              <a:chExt cx="439" cy="321"/>
            </a:xfrm>
          </p:grpSpPr>
          <p:sp>
            <p:nvSpPr>
              <p:cNvPr id="46" name="Google Shape;46;p1"/>
              <p:cNvSpPr/>
              <p:nvPr/>
            </p:nvSpPr>
            <p:spPr>
              <a:xfrm>
                <a:off x="191" y="4304"/>
                <a:ext cx="273" cy="276"/>
              </a:xfrm>
              <a:custGeom>
                <a:rect b="b" l="l" r="r" t="t"/>
                <a:pathLst>
                  <a:path extrusionOk="0" h="276" w="273">
                    <a:moveTo>
                      <a:pt x="30" y="48"/>
                    </a:moveTo>
                    <a:lnTo>
                      <a:pt x="43" y="32"/>
                    </a:lnTo>
                    <a:lnTo>
                      <a:pt x="55" y="21"/>
                    </a:lnTo>
                    <a:lnTo>
                      <a:pt x="69" y="13"/>
                    </a:lnTo>
                    <a:lnTo>
                      <a:pt x="78" y="8"/>
                    </a:lnTo>
                    <a:lnTo>
                      <a:pt x="92" y="4"/>
                    </a:lnTo>
                    <a:lnTo>
                      <a:pt x="108" y="0"/>
                    </a:lnTo>
                    <a:lnTo>
                      <a:pt x="123" y="0"/>
                    </a:lnTo>
                    <a:lnTo>
                      <a:pt x="144" y="4"/>
                    </a:lnTo>
                    <a:lnTo>
                      <a:pt x="154" y="9"/>
                    </a:lnTo>
                    <a:lnTo>
                      <a:pt x="173" y="20"/>
                    </a:lnTo>
                    <a:lnTo>
                      <a:pt x="194" y="36"/>
                    </a:lnTo>
                    <a:lnTo>
                      <a:pt x="213" y="55"/>
                    </a:lnTo>
                    <a:lnTo>
                      <a:pt x="232" y="75"/>
                    </a:lnTo>
                    <a:lnTo>
                      <a:pt x="247" y="105"/>
                    </a:lnTo>
                    <a:lnTo>
                      <a:pt x="265" y="128"/>
                    </a:lnTo>
                    <a:lnTo>
                      <a:pt x="272" y="165"/>
                    </a:lnTo>
                    <a:lnTo>
                      <a:pt x="268" y="156"/>
                    </a:lnTo>
                    <a:lnTo>
                      <a:pt x="265" y="150"/>
                    </a:lnTo>
                    <a:lnTo>
                      <a:pt x="261" y="146"/>
                    </a:lnTo>
                    <a:lnTo>
                      <a:pt x="256" y="142"/>
                    </a:lnTo>
                    <a:lnTo>
                      <a:pt x="253" y="138"/>
                    </a:lnTo>
                    <a:lnTo>
                      <a:pt x="247" y="136"/>
                    </a:lnTo>
                    <a:lnTo>
                      <a:pt x="242" y="133"/>
                    </a:lnTo>
                    <a:lnTo>
                      <a:pt x="237" y="132"/>
                    </a:lnTo>
                    <a:lnTo>
                      <a:pt x="232" y="132"/>
                    </a:lnTo>
                    <a:lnTo>
                      <a:pt x="226" y="132"/>
                    </a:lnTo>
                    <a:lnTo>
                      <a:pt x="220" y="133"/>
                    </a:lnTo>
                    <a:lnTo>
                      <a:pt x="215" y="134"/>
                    </a:lnTo>
                    <a:lnTo>
                      <a:pt x="209" y="137"/>
                    </a:lnTo>
                    <a:lnTo>
                      <a:pt x="205" y="141"/>
                    </a:lnTo>
                    <a:lnTo>
                      <a:pt x="201" y="144"/>
                    </a:lnTo>
                    <a:lnTo>
                      <a:pt x="196" y="149"/>
                    </a:lnTo>
                    <a:lnTo>
                      <a:pt x="193" y="155"/>
                    </a:lnTo>
                    <a:lnTo>
                      <a:pt x="190" y="161"/>
                    </a:lnTo>
                    <a:lnTo>
                      <a:pt x="187" y="167"/>
                    </a:lnTo>
                    <a:lnTo>
                      <a:pt x="186" y="175"/>
                    </a:lnTo>
                    <a:lnTo>
                      <a:pt x="184" y="181"/>
                    </a:lnTo>
                    <a:lnTo>
                      <a:pt x="185" y="190"/>
                    </a:lnTo>
                    <a:lnTo>
                      <a:pt x="186" y="196"/>
                    </a:lnTo>
                    <a:lnTo>
                      <a:pt x="187" y="203"/>
                    </a:lnTo>
                    <a:lnTo>
                      <a:pt x="166" y="150"/>
                    </a:lnTo>
                    <a:lnTo>
                      <a:pt x="98" y="175"/>
                    </a:lnTo>
                    <a:lnTo>
                      <a:pt x="99" y="225"/>
                    </a:lnTo>
                    <a:lnTo>
                      <a:pt x="102" y="239"/>
                    </a:lnTo>
                    <a:lnTo>
                      <a:pt x="99" y="231"/>
                    </a:lnTo>
                    <a:lnTo>
                      <a:pt x="96" y="226"/>
                    </a:lnTo>
                    <a:lnTo>
                      <a:pt x="92" y="221"/>
                    </a:lnTo>
                    <a:lnTo>
                      <a:pt x="87" y="217"/>
                    </a:lnTo>
                    <a:lnTo>
                      <a:pt x="83" y="212"/>
                    </a:lnTo>
                    <a:lnTo>
                      <a:pt x="78" y="210"/>
                    </a:lnTo>
                    <a:lnTo>
                      <a:pt x="73" y="207"/>
                    </a:lnTo>
                    <a:lnTo>
                      <a:pt x="68" y="206"/>
                    </a:lnTo>
                    <a:lnTo>
                      <a:pt x="63" y="204"/>
                    </a:lnTo>
                    <a:lnTo>
                      <a:pt x="58" y="204"/>
                    </a:lnTo>
                    <a:lnTo>
                      <a:pt x="53" y="206"/>
                    </a:lnTo>
                    <a:lnTo>
                      <a:pt x="48" y="206"/>
                    </a:lnTo>
                    <a:lnTo>
                      <a:pt x="43" y="208"/>
                    </a:lnTo>
                    <a:lnTo>
                      <a:pt x="38" y="211"/>
                    </a:lnTo>
                    <a:lnTo>
                      <a:pt x="33" y="214"/>
                    </a:lnTo>
                    <a:lnTo>
                      <a:pt x="28" y="218"/>
                    </a:lnTo>
                    <a:lnTo>
                      <a:pt x="25" y="222"/>
                    </a:lnTo>
                    <a:lnTo>
                      <a:pt x="22" y="226"/>
                    </a:lnTo>
                    <a:lnTo>
                      <a:pt x="19" y="231"/>
                    </a:lnTo>
                    <a:lnTo>
                      <a:pt x="17" y="238"/>
                    </a:lnTo>
                    <a:lnTo>
                      <a:pt x="15" y="243"/>
                    </a:lnTo>
                    <a:lnTo>
                      <a:pt x="14" y="252"/>
                    </a:lnTo>
                    <a:lnTo>
                      <a:pt x="14" y="258"/>
                    </a:lnTo>
                    <a:lnTo>
                      <a:pt x="15" y="264"/>
                    </a:lnTo>
                    <a:lnTo>
                      <a:pt x="17" y="275"/>
                    </a:lnTo>
                    <a:lnTo>
                      <a:pt x="12" y="262"/>
                    </a:lnTo>
                    <a:lnTo>
                      <a:pt x="3" y="229"/>
                    </a:lnTo>
                    <a:lnTo>
                      <a:pt x="2" y="207"/>
                    </a:lnTo>
                    <a:lnTo>
                      <a:pt x="0" y="173"/>
                    </a:lnTo>
                    <a:lnTo>
                      <a:pt x="0" y="144"/>
                    </a:lnTo>
                    <a:lnTo>
                      <a:pt x="4" y="119"/>
                    </a:lnTo>
                    <a:lnTo>
                      <a:pt x="11" y="84"/>
                    </a:lnTo>
                    <a:lnTo>
                      <a:pt x="30" y="4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1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112" y="4295"/>
                <a:ext cx="439" cy="321"/>
              </a:xfrm>
              <a:custGeom>
                <a:rect b="b" l="l" r="r" t="t"/>
                <a:pathLst>
                  <a:path extrusionOk="0" h="321" w="439">
                    <a:moveTo>
                      <a:pt x="172" y="12"/>
                    </a:moveTo>
                    <a:lnTo>
                      <a:pt x="162" y="16"/>
                    </a:lnTo>
                    <a:lnTo>
                      <a:pt x="157" y="17"/>
                    </a:lnTo>
                    <a:lnTo>
                      <a:pt x="152" y="20"/>
                    </a:lnTo>
                    <a:lnTo>
                      <a:pt x="146" y="22"/>
                    </a:lnTo>
                    <a:lnTo>
                      <a:pt x="138" y="26"/>
                    </a:lnTo>
                    <a:lnTo>
                      <a:pt x="132" y="30"/>
                    </a:lnTo>
                    <a:lnTo>
                      <a:pt x="126" y="33"/>
                    </a:lnTo>
                    <a:lnTo>
                      <a:pt x="119" y="38"/>
                    </a:lnTo>
                    <a:lnTo>
                      <a:pt x="113" y="43"/>
                    </a:lnTo>
                    <a:lnTo>
                      <a:pt x="107" y="47"/>
                    </a:lnTo>
                    <a:lnTo>
                      <a:pt x="101" y="52"/>
                    </a:lnTo>
                    <a:lnTo>
                      <a:pt x="94" y="57"/>
                    </a:lnTo>
                    <a:lnTo>
                      <a:pt x="88" y="61"/>
                    </a:lnTo>
                    <a:lnTo>
                      <a:pt x="83" y="67"/>
                    </a:lnTo>
                    <a:lnTo>
                      <a:pt x="77" y="72"/>
                    </a:lnTo>
                    <a:lnTo>
                      <a:pt x="72" y="79"/>
                    </a:lnTo>
                    <a:lnTo>
                      <a:pt x="66" y="84"/>
                    </a:lnTo>
                    <a:lnTo>
                      <a:pt x="61" y="90"/>
                    </a:lnTo>
                    <a:lnTo>
                      <a:pt x="57" y="96"/>
                    </a:lnTo>
                    <a:lnTo>
                      <a:pt x="51" y="103"/>
                    </a:lnTo>
                    <a:lnTo>
                      <a:pt x="46" y="110"/>
                    </a:lnTo>
                    <a:lnTo>
                      <a:pt x="41" y="118"/>
                    </a:lnTo>
                    <a:lnTo>
                      <a:pt x="36" y="126"/>
                    </a:lnTo>
                    <a:lnTo>
                      <a:pt x="31" y="134"/>
                    </a:lnTo>
                    <a:lnTo>
                      <a:pt x="27" y="141"/>
                    </a:lnTo>
                    <a:lnTo>
                      <a:pt x="23" y="150"/>
                    </a:lnTo>
                    <a:lnTo>
                      <a:pt x="18" y="160"/>
                    </a:lnTo>
                    <a:lnTo>
                      <a:pt x="15" y="169"/>
                    </a:lnTo>
                    <a:lnTo>
                      <a:pt x="12" y="177"/>
                    </a:lnTo>
                    <a:lnTo>
                      <a:pt x="9" y="186"/>
                    </a:lnTo>
                    <a:lnTo>
                      <a:pt x="6" y="196"/>
                    </a:lnTo>
                    <a:lnTo>
                      <a:pt x="4" y="207"/>
                    </a:lnTo>
                    <a:lnTo>
                      <a:pt x="3" y="216"/>
                    </a:lnTo>
                    <a:lnTo>
                      <a:pt x="1" y="227"/>
                    </a:lnTo>
                    <a:lnTo>
                      <a:pt x="0" y="239"/>
                    </a:lnTo>
                    <a:lnTo>
                      <a:pt x="0" y="250"/>
                    </a:lnTo>
                    <a:lnTo>
                      <a:pt x="0" y="260"/>
                    </a:lnTo>
                    <a:lnTo>
                      <a:pt x="0" y="270"/>
                    </a:lnTo>
                    <a:lnTo>
                      <a:pt x="0" y="278"/>
                    </a:lnTo>
                    <a:lnTo>
                      <a:pt x="1" y="286"/>
                    </a:lnTo>
                    <a:lnTo>
                      <a:pt x="3" y="294"/>
                    </a:lnTo>
                    <a:lnTo>
                      <a:pt x="4" y="302"/>
                    </a:lnTo>
                    <a:lnTo>
                      <a:pt x="6" y="310"/>
                    </a:lnTo>
                    <a:lnTo>
                      <a:pt x="9" y="320"/>
                    </a:lnTo>
                    <a:lnTo>
                      <a:pt x="7" y="310"/>
                    </a:lnTo>
                    <a:lnTo>
                      <a:pt x="7" y="302"/>
                    </a:lnTo>
                    <a:lnTo>
                      <a:pt x="7" y="295"/>
                    </a:lnTo>
                    <a:lnTo>
                      <a:pt x="9" y="289"/>
                    </a:lnTo>
                    <a:lnTo>
                      <a:pt x="10" y="282"/>
                    </a:lnTo>
                    <a:lnTo>
                      <a:pt x="13" y="276"/>
                    </a:lnTo>
                    <a:lnTo>
                      <a:pt x="16" y="271"/>
                    </a:lnTo>
                    <a:lnTo>
                      <a:pt x="21" y="264"/>
                    </a:lnTo>
                    <a:lnTo>
                      <a:pt x="25" y="260"/>
                    </a:lnTo>
                    <a:lnTo>
                      <a:pt x="29" y="258"/>
                    </a:lnTo>
                    <a:lnTo>
                      <a:pt x="33" y="255"/>
                    </a:lnTo>
                    <a:lnTo>
                      <a:pt x="39" y="252"/>
                    </a:lnTo>
                    <a:lnTo>
                      <a:pt x="45" y="251"/>
                    </a:lnTo>
                    <a:lnTo>
                      <a:pt x="50" y="250"/>
                    </a:lnTo>
                    <a:lnTo>
                      <a:pt x="55" y="250"/>
                    </a:lnTo>
                    <a:lnTo>
                      <a:pt x="60" y="251"/>
                    </a:lnTo>
                    <a:lnTo>
                      <a:pt x="66" y="252"/>
                    </a:lnTo>
                    <a:lnTo>
                      <a:pt x="72" y="255"/>
                    </a:lnTo>
                    <a:lnTo>
                      <a:pt x="75" y="258"/>
                    </a:lnTo>
                    <a:lnTo>
                      <a:pt x="81" y="260"/>
                    </a:lnTo>
                    <a:lnTo>
                      <a:pt x="85" y="266"/>
                    </a:lnTo>
                    <a:lnTo>
                      <a:pt x="89" y="271"/>
                    </a:lnTo>
                    <a:lnTo>
                      <a:pt x="93" y="278"/>
                    </a:lnTo>
                    <a:lnTo>
                      <a:pt x="96" y="285"/>
                    </a:lnTo>
                    <a:lnTo>
                      <a:pt x="94" y="276"/>
                    </a:lnTo>
                    <a:lnTo>
                      <a:pt x="92" y="268"/>
                    </a:lnTo>
                    <a:lnTo>
                      <a:pt x="89" y="259"/>
                    </a:lnTo>
                    <a:lnTo>
                      <a:pt x="87" y="248"/>
                    </a:lnTo>
                    <a:lnTo>
                      <a:pt x="86" y="239"/>
                    </a:lnTo>
                    <a:lnTo>
                      <a:pt x="84" y="229"/>
                    </a:lnTo>
                    <a:lnTo>
                      <a:pt x="83" y="220"/>
                    </a:lnTo>
                    <a:lnTo>
                      <a:pt x="82" y="211"/>
                    </a:lnTo>
                    <a:lnTo>
                      <a:pt x="81" y="200"/>
                    </a:lnTo>
                    <a:lnTo>
                      <a:pt x="81" y="189"/>
                    </a:lnTo>
                    <a:lnTo>
                      <a:pt x="81" y="178"/>
                    </a:lnTo>
                    <a:lnTo>
                      <a:pt x="81" y="166"/>
                    </a:lnTo>
                    <a:lnTo>
                      <a:pt x="82" y="155"/>
                    </a:lnTo>
                    <a:lnTo>
                      <a:pt x="83" y="147"/>
                    </a:lnTo>
                    <a:lnTo>
                      <a:pt x="84" y="138"/>
                    </a:lnTo>
                    <a:lnTo>
                      <a:pt x="85" y="129"/>
                    </a:lnTo>
                    <a:lnTo>
                      <a:pt x="87" y="119"/>
                    </a:lnTo>
                    <a:lnTo>
                      <a:pt x="90" y="111"/>
                    </a:lnTo>
                    <a:lnTo>
                      <a:pt x="92" y="103"/>
                    </a:lnTo>
                    <a:lnTo>
                      <a:pt x="93" y="96"/>
                    </a:lnTo>
                    <a:lnTo>
                      <a:pt x="96" y="91"/>
                    </a:lnTo>
                    <a:lnTo>
                      <a:pt x="99" y="86"/>
                    </a:lnTo>
                    <a:lnTo>
                      <a:pt x="102" y="77"/>
                    </a:lnTo>
                    <a:lnTo>
                      <a:pt x="105" y="69"/>
                    </a:lnTo>
                    <a:lnTo>
                      <a:pt x="109" y="63"/>
                    </a:lnTo>
                    <a:lnTo>
                      <a:pt x="113" y="57"/>
                    </a:lnTo>
                    <a:lnTo>
                      <a:pt x="117" y="52"/>
                    </a:lnTo>
                    <a:lnTo>
                      <a:pt x="123" y="45"/>
                    </a:lnTo>
                    <a:lnTo>
                      <a:pt x="127" y="40"/>
                    </a:lnTo>
                    <a:lnTo>
                      <a:pt x="132" y="34"/>
                    </a:lnTo>
                    <a:lnTo>
                      <a:pt x="138" y="30"/>
                    </a:lnTo>
                    <a:lnTo>
                      <a:pt x="144" y="26"/>
                    </a:lnTo>
                    <a:lnTo>
                      <a:pt x="150" y="22"/>
                    </a:lnTo>
                    <a:lnTo>
                      <a:pt x="154" y="21"/>
                    </a:lnTo>
                    <a:lnTo>
                      <a:pt x="151" y="25"/>
                    </a:lnTo>
                    <a:lnTo>
                      <a:pt x="149" y="30"/>
                    </a:lnTo>
                    <a:lnTo>
                      <a:pt x="147" y="38"/>
                    </a:lnTo>
                    <a:lnTo>
                      <a:pt x="147" y="47"/>
                    </a:lnTo>
                    <a:lnTo>
                      <a:pt x="146" y="53"/>
                    </a:lnTo>
                    <a:lnTo>
                      <a:pt x="146" y="63"/>
                    </a:lnTo>
                    <a:lnTo>
                      <a:pt x="146" y="71"/>
                    </a:lnTo>
                    <a:lnTo>
                      <a:pt x="146" y="77"/>
                    </a:lnTo>
                    <a:lnTo>
                      <a:pt x="147" y="87"/>
                    </a:lnTo>
                    <a:lnTo>
                      <a:pt x="147" y="98"/>
                    </a:lnTo>
                    <a:lnTo>
                      <a:pt x="149" y="107"/>
                    </a:lnTo>
                    <a:lnTo>
                      <a:pt x="150" y="116"/>
                    </a:lnTo>
                    <a:lnTo>
                      <a:pt x="152" y="129"/>
                    </a:lnTo>
                    <a:lnTo>
                      <a:pt x="154" y="139"/>
                    </a:lnTo>
                    <a:lnTo>
                      <a:pt x="156" y="151"/>
                    </a:lnTo>
                    <a:lnTo>
                      <a:pt x="159" y="162"/>
                    </a:lnTo>
                    <a:lnTo>
                      <a:pt x="161" y="172"/>
                    </a:lnTo>
                    <a:lnTo>
                      <a:pt x="163" y="181"/>
                    </a:lnTo>
                    <a:lnTo>
                      <a:pt x="165" y="190"/>
                    </a:lnTo>
                    <a:lnTo>
                      <a:pt x="168" y="200"/>
                    </a:lnTo>
                    <a:lnTo>
                      <a:pt x="171" y="209"/>
                    </a:lnTo>
                    <a:lnTo>
                      <a:pt x="174" y="220"/>
                    </a:lnTo>
                    <a:lnTo>
                      <a:pt x="176" y="229"/>
                    </a:lnTo>
                    <a:lnTo>
                      <a:pt x="178" y="237"/>
                    </a:lnTo>
                    <a:lnTo>
                      <a:pt x="181" y="248"/>
                    </a:lnTo>
                    <a:lnTo>
                      <a:pt x="180" y="240"/>
                    </a:lnTo>
                    <a:lnTo>
                      <a:pt x="179" y="231"/>
                    </a:lnTo>
                    <a:lnTo>
                      <a:pt x="180" y="223"/>
                    </a:lnTo>
                    <a:lnTo>
                      <a:pt x="180" y="216"/>
                    </a:lnTo>
                    <a:lnTo>
                      <a:pt x="183" y="209"/>
                    </a:lnTo>
                    <a:lnTo>
                      <a:pt x="186" y="203"/>
                    </a:lnTo>
                    <a:lnTo>
                      <a:pt x="189" y="196"/>
                    </a:lnTo>
                    <a:lnTo>
                      <a:pt x="193" y="190"/>
                    </a:lnTo>
                    <a:lnTo>
                      <a:pt x="198" y="186"/>
                    </a:lnTo>
                    <a:lnTo>
                      <a:pt x="204" y="182"/>
                    </a:lnTo>
                    <a:lnTo>
                      <a:pt x="210" y="178"/>
                    </a:lnTo>
                    <a:lnTo>
                      <a:pt x="217" y="178"/>
                    </a:lnTo>
                    <a:lnTo>
                      <a:pt x="223" y="177"/>
                    </a:lnTo>
                    <a:lnTo>
                      <a:pt x="230" y="177"/>
                    </a:lnTo>
                    <a:lnTo>
                      <a:pt x="236" y="178"/>
                    </a:lnTo>
                    <a:lnTo>
                      <a:pt x="243" y="181"/>
                    </a:lnTo>
                    <a:lnTo>
                      <a:pt x="247" y="184"/>
                    </a:lnTo>
                    <a:lnTo>
                      <a:pt x="252" y="188"/>
                    </a:lnTo>
                    <a:lnTo>
                      <a:pt x="256" y="193"/>
                    </a:lnTo>
                    <a:lnTo>
                      <a:pt x="261" y="198"/>
                    </a:lnTo>
                    <a:lnTo>
                      <a:pt x="267" y="212"/>
                    </a:lnTo>
                    <a:lnTo>
                      <a:pt x="262" y="198"/>
                    </a:lnTo>
                    <a:lnTo>
                      <a:pt x="259" y="190"/>
                    </a:lnTo>
                    <a:lnTo>
                      <a:pt x="257" y="184"/>
                    </a:lnTo>
                    <a:lnTo>
                      <a:pt x="255" y="176"/>
                    </a:lnTo>
                    <a:lnTo>
                      <a:pt x="252" y="168"/>
                    </a:lnTo>
                    <a:lnTo>
                      <a:pt x="248" y="158"/>
                    </a:lnTo>
                    <a:lnTo>
                      <a:pt x="244" y="149"/>
                    </a:lnTo>
                    <a:lnTo>
                      <a:pt x="241" y="139"/>
                    </a:lnTo>
                    <a:lnTo>
                      <a:pt x="238" y="131"/>
                    </a:lnTo>
                    <a:lnTo>
                      <a:pt x="234" y="123"/>
                    </a:lnTo>
                    <a:lnTo>
                      <a:pt x="231" y="115"/>
                    </a:lnTo>
                    <a:lnTo>
                      <a:pt x="227" y="106"/>
                    </a:lnTo>
                    <a:lnTo>
                      <a:pt x="222" y="98"/>
                    </a:lnTo>
                    <a:lnTo>
                      <a:pt x="219" y="90"/>
                    </a:lnTo>
                    <a:lnTo>
                      <a:pt x="215" y="83"/>
                    </a:lnTo>
                    <a:lnTo>
                      <a:pt x="211" y="75"/>
                    </a:lnTo>
                    <a:lnTo>
                      <a:pt x="207" y="68"/>
                    </a:lnTo>
                    <a:lnTo>
                      <a:pt x="204" y="61"/>
                    </a:lnTo>
                    <a:lnTo>
                      <a:pt x="201" y="55"/>
                    </a:lnTo>
                    <a:lnTo>
                      <a:pt x="196" y="49"/>
                    </a:lnTo>
                    <a:lnTo>
                      <a:pt x="192" y="44"/>
                    </a:lnTo>
                    <a:lnTo>
                      <a:pt x="188" y="37"/>
                    </a:lnTo>
                    <a:lnTo>
                      <a:pt x="184" y="32"/>
                    </a:lnTo>
                    <a:lnTo>
                      <a:pt x="180" y="28"/>
                    </a:lnTo>
                    <a:lnTo>
                      <a:pt x="175" y="24"/>
                    </a:lnTo>
                    <a:lnTo>
                      <a:pt x="170" y="20"/>
                    </a:lnTo>
                    <a:lnTo>
                      <a:pt x="165" y="18"/>
                    </a:lnTo>
                    <a:lnTo>
                      <a:pt x="161" y="17"/>
                    </a:lnTo>
                    <a:lnTo>
                      <a:pt x="169" y="14"/>
                    </a:lnTo>
                    <a:lnTo>
                      <a:pt x="176" y="13"/>
                    </a:lnTo>
                    <a:lnTo>
                      <a:pt x="183" y="12"/>
                    </a:lnTo>
                    <a:lnTo>
                      <a:pt x="190" y="12"/>
                    </a:lnTo>
                    <a:lnTo>
                      <a:pt x="198" y="12"/>
                    </a:lnTo>
                    <a:lnTo>
                      <a:pt x="205" y="12"/>
                    </a:lnTo>
                    <a:lnTo>
                      <a:pt x="211" y="13"/>
                    </a:lnTo>
                    <a:lnTo>
                      <a:pt x="217" y="14"/>
                    </a:lnTo>
                    <a:lnTo>
                      <a:pt x="224" y="17"/>
                    </a:lnTo>
                    <a:lnTo>
                      <a:pt x="231" y="20"/>
                    </a:lnTo>
                    <a:lnTo>
                      <a:pt x="238" y="24"/>
                    </a:lnTo>
                    <a:lnTo>
                      <a:pt x="245" y="26"/>
                    </a:lnTo>
                    <a:lnTo>
                      <a:pt x="251" y="30"/>
                    </a:lnTo>
                    <a:lnTo>
                      <a:pt x="256" y="33"/>
                    </a:lnTo>
                    <a:lnTo>
                      <a:pt x="261" y="37"/>
                    </a:lnTo>
                    <a:lnTo>
                      <a:pt x="267" y="43"/>
                    </a:lnTo>
                    <a:lnTo>
                      <a:pt x="273" y="47"/>
                    </a:lnTo>
                    <a:lnTo>
                      <a:pt x="278" y="52"/>
                    </a:lnTo>
                    <a:lnTo>
                      <a:pt x="284" y="57"/>
                    </a:lnTo>
                    <a:lnTo>
                      <a:pt x="289" y="63"/>
                    </a:lnTo>
                    <a:lnTo>
                      <a:pt x="294" y="68"/>
                    </a:lnTo>
                    <a:lnTo>
                      <a:pt x="298" y="73"/>
                    </a:lnTo>
                    <a:lnTo>
                      <a:pt x="303" y="80"/>
                    </a:lnTo>
                    <a:lnTo>
                      <a:pt x="308" y="87"/>
                    </a:lnTo>
                    <a:lnTo>
                      <a:pt x="312" y="92"/>
                    </a:lnTo>
                    <a:lnTo>
                      <a:pt x="315" y="99"/>
                    </a:lnTo>
                    <a:lnTo>
                      <a:pt x="320" y="106"/>
                    </a:lnTo>
                    <a:lnTo>
                      <a:pt x="324" y="112"/>
                    </a:lnTo>
                    <a:lnTo>
                      <a:pt x="327" y="119"/>
                    </a:lnTo>
                    <a:lnTo>
                      <a:pt x="331" y="126"/>
                    </a:lnTo>
                    <a:lnTo>
                      <a:pt x="335" y="134"/>
                    </a:lnTo>
                    <a:lnTo>
                      <a:pt x="338" y="141"/>
                    </a:lnTo>
                    <a:lnTo>
                      <a:pt x="341" y="149"/>
                    </a:lnTo>
                    <a:lnTo>
                      <a:pt x="345" y="157"/>
                    </a:lnTo>
                    <a:lnTo>
                      <a:pt x="348" y="165"/>
                    </a:lnTo>
                    <a:lnTo>
                      <a:pt x="351" y="176"/>
                    </a:lnTo>
                    <a:lnTo>
                      <a:pt x="350" y="164"/>
                    </a:lnTo>
                    <a:lnTo>
                      <a:pt x="350" y="157"/>
                    </a:lnTo>
                    <a:lnTo>
                      <a:pt x="350" y="149"/>
                    </a:lnTo>
                    <a:lnTo>
                      <a:pt x="351" y="142"/>
                    </a:lnTo>
                    <a:lnTo>
                      <a:pt x="354" y="135"/>
                    </a:lnTo>
                    <a:lnTo>
                      <a:pt x="356" y="130"/>
                    </a:lnTo>
                    <a:lnTo>
                      <a:pt x="360" y="125"/>
                    </a:lnTo>
                    <a:lnTo>
                      <a:pt x="364" y="119"/>
                    </a:lnTo>
                    <a:lnTo>
                      <a:pt x="369" y="114"/>
                    </a:lnTo>
                    <a:lnTo>
                      <a:pt x="374" y="111"/>
                    </a:lnTo>
                    <a:lnTo>
                      <a:pt x="378" y="108"/>
                    </a:lnTo>
                    <a:lnTo>
                      <a:pt x="383" y="106"/>
                    </a:lnTo>
                    <a:lnTo>
                      <a:pt x="388" y="104"/>
                    </a:lnTo>
                    <a:lnTo>
                      <a:pt x="393" y="103"/>
                    </a:lnTo>
                    <a:lnTo>
                      <a:pt x="398" y="103"/>
                    </a:lnTo>
                    <a:lnTo>
                      <a:pt x="402" y="104"/>
                    </a:lnTo>
                    <a:lnTo>
                      <a:pt x="407" y="106"/>
                    </a:lnTo>
                    <a:lnTo>
                      <a:pt x="412" y="108"/>
                    </a:lnTo>
                    <a:lnTo>
                      <a:pt x="417" y="111"/>
                    </a:lnTo>
                    <a:lnTo>
                      <a:pt x="422" y="114"/>
                    </a:lnTo>
                    <a:lnTo>
                      <a:pt x="426" y="119"/>
                    </a:lnTo>
                    <a:lnTo>
                      <a:pt x="430" y="125"/>
                    </a:lnTo>
                    <a:lnTo>
                      <a:pt x="434" y="130"/>
                    </a:lnTo>
                    <a:lnTo>
                      <a:pt x="438" y="137"/>
                    </a:lnTo>
                    <a:lnTo>
                      <a:pt x="435" y="129"/>
                    </a:lnTo>
                    <a:lnTo>
                      <a:pt x="432" y="123"/>
                    </a:lnTo>
                    <a:lnTo>
                      <a:pt x="430" y="116"/>
                    </a:lnTo>
                    <a:lnTo>
                      <a:pt x="427" y="110"/>
                    </a:lnTo>
                    <a:lnTo>
                      <a:pt x="423" y="103"/>
                    </a:lnTo>
                    <a:lnTo>
                      <a:pt x="420" y="95"/>
                    </a:lnTo>
                    <a:lnTo>
                      <a:pt x="415" y="88"/>
                    </a:lnTo>
                    <a:lnTo>
                      <a:pt x="411" y="83"/>
                    </a:lnTo>
                    <a:lnTo>
                      <a:pt x="407" y="76"/>
                    </a:lnTo>
                    <a:lnTo>
                      <a:pt x="402" y="69"/>
                    </a:lnTo>
                    <a:lnTo>
                      <a:pt x="396" y="64"/>
                    </a:lnTo>
                    <a:lnTo>
                      <a:pt x="392" y="59"/>
                    </a:lnTo>
                    <a:lnTo>
                      <a:pt x="387" y="53"/>
                    </a:lnTo>
                    <a:lnTo>
                      <a:pt x="381" y="48"/>
                    </a:lnTo>
                    <a:lnTo>
                      <a:pt x="375" y="43"/>
                    </a:lnTo>
                    <a:lnTo>
                      <a:pt x="369" y="38"/>
                    </a:lnTo>
                    <a:lnTo>
                      <a:pt x="362" y="33"/>
                    </a:lnTo>
                    <a:lnTo>
                      <a:pt x="356" y="29"/>
                    </a:lnTo>
                    <a:lnTo>
                      <a:pt x="350" y="26"/>
                    </a:lnTo>
                    <a:lnTo>
                      <a:pt x="343" y="22"/>
                    </a:lnTo>
                    <a:lnTo>
                      <a:pt x="337" y="20"/>
                    </a:lnTo>
                    <a:lnTo>
                      <a:pt x="330" y="16"/>
                    </a:lnTo>
                    <a:lnTo>
                      <a:pt x="324" y="13"/>
                    </a:lnTo>
                    <a:lnTo>
                      <a:pt x="317" y="10"/>
                    </a:lnTo>
                    <a:lnTo>
                      <a:pt x="310" y="9"/>
                    </a:lnTo>
                    <a:lnTo>
                      <a:pt x="304" y="6"/>
                    </a:lnTo>
                    <a:lnTo>
                      <a:pt x="297" y="5"/>
                    </a:lnTo>
                    <a:lnTo>
                      <a:pt x="291" y="4"/>
                    </a:lnTo>
                    <a:lnTo>
                      <a:pt x="285" y="2"/>
                    </a:lnTo>
                    <a:lnTo>
                      <a:pt x="279" y="1"/>
                    </a:lnTo>
                    <a:lnTo>
                      <a:pt x="270" y="0"/>
                    </a:lnTo>
                    <a:lnTo>
                      <a:pt x="263" y="0"/>
                    </a:lnTo>
                    <a:lnTo>
                      <a:pt x="256" y="0"/>
                    </a:lnTo>
                    <a:lnTo>
                      <a:pt x="249" y="0"/>
                    </a:lnTo>
                    <a:lnTo>
                      <a:pt x="240" y="0"/>
                    </a:lnTo>
                    <a:lnTo>
                      <a:pt x="232" y="0"/>
                    </a:lnTo>
                    <a:lnTo>
                      <a:pt x="225" y="0"/>
                    </a:lnTo>
                    <a:lnTo>
                      <a:pt x="217" y="1"/>
                    </a:lnTo>
                    <a:lnTo>
                      <a:pt x="209" y="2"/>
                    </a:lnTo>
                    <a:lnTo>
                      <a:pt x="203" y="4"/>
                    </a:lnTo>
                    <a:lnTo>
                      <a:pt x="196" y="5"/>
                    </a:lnTo>
                    <a:lnTo>
                      <a:pt x="189" y="8"/>
                    </a:lnTo>
                    <a:lnTo>
                      <a:pt x="180" y="9"/>
                    </a:lnTo>
                    <a:lnTo>
                      <a:pt x="172" y="12"/>
                    </a:lnTo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1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</p:grpSp>
      <p:sp>
        <p:nvSpPr>
          <p:cNvPr id="48" name="Google Shape;48;p1"/>
          <p:cNvSpPr txBox="1"/>
          <p:nvPr/>
        </p:nvSpPr>
        <p:spPr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endParaRPr/>
          </a:p>
        </p:txBody>
      </p:sp>
      <p:sp>
        <p:nvSpPr>
          <p:cNvPr id="49" name="Google Shape;49;p1"/>
          <p:cNvSpPr txBox="1"/>
          <p:nvPr/>
        </p:nvSpPr>
        <p:spPr>
          <a:xfrm>
            <a:off x="4481512" y="6613525"/>
            <a:ext cx="4445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</a:t>
            </a:r>
            <a:fld id="{00000000-1234-1234-1234-123412341234}" type="slidenum"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50" name="Google Shape;50;p1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1" name="Google Shape;51;p1"/>
          <p:cNvSpPr txBox="1"/>
          <p:nvPr/>
        </p:nvSpPr>
        <p:spPr>
          <a:xfrm>
            <a:off x="0" y="6613525"/>
            <a:ext cx="1843087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879CA9"/>
            </a:gs>
          </a:gsLst>
          <a:lin ang="5400000" scaled="0"/>
        </a:gra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/>
          <p:nvPr/>
        </p:nvSpPr>
        <p:spPr>
          <a:xfrm>
            <a:off x="690562" y="3340100"/>
            <a:ext cx="7653337" cy="485775"/>
          </a:xfrm>
          <a:custGeom>
            <a:rect b="b" l="l" r="r" t="t"/>
            <a:pathLst>
              <a:path extrusionOk="0" h="479" w="4128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2"/>
          <p:cNvSpPr/>
          <p:nvPr/>
        </p:nvSpPr>
        <p:spPr>
          <a:xfrm>
            <a:off x="1524000" y="1397000"/>
            <a:ext cx="6096000" cy="406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2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8615" lvl="1" marL="91440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2575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9" name="Google Shape;109;p12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0" name="Google Shape;110;p1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1" name="Google Shape;111;p1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2" name="Google Shape;112;p1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Banking Example</a:t>
            </a:r>
            <a:endParaRPr/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1066800" y="1524000"/>
            <a:ext cx="70294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 (branch-name, branch-city, assets)</a:t>
            </a:r>
            <a:b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(customer-name, customer-street, customer-only)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1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(account-number, branch-name, balance)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1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(loan-number, branch-name, amount)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1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(customer-name, account-number)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1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(customer-name, loan-number)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Queries</a:t>
            </a:r>
            <a:endParaRPr/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600075" y="1447800"/>
            <a:ext cx="79121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loans of over $1200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22300" y="3162300"/>
            <a:ext cx="776128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loan number for each loan of an amount greater than                     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$1200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2092325" y="2003425"/>
            <a:ext cx="2724150" cy="731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</a:t>
            </a:r>
            <a: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baseline="-2500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1200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2019300" y="4073525"/>
            <a:ext cx="4649787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∏</a:t>
            </a:r>
            <a: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loan-number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(σ</a:t>
            </a:r>
            <a: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baseline="-2500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1200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Banking Example</a:t>
            </a:r>
            <a:endParaRPr/>
          </a:p>
        </p:txBody>
      </p:sp>
      <p:sp>
        <p:nvSpPr>
          <p:cNvPr id="139" name="Google Shape;139;p16"/>
          <p:cNvSpPr txBox="1"/>
          <p:nvPr>
            <p:ph idx="1" type="body"/>
          </p:nvPr>
        </p:nvSpPr>
        <p:spPr>
          <a:xfrm>
            <a:off x="1066800" y="1524000"/>
            <a:ext cx="70294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 (branch-name, branch-city, assets)</a:t>
            </a:r>
            <a:b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(customer-name, customer-street, customer-only)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1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(account-number, branch-name, balance)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1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(loan-number, branch-name, amount)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1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(customer-name, account-number)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1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(customer-name, loan-number)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Queries</a:t>
            </a:r>
            <a:endParaRPr/>
          </a:p>
        </p:txBody>
      </p:sp>
      <p:sp>
        <p:nvSpPr>
          <p:cNvPr id="145" name="Google Shape;145;p17"/>
          <p:cNvSpPr txBox="1"/>
          <p:nvPr>
            <p:ph idx="1" type="body"/>
          </p:nvPr>
        </p:nvSpPr>
        <p:spPr>
          <a:xfrm>
            <a:off x="760412" y="1520825"/>
            <a:ext cx="78486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customers who have a loan, an account, or both, from the bank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79462" y="3175000"/>
            <a:ext cx="7500937" cy="808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customers who have a loan and an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account at bank.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400175" y="2395537"/>
            <a:ext cx="6724650" cy="671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∏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customer-name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∪ ∏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customer-name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1387475" y="4148137"/>
            <a:ext cx="6724650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∏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customer-name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∩ ∏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customer-name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Banking Example</a:t>
            </a:r>
            <a:endParaRPr/>
          </a:p>
        </p:txBody>
      </p:sp>
      <p:sp>
        <p:nvSpPr>
          <p:cNvPr id="154" name="Google Shape;154;p18"/>
          <p:cNvSpPr txBox="1"/>
          <p:nvPr>
            <p:ph idx="1" type="body"/>
          </p:nvPr>
        </p:nvSpPr>
        <p:spPr>
          <a:xfrm>
            <a:off x="1066800" y="1524000"/>
            <a:ext cx="70294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 (branch-name, branch-city, assets)</a:t>
            </a:r>
            <a:b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(customer-name, customer-street, customer-only)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1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(account-number, branch-name, balance)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1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(loan-number, branch-name, amount)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1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(customer-name, account-number)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1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(customer-name, loan-number)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Queries</a:t>
            </a:r>
            <a:endParaRPr/>
          </a:p>
        </p:txBody>
      </p:sp>
      <p:sp>
        <p:nvSpPr>
          <p:cNvPr id="160" name="Google Shape;160;p19"/>
          <p:cNvSpPr txBox="1"/>
          <p:nvPr>
            <p:ph idx="1" type="body"/>
          </p:nvPr>
        </p:nvSpPr>
        <p:spPr>
          <a:xfrm>
            <a:off x="393700" y="1114425"/>
            <a:ext cx="8561387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customers who have a loan at the Perryridge branch.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425450" y="3200400"/>
            <a:ext cx="8350250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Find the names of all customers who have a loan at the </a:t>
            </a: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Perryridge branch but do not have an account at any branch of   </a:t>
            </a: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the bank.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522287" y="4225925"/>
            <a:ext cx="8469312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∏</a:t>
            </a:r>
            <a: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customer-name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</a:t>
            </a:r>
            <a: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branch-name = “Perryridge”</a:t>
            </a:r>
            <a:endParaRPr b="0" i="0" sz="2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(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</a:t>
            </a:r>
            <a: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borrower.loan-number = loan.loan-number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x loan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)))  –           </a:t>
            </a: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∏</a:t>
            </a:r>
            <a: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customer-name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768350" y="1927225"/>
            <a:ext cx="786130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∏</a:t>
            </a:r>
            <a: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customer-name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</a:t>
            </a:r>
            <a: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branch-name=“Perryridge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(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</a:t>
            </a:r>
            <a: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borrower.loan-number = loan.loan-number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x loan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Queries</a:t>
            </a:r>
            <a:endParaRPr/>
          </a:p>
        </p:txBody>
      </p:sp>
      <p:sp>
        <p:nvSpPr>
          <p:cNvPr id="169" name="Google Shape;169;p20"/>
          <p:cNvSpPr txBox="1"/>
          <p:nvPr>
            <p:ph idx="1" type="body"/>
          </p:nvPr>
        </p:nvSpPr>
        <p:spPr>
          <a:xfrm>
            <a:off x="165100" y="1101725"/>
            <a:ext cx="87757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customers who have a loan at the Perryridge branch.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566737" y="3868737"/>
            <a:ext cx="7858125" cy="1530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−	Query 2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∏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customer-name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(σ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loan.loan-number = borrower.loan-number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b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(σ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branch-name = “Perryridge”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(loan)) x  borrower))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603250" y="1841500"/>
            <a:ext cx="8077200" cy="1433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0015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Noto Sans Symbols"/>
              <a:buChar char="−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 1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∏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customer-name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(σ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branch-name = “Perryridge”</a:t>
            </a:r>
            <a:r>
              <a:rPr b="0" i="0" lang="en-US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b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σ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borrower.loan-number = loan.loan-number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(borrower x loan)))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Queries</a:t>
            </a:r>
            <a:endParaRPr/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571500" y="1114425"/>
            <a:ext cx="7848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largest account balance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Rename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 as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query is: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1084262" y="2481262"/>
            <a:ext cx="7331075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∏</a:t>
            </a:r>
            <a: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(account) 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∏</a:t>
            </a:r>
            <a: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account.balance</a:t>
            </a:r>
            <a:endParaRPr b="0" i="0" sz="2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(σ</a:t>
            </a:r>
            <a: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account.balance &lt; d.balance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x </a:t>
            </a:r>
            <a:r>
              <a:rPr b="0" i="1" lang="en-US" sz="24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ρ</a:t>
            </a:r>
            <a:r>
              <a:rPr b="0" baseline="-25000" i="1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(account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Queries</a:t>
            </a:r>
            <a:endParaRPr/>
          </a:p>
        </p:txBody>
      </p:sp>
      <p:sp>
        <p:nvSpPr>
          <p:cNvPr id="184" name="Google Shape;184;p22"/>
          <p:cNvSpPr txBox="1"/>
          <p:nvPr>
            <p:ph idx="1" type="body"/>
          </p:nvPr>
        </p:nvSpPr>
        <p:spPr>
          <a:xfrm>
            <a:off x="571500" y="1114425"/>
            <a:ext cx="7848600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customers who have an account from at least the “Downtown” and the Uptown” branches.</a:t>
            </a:r>
            <a:endParaRPr/>
          </a:p>
        </p:txBody>
      </p:sp>
      <p:grpSp>
        <p:nvGrpSpPr>
          <p:cNvPr id="185" name="Google Shape;185;p22"/>
          <p:cNvGrpSpPr/>
          <p:nvPr/>
        </p:nvGrpSpPr>
        <p:grpSpPr>
          <a:xfrm>
            <a:off x="974725" y="1892300"/>
            <a:ext cx="7397750" cy="2333625"/>
            <a:chOff x="614" y="1192"/>
            <a:chExt cx="4660" cy="1470"/>
          </a:xfrm>
        </p:grpSpPr>
        <p:sp>
          <p:nvSpPr>
            <p:cNvPr id="186" name="Google Shape;186;p22"/>
            <p:cNvSpPr txBox="1"/>
            <p:nvPr/>
          </p:nvSpPr>
          <p:spPr>
            <a:xfrm>
              <a:off x="727" y="2188"/>
              <a:ext cx="4547" cy="4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1" marL="45720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where </a:t>
              </a:r>
              <a:r>
                <a:rPr b="0" i="1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CN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denotes customer-name and </a:t>
              </a:r>
              <a:r>
                <a:rPr b="0" i="1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BN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denotes </a:t>
              </a:r>
              <a:br>
                <a:rPr b="0" i="0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</a:br>
              <a:r>
                <a:rPr b="0" i="1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branch-name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/>
            </a:p>
          </p:txBody>
        </p:sp>
        <p:grpSp>
          <p:nvGrpSpPr>
            <p:cNvPr id="187" name="Google Shape;187;p22"/>
            <p:cNvGrpSpPr/>
            <p:nvPr/>
          </p:nvGrpSpPr>
          <p:grpSpPr>
            <a:xfrm>
              <a:off x="614" y="1192"/>
              <a:ext cx="4214" cy="885"/>
              <a:chOff x="670" y="1184"/>
              <a:chExt cx="4214" cy="885"/>
            </a:xfrm>
          </p:grpSpPr>
          <p:sp>
            <p:nvSpPr>
              <p:cNvPr id="188" name="Google Shape;188;p22"/>
              <p:cNvSpPr/>
              <p:nvPr/>
            </p:nvSpPr>
            <p:spPr>
              <a:xfrm flipH="1" rot="5400000">
                <a:off x="3252" y="1572"/>
                <a:ext cx="96" cy="96"/>
              </a:xfrm>
              <a:prstGeom prst="flowChartCollat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1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89" name="Google Shape;189;p22"/>
              <p:cNvSpPr/>
              <p:nvPr/>
            </p:nvSpPr>
            <p:spPr>
              <a:xfrm flipH="1" rot="5400000">
                <a:off x="3403" y="1900"/>
                <a:ext cx="96" cy="96"/>
              </a:xfrm>
              <a:prstGeom prst="flowChartCollat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22"/>
              <p:cNvSpPr txBox="1"/>
              <p:nvPr/>
            </p:nvSpPr>
            <p:spPr>
              <a:xfrm flipH="1" rot="10800000">
                <a:off x="3424" y="1924"/>
                <a:ext cx="48" cy="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Helvetica Neu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 </a:t>
                </a:r>
                <a:endParaRPr/>
              </a:p>
            </p:txBody>
          </p:sp>
          <p:sp>
            <p:nvSpPr>
              <p:cNvPr id="191" name="Google Shape;191;p22"/>
              <p:cNvSpPr txBox="1"/>
              <p:nvPr/>
            </p:nvSpPr>
            <p:spPr>
              <a:xfrm>
                <a:off x="670" y="1184"/>
                <a:ext cx="4214" cy="8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1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Helvetica Neue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Query 1</a:t>
                </a:r>
                <a:endParaRPr/>
              </a:p>
              <a:p>
                <a:pPr indent="0" lvl="2" marL="914400" marR="0" rtl="0" algn="l">
                  <a:lnSpc>
                    <a:spcPct val="120000"/>
                  </a:lnSpc>
                  <a:spcBef>
                    <a:spcPts val="77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Helvetica Neue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∏</a:t>
                </a:r>
                <a:r>
                  <a:rPr b="0" baseline="-25000" i="0" lang="en-US" sz="22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CN</a:t>
                </a: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(</a:t>
                </a:r>
                <a:r>
                  <a:rPr b="0" i="0" lang="en-US" sz="22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σ</a:t>
                </a:r>
                <a:r>
                  <a:rPr b="0" baseline="-25000" i="1" lang="en-US" sz="21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BN</a:t>
                </a:r>
                <a:r>
                  <a:rPr b="0" baseline="-25000" i="0" lang="en-US" sz="21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=“Downtown</a:t>
                </a:r>
                <a:r>
                  <a:rPr b="0" baseline="-2500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”</a:t>
                </a: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(</a:t>
                </a:r>
                <a:r>
                  <a:rPr b="0" i="1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depositor</a:t>
                </a: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    </a:t>
                </a:r>
                <a:r>
                  <a:rPr b="0" i="1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account</a:t>
                </a: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)) ∩</a:t>
                </a:r>
                <a:endParaRPr/>
              </a:p>
              <a:p>
                <a:pPr indent="0" lvl="2" marL="914400" marR="0" rtl="0" algn="l">
                  <a:lnSpc>
                    <a:spcPct val="120000"/>
                  </a:lnSpc>
                  <a:spcBef>
                    <a:spcPts val="77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Helvetica Neue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        ∏</a:t>
                </a:r>
                <a:r>
                  <a:rPr b="0" baseline="-25000" i="1" lang="en-US" sz="21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CN</a:t>
                </a: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(</a:t>
                </a:r>
                <a:r>
                  <a:rPr b="0" i="0" lang="en-US" sz="22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σ</a:t>
                </a:r>
                <a:r>
                  <a:rPr b="0" baseline="-25000" i="1" lang="en-US" sz="21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BN</a:t>
                </a:r>
                <a:r>
                  <a:rPr b="0" baseline="-25000" i="0" lang="en-US" sz="21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=“Uptown</a:t>
                </a:r>
                <a:r>
                  <a:rPr b="0" baseline="-2500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”</a:t>
                </a: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(</a:t>
                </a:r>
                <a:r>
                  <a:rPr b="0" i="1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depositor</a:t>
                </a: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    </a:t>
                </a:r>
                <a:r>
                  <a:rPr b="0" i="1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account</a:t>
                </a:r>
                <a:r>
                  <a:rPr b="0" i="0" lang="en-US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))</a:t>
                </a:r>
                <a:endParaRPr/>
              </a:p>
            </p:txBody>
          </p:sp>
        </p:grpSp>
      </p:grpSp>
      <p:grpSp>
        <p:nvGrpSpPr>
          <p:cNvPr id="192" name="Google Shape;192;p22"/>
          <p:cNvGrpSpPr/>
          <p:nvPr/>
        </p:nvGrpSpPr>
        <p:grpSpPr>
          <a:xfrm>
            <a:off x="898525" y="4413250"/>
            <a:ext cx="7054850" cy="1179512"/>
            <a:chOff x="566" y="2780"/>
            <a:chExt cx="4444" cy="743"/>
          </a:xfrm>
        </p:grpSpPr>
        <p:sp>
          <p:nvSpPr>
            <p:cNvPr id="193" name="Google Shape;193;p22"/>
            <p:cNvSpPr/>
            <p:nvPr/>
          </p:nvSpPr>
          <p:spPr>
            <a:xfrm flipH="1" rot="5400000">
              <a:off x="3655" y="3142"/>
              <a:ext cx="96" cy="96"/>
            </a:xfrm>
            <a:prstGeom prst="flowChartCollat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4" name="Google Shape;194;p22"/>
            <p:cNvSpPr txBox="1"/>
            <p:nvPr/>
          </p:nvSpPr>
          <p:spPr>
            <a:xfrm>
              <a:off x="566" y="2780"/>
              <a:ext cx="4444" cy="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1" marL="45720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Query 2</a:t>
              </a:r>
              <a:endParaRPr/>
            </a:p>
            <a:p>
              <a:pPr indent="0" lvl="1" marL="457200" marR="0" rtl="0" algn="l">
                <a:lnSpc>
                  <a:spcPct val="12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	∏</a:t>
              </a:r>
              <a:r>
                <a:rPr b="0" baseline="-25000" i="1" lang="en-US" sz="23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customer-name, branch-name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(</a:t>
              </a:r>
              <a:r>
                <a:rPr b="0" i="1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depositor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    </a:t>
              </a:r>
              <a:r>
                <a:rPr b="0" i="1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account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)</a:t>
              </a:r>
              <a:br>
                <a:rPr b="0" i="0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</a:br>
              <a:r>
                <a:rPr b="0" i="0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	        ÷ </a:t>
              </a:r>
              <a:r>
                <a:rPr b="0" i="1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ρ</a:t>
              </a:r>
              <a:r>
                <a:rPr b="0" baseline="-25000" i="1" lang="en-US" sz="2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temp(branch-name</a:t>
              </a:r>
              <a:r>
                <a:rPr b="0" baseline="-25000" i="1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) </a:t>
              </a:r>
              <a:r>
                <a:rPr b="0" i="1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({(“Downtown”), (“Uptown”)})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idx="1" type="body"/>
          </p:nvPr>
        </p:nvSpPr>
        <p:spPr>
          <a:xfrm>
            <a:off x="635000" y="1112837"/>
            <a:ext cx="7848600" cy="10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customers who have an account at all branches located in Brooklyn city.</a:t>
            </a:r>
            <a:endParaRPr/>
          </a:p>
        </p:txBody>
      </p:sp>
      <p:sp>
        <p:nvSpPr>
          <p:cNvPr id="200" name="Google Shape;200;p23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Queries</a:t>
            </a:r>
            <a:endParaRPr/>
          </a:p>
        </p:txBody>
      </p:sp>
      <p:grpSp>
        <p:nvGrpSpPr>
          <p:cNvPr id="201" name="Google Shape;201;p23"/>
          <p:cNvGrpSpPr/>
          <p:nvPr/>
        </p:nvGrpSpPr>
        <p:grpSpPr>
          <a:xfrm>
            <a:off x="784225" y="2103437"/>
            <a:ext cx="7486650" cy="968375"/>
            <a:chOff x="494" y="1325"/>
            <a:chExt cx="4716" cy="610"/>
          </a:xfrm>
        </p:grpSpPr>
        <p:sp>
          <p:nvSpPr>
            <p:cNvPr id="202" name="Google Shape;202;p23"/>
            <p:cNvSpPr/>
            <p:nvPr/>
          </p:nvSpPr>
          <p:spPr>
            <a:xfrm rot="-5400000">
              <a:off x="3938" y="1463"/>
              <a:ext cx="94" cy="110"/>
            </a:xfrm>
            <a:prstGeom prst="flowChartCollat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3" name="Google Shape;203;p23"/>
            <p:cNvSpPr txBox="1"/>
            <p:nvPr/>
          </p:nvSpPr>
          <p:spPr>
            <a:xfrm>
              <a:off x="494" y="1325"/>
              <a:ext cx="4716" cy="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	</a:t>
              </a:r>
              <a:r>
                <a:rPr b="0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∏</a:t>
              </a:r>
              <a:r>
                <a:rPr b="0" baseline="-25000" i="1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customer-name, branch-name</a:t>
              </a:r>
              <a:r>
                <a:rPr b="0" baseline="-25000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b="0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(</a:t>
              </a:r>
              <a:r>
                <a:rPr b="0" i="1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depositor</a:t>
              </a:r>
              <a:r>
                <a:rPr b="0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    </a:t>
              </a:r>
              <a:r>
                <a:rPr b="0" i="1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account</a:t>
              </a:r>
              <a:r>
                <a:rPr b="0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)</a:t>
              </a:r>
              <a:br>
                <a:rPr b="0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</a:br>
              <a:r>
                <a:rPr b="0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	÷ ∏</a:t>
              </a:r>
              <a:r>
                <a:rPr b="0" baseline="-25000" i="1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branch-name </a:t>
              </a:r>
              <a:r>
                <a:rPr b="0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(σ</a:t>
              </a:r>
              <a:r>
                <a:rPr b="0" baseline="-25000" i="1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branch-city</a:t>
              </a:r>
              <a:r>
                <a:rPr b="0" baseline="-25000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= “Brooklyn” </a:t>
              </a:r>
              <a:r>
                <a:rPr b="0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(</a:t>
              </a:r>
              <a:r>
                <a:rPr b="0" i="1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branch</a:t>
              </a:r>
              <a:r>
                <a:rPr b="0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))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Banking Example</a:t>
            </a:r>
            <a:endParaRPr/>
          </a:p>
        </p:txBody>
      </p:sp>
      <p:sp>
        <p:nvSpPr>
          <p:cNvPr id="209" name="Google Shape;209;p24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 (branch-name, branch-city, assets)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(customer-name, customer-street, customer-city)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(account-number, branch-name, balance)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(loan-number, branch-name, amount)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(customer-name, account-number)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(customer-name, loan-number)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type="title"/>
          </p:nvPr>
        </p:nvSpPr>
        <p:spPr>
          <a:xfrm>
            <a:off x="1066800" y="0"/>
            <a:ext cx="80772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of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 </a:t>
            </a:r>
            <a:r>
              <a:rPr b="1" baseline="-25000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branch-name = </a:t>
            </a:r>
            <a:r>
              <a:rPr b="1" baseline="-25000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“Perryridge”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pic>
        <p:nvPicPr>
          <p:cNvPr id="215" name="Google Shape;215;p25"/>
          <p:cNvPicPr preferRelativeResize="0"/>
          <p:nvPr/>
        </p:nvPicPr>
        <p:blipFill rotWithShape="1">
          <a:blip r:embed="rId3">
            <a:alphaModFix/>
          </a:blip>
          <a:srcRect b="33267" l="1385" r="2574" t="34586"/>
          <a:stretch/>
        </p:blipFill>
        <p:spPr>
          <a:xfrm>
            <a:off x="727075" y="1717675"/>
            <a:ext cx="7829550" cy="196532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552450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Number and the Amount of the Loan</a:t>
            </a:r>
            <a:endParaRPr/>
          </a:p>
        </p:txBody>
      </p:sp>
      <p:pic>
        <p:nvPicPr>
          <p:cNvPr id="221" name="Google Shape;221;p26"/>
          <p:cNvPicPr preferRelativeResize="0"/>
          <p:nvPr/>
        </p:nvPicPr>
        <p:blipFill rotWithShape="1">
          <a:blip r:embed="rId3">
            <a:alphaModFix/>
          </a:blip>
          <a:srcRect b="2688" l="12701" r="13507" t="2688"/>
          <a:stretch/>
        </p:blipFill>
        <p:spPr>
          <a:xfrm>
            <a:off x="2298700" y="1143000"/>
            <a:ext cx="4648200" cy="44704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590550" y="454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Names of All Customers Who Have Either a Loan or an Account</a:t>
            </a:r>
            <a:endParaRPr/>
          </a:p>
        </p:txBody>
      </p:sp>
      <p:pic>
        <p:nvPicPr>
          <p:cNvPr id="227" name="Google Shape;227;p27"/>
          <p:cNvPicPr preferRelativeResize="0"/>
          <p:nvPr/>
        </p:nvPicPr>
        <p:blipFill rotWithShape="1">
          <a:blip r:embed="rId3">
            <a:alphaModFix/>
          </a:blip>
          <a:srcRect b="1541" l="29864" r="30636" t="2055"/>
          <a:stretch/>
        </p:blipFill>
        <p:spPr>
          <a:xfrm>
            <a:off x="3479800" y="1520825"/>
            <a:ext cx="2284412" cy="418147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type="title"/>
          </p:nvPr>
        </p:nvSpPr>
        <p:spPr>
          <a:xfrm>
            <a:off x="387350" y="0"/>
            <a:ext cx="8394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Customers With An Account But No Loan</a:t>
            </a:r>
            <a:endParaRPr/>
          </a:p>
        </p:txBody>
      </p:sp>
      <p:pic>
        <p:nvPicPr>
          <p:cNvPr id="233" name="Google Shape;233;p28"/>
          <p:cNvPicPr preferRelativeResize="0"/>
          <p:nvPr/>
        </p:nvPicPr>
        <p:blipFill rotWithShape="1">
          <a:blip r:embed="rId3">
            <a:alphaModFix/>
          </a:blip>
          <a:srcRect b="5922" l="3910" r="5864" t="7345"/>
          <a:stretch/>
        </p:blipFill>
        <p:spPr>
          <a:xfrm>
            <a:off x="2362200" y="1539875"/>
            <a:ext cx="4452937" cy="320992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of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×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endParaRPr/>
          </a:p>
        </p:txBody>
      </p:sp>
      <p:pic>
        <p:nvPicPr>
          <p:cNvPr id="239" name="Google Shape;239;p29"/>
          <p:cNvPicPr preferRelativeResize="0"/>
          <p:nvPr/>
        </p:nvPicPr>
        <p:blipFill rotWithShape="1">
          <a:blip r:embed="rId3">
            <a:alphaModFix/>
          </a:blip>
          <a:srcRect b="717" l="25540" r="25360" t="718"/>
          <a:stretch/>
        </p:blipFill>
        <p:spPr>
          <a:xfrm>
            <a:off x="2552700" y="919162"/>
            <a:ext cx="3733800" cy="5621337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/>
          <p:nvPr>
            <p:ph type="title"/>
          </p:nvPr>
        </p:nvSpPr>
        <p:spPr>
          <a:xfrm>
            <a:off x="552450" y="639762"/>
            <a:ext cx="8591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of </a:t>
            </a:r>
            <a:r>
              <a:rPr b="1" i="1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</a:t>
            </a:r>
            <a:r>
              <a:rPr b="1" baseline="-25000" i="1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branch-name = </a:t>
            </a:r>
            <a:r>
              <a:rPr b="1" baseline="-25000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“Perryridge” </a:t>
            </a: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×</a:t>
            </a:r>
            <a:r>
              <a:rPr b="1" i="1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loan)</a:t>
            </a:r>
            <a:endParaRPr/>
          </a:p>
        </p:txBody>
      </p:sp>
      <p:pic>
        <p:nvPicPr>
          <p:cNvPr id="245" name="Google Shape;245;p30"/>
          <p:cNvPicPr preferRelativeResize="0"/>
          <p:nvPr/>
        </p:nvPicPr>
        <p:blipFill rotWithShape="1">
          <a:blip r:embed="rId3">
            <a:alphaModFix/>
          </a:blip>
          <a:srcRect b="4786" l="798" r="1196" t="4786"/>
          <a:stretch/>
        </p:blipFill>
        <p:spPr>
          <a:xfrm>
            <a:off x="1296987" y="1731962"/>
            <a:ext cx="6240462" cy="43180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type="title"/>
          </p:nvPr>
        </p:nvSpPr>
        <p:spPr>
          <a:xfrm>
            <a:off x="704850" y="0"/>
            <a:ext cx="80772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of Π</a:t>
            </a:r>
            <a:r>
              <a:rPr b="1" baseline="-25000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customer-name</a:t>
            </a:r>
            <a:endParaRPr/>
          </a:p>
        </p:txBody>
      </p:sp>
      <p:pic>
        <p:nvPicPr>
          <p:cNvPr id="251" name="Google Shape;251;p31"/>
          <p:cNvPicPr preferRelativeResize="0"/>
          <p:nvPr/>
        </p:nvPicPr>
        <p:blipFill rotWithShape="1">
          <a:blip r:embed="rId3">
            <a:alphaModFix/>
          </a:blip>
          <a:srcRect b="14814" l="2990" r="6410" t="15383"/>
          <a:stretch/>
        </p:blipFill>
        <p:spPr>
          <a:xfrm>
            <a:off x="2578100" y="1998662"/>
            <a:ext cx="4191000" cy="2420937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of the Subexpression</a:t>
            </a:r>
            <a:endParaRPr/>
          </a:p>
        </p:txBody>
      </p:sp>
      <p:pic>
        <p:nvPicPr>
          <p:cNvPr id="257" name="Google Shape;257;p32"/>
          <p:cNvPicPr preferRelativeResize="0"/>
          <p:nvPr/>
        </p:nvPicPr>
        <p:blipFill rotWithShape="1">
          <a:blip r:embed="rId3">
            <a:alphaModFix/>
          </a:blip>
          <a:srcRect b="3636" l="29319" r="30172" t="2046"/>
          <a:stretch/>
        </p:blipFill>
        <p:spPr>
          <a:xfrm>
            <a:off x="3416300" y="1485900"/>
            <a:ext cx="1978025" cy="34544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Largest Account Balance in the Bank</a:t>
            </a:r>
            <a:endParaRPr/>
          </a:p>
        </p:txBody>
      </p:sp>
      <p:pic>
        <p:nvPicPr>
          <p:cNvPr id="263" name="Google Shape;263;p33"/>
          <p:cNvPicPr preferRelativeResize="0"/>
          <p:nvPr/>
        </p:nvPicPr>
        <p:blipFill rotWithShape="1">
          <a:blip r:embed="rId3">
            <a:alphaModFix/>
          </a:blip>
          <a:srcRect b="23593" l="19703" r="21913" t="22786"/>
          <a:stretch/>
        </p:blipFill>
        <p:spPr>
          <a:xfrm>
            <a:off x="3289300" y="1924050"/>
            <a:ext cx="2646362" cy="182245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/>
          <p:nvPr>
            <p:ph type="title"/>
          </p:nvPr>
        </p:nvSpPr>
        <p:spPr>
          <a:xfrm>
            <a:off x="795337" y="358775"/>
            <a:ext cx="8077200" cy="827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Customers Who Live on the Same Street and In the Same City as Smith</a:t>
            </a:r>
            <a:endParaRPr/>
          </a:p>
        </p:txBody>
      </p:sp>
      <p:pic>
        <p:nvPicPr>
          <p:cNvPr id="269" name="Google Shape;269;p34"/>
          <p:cNvPicPr preferRelativeResize="0"/>
          <p:nvPr/>
        </p:nvPicPr>
        <p:blipFill rotWithShape="1">
          <a:blip r:embed="rId3">
            <a:alphaModFix/>
          </a:blip>
          <a:srcRect b="16560" l="2783" r="5994" t="15988"/>
          <a:stretch/>
        </p:blipFill>
        <p:spPr>
          <a:xfrm>
            <a:off x="2876550" y="2257425"/>
            <a:ext cx="3873500" cy="2147887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5"/>
          <p:cNvSpPr txBox="1"/>
          <p:nvPr>
            <p:ph type="title"/>
          </p:nvPr>
        </p:nvSpPr>
        <p:spPr>
          <a:xfrm>
            <a:off x="796925" y="346075"/>
            <a:ext cx="8077200" cy="841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Customers With Both an Account and a Loan at the Bank</a:t>
            </a:r>
            <a:endParaRPr/>
          </a:p>
        </p:txBody>
      </p:sp>
      <p:pic>
        <p:nvPicPr>
          <p:cNvPr id="275" name="Google Shape;275;p35"/>
          <p:cNvPicPr preferRelativeResize="0"/>
          <p:nvPr/>
        </p:nvPicPr>
        <p:blipFill rotWithShape="1">
          <a:blip r:embed="rId3">
            <a:alphaModFix/>
          </a:blip>
          <a:srcRect b="6533" l="3622" r="5964" t="5965"/>
          <a:stretch/>
        </p:blipFill>
        <p:spPr>
          <a:xfrm>
            <a:off x="1914525" y="2190750"/>
            <a:ext cx="5389562" cy="39116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>
            <p:ph type="title"/>
          </p:nvPr>
        </p:nvSpPr>
        <p:spPr>
          <a:xfrm>
            <a:off x="552450" y="339725"/>
            <a:ext cx="8077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of Π</a:t>
            </a:r>
            <a:r>
              <a:rPr b="1" baseline="-25000" i="1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customer-name, loan-number, amount</a:t>
            </a:r>
            <a:r>
              <a:rPr b="1" baseline="-25000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     loan)</a:t>
            </a:r>
            <a:endParaRPr/>
          </a:p>
        </p:txBody>
      </p:sp>
      <p:pic>
        <p:nvPicPr>
          <p:cNvPr id="281" name="Google Shape;281;p36"/>
          <p:cNvPicPr preferRelativeResize="0"/>
          <p:nvPr/>
        </p:nvPicPr>
        <p:blipFill rotWithShape="1">
          <a:blip r:embed="rId3">
            <a:alphaModFix/>
          </a:blip>
          <a:srcRect b="8743" l="2049" r="2048" t="9289"/>
          <a:stretch/>
        </p:blipFill>
        <p:spPr>
          <a:xfrm>
            <a:off x="2209800" y="2098675"/>
            <a:ext cx="4927600" cy="315912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grpSp>
        <p:nvGrpSpPr>
          <p:cNvPr id="282" name="Google Shape;282;p36"/>
          <p:cNvGrpSpPr/>
          <p:nvPr/>
        </p:nvGrpSpPr>
        <p:grpSpPr>
          <a:xfrm>
            <a:off x="4854575" y="787400"/>
            <a:ext cx="322262" cy="182562"/>
            <a:chOff x="3086" y="655"/>
            <a:chExt cx="203" cy="115"/>
          </a:xfrm>
        </p:grpSpPr>
        <p:cxnSp>
          <p:nvCxnSpPr>
            <p:cNvPr id="283" name="Google Shape;283;p36"/>
            <p:cNvCxnSpPr/>
            <p:nvPr/>
          </p:nvCxnSpPr>
          <p:spPr>
            <a:xfrm>
              <a:off x="3088" y="656"/>
              <a:ext cx="200" cy="112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84" name="Google Shape;284;p36"/>
            <p:cNvCxnSpPr/>
            <p:nvPr/>
          </p:nvCxnSpPr>
          <p:spPr>
            <a:xfrm flipH="1">
              <a:off x="3086" y="658"/>
              <a:ext cx="200" cy="112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85" name="Google Shape;285;p36"/>
            <p:cNvCxnSpPr/>
            <p:nvPr/>
          </p:nvCxnSpPr>
          <p:spPr>
            <a:xfrm>
              <a:off x="3087" y="655"/>
              <a:ext cx="0" cy="112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86" name="Google Shape;286;p36"/>
            <p:cNvCxnSpPr/>
            <p:nvPr/>
          </p:nvCxnSpPr>
          <p:spPr>
            <a:xfrm>
              <a:off x="3289" y="660"/>
              <a:ext cx="0" cy="104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 txBox="1"/>
          <p:nvPr>
            <p:ph type="title"/>
          </p:nvPr>
        </p:nvSpPr>
        <p:spPr>
          <a:xfrm>
            <a:off x="552450" y="200025"/>
            <a:ext cx="8077200" cy="11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of Π</a:t>
            </a:r>
            <a:r>
              <a:rPr b="1" baseline="-25000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branch-name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</a:t>
            </a:r>
            <a:r>
              <a:rPr b="1" baseline="-25000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customer-city = </a:t>
            </a:r>
            <a:r>
              <a:rPr b="1" baseline="-25000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“Harrison”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 sz="24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1" i="1" lang="en-US" sz="24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     depositor))</a:t>
            </a:r>
            <a:endParaRPr/>
          </a:p>
        </p:txBody>
      </p:sp>
      <p:pic>
        <p:nvPicPr>
          <p:cNvPr id="292" name="Google Shape;292;p37"/>
          <p:cNvPicPr preferRelativeResize="0"/>
          <p:nvPr/>
        </p:nvPicPr>
        <p:blipFill rotWithShape="1">
          <a:blip r:embed="rId3">
            <a:alphaModFix/>
          </a:blip>
          <a:srcRect b="11626" l="3895" r="6493" t="12368"/>
          <a:stretch/>
        </p:blipFill>
        <p:spPr>
          <a:xfrm>
            <a:off x="3048000" y="1897062"/>
            <a:ext cx="3505200" cy="2230437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grpSp>
        <p:nvGrpSpPr>
          <p:cNvPr id="293" name="Google Shape;293;p37"/>
          <p:cNvGrpSpPr/>
          <p:nvPr/>
        </p:nvGrpSpPr>
        <p:grpSpPr>
          <a:xfrm>
            <a:off x="5984875" y="1041400"/>
            <a:ext cx="322262" cy="182562"/>
            <a:chOff x="3086" y="655"/>
            <a:chExt cx="203" cy="115"/>
          </a:xfrm>
        </p:grpSpPr>
        <p:cxnSp>
          <p:nvCxnSpPr>
            <p:cNvPr id="294" name="Google Shape;294;p37"/>
            <p:cNvCxnSpPr/>
            <p:nvPr/>
          </p:nvCxnSpPr>
          <p:spPr>
            <a:xfrm>
              <a:off x="3088" y="656"/>
              <a:ext cx="200" cy="112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95" name="Google Shape;295;p37"/>
            <p:cNvCxnSpPr/>
            <p:nvPr/>
          </p:nvCxnSpPr>
          <p:spPr>
            <a:xfrm flipH="1">
              <a:off x="3086" y="658"/>
              <a:ext cx="200" cy="112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96" name="Google Shape;296;p37"/>
            <p:cNvCxnSpPr/>
            <p:nvPr/>
          </p:nvCxnSpPr>
          <p:spPr>
            <a:xfrm>
              <a:off x="3087" y="655"/>
              <a:ext cx="0" cy="112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97" name="Google Shape;297;p37"/>
            <p:cNvCxnSpPr/>
            <p:nvPr/>
          </p:nvCxnSpPr>
          <p:spPr>
            <a:xfrm>
              <a:off x="3289" y="660"/>
              <a:ext cx="0" cy="104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298" name="Google Shape;298;p37"/>
          <p:cNvGrpSpPr/>
          <p:nvPr/>
        </p:nvGrpSpPr>
        <p:grpSpPr>
          <a:xfrm>
            <a:off x="4232275" y="1041400"/>
            <a:ext cx="322262" cy="182562"/>
            <a:chOff x="3086" y="655"/>
            <a:chExt cx="203" cy="115"/>
          </a:xfrm>
        </p:grpSpPr>
        <p:cxnSp>
          <p:nvCxnSpPr>
            <p:cNvPr id="299" name="Google Shape;299;p37"/>
            <p:cNvCxnSpPr/>
            <p:nvPr/>
          </p:nvCxnSpPr>
          <p:spPr>
            <a:xfrm>
              <a:off x="3088" y="656"/>
              <a:ext cx="200" cy="112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00" name="Google Shape;300;p37"/>
            <p:cNvCxnSpPr/>
            <p:nvPr/>
          </p:nvCxnSpPr>
          <p:spPr>
            <a:xfrm flipH="1">
              <a:off x="3086" y="658"/>
              <a:ext cx="200" cy="112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01" name="Google Shape;301;p37"/>
            <p:cNvCxnSpPr/>
            <p:nvPr/>
          </p:nvCxnSpPr>
          <p:spPr>
            <a:xfrm>
              <a:off x="3087" y="655"/>
              <a:ext cx="0" cy="112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02" name="Google Shape;302;p37"/>
            <p:cNvCxnSpPr/>
            <p:nvPr/>
          </p:nvCxnSpPr>
          <p:spPr>
            <a:xfrm>
              <a:off x="3289" y="660"/>
              <a:ext cx="0" cy="104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/>
          <p:nvPr>
            <p:ph type="title"/>
          </p:nvPr>
        </p:nvSpPr>
        <p:spPr>
          <a:xfrm>
            <a:off x="0" y="0"/>
            <a:ext cx="8959850" cy="1520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of Π</a:t>
            </a:r>
            <a:r>
              <a:rPr b="1" baseline="-25000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branch-name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</a:t>
            </a:r>
            <a:r>
              <a:rPr b="1" baseline="-25000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branch-city = 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“Brooklyn”</a:t>
            </a:r>
            <a:r>
              <a:rPr b="1" baseline="30000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(branch))</a:t>
            </a:r>
            <a:endParaRPr/>
          </a:p>
        </p:txBody>
      </p:sp>
      <p:pic>
        <p:nvPicPr>
          <p:cNvPr id="308" name="Google Shape;308;p38"/>
          <p:cNvPicPr preferRelativeResize="0"/>
          <p:nvPr/>
        </p:nvPicPr>
        <p:blipFill rotWithShape="1">
          <a:blip r:embed="rId3">
            <a:alphaModFix/>
          </a:blip>
          <a:srcRect b="12956" l="3666" r="7151" t="13203"/>
          <a:stretch/>
        </p:blipFill>
        <p:spPr>
          <a:xfrm>
            <a:off x="2387600" y="1922462"/>
            <a:ext cx="3979862" cy="2471737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9"/>
          <p:cNvSpPr txBox="1"/>
          <p:nvPr>
            <p:ph type="title"/>
          </p:nvPr>
        </p:nvSpPr>
        <p:spPr>
          <a:xfrm>
            <a:off x="357187" y="85725"/>
            <a:ext cx="86296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of Π</a:t>
            </a:r>
            <a:r>
              <a:rPr b="1" baseline="-25000" i="1" lang="en-US" sz="24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customer-name, branch-name</a:t>
            </a:r>
            <a:r>
              <a:rPr b="1" i="0" lang="en-US" sz="24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 sz="24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    account)</a:t>
            </a:r>
            <a:endParaRPr/>
          </a:p>
        </p:txBody>
      </p:sp>
      <p:pic>
        <p:nvPicPr>
          <p:cNvPr id="314" name="Google Shape;314;p39"/>
          <p:cNvPicPr preferRelativeResize="0"/>
          <p:nvPr/>
        </p:nvPicPr>
        <p:blipFill rotWithShape="1">
          <a:blip r:embed="rId3">
            <a:alphaModFix/>
          </a:blip>
          <a:srcRect b="3030" l="2272" r="3030" t="3030"/>
          <a:stretch/>
        </p:blipFill>
        <p:spPr>
          <a:xfrm>
            <a:off x="2590800" y="1462087"/>
            <a:ext cx="4111625" cy="3059112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grpSp>
        <p:nvGrpSpPr>
          <p:cNvPr id="315" name="Google Shape;315;p39"/>
          <p:cNvGrpSpPr/>
          <p:nvPr/>
        </p:nvGrpSpPr>
        <p:grpSpPr>
          <a:xfrm>
            <a:off x="6911975" y="419100"/>
            <a:ext cx="322262" cy="182562"/>
            <a:chOff x="3086" y="655"/>
            <a:chExt cx="203" cy="115"/>
          </a:xfrm>
        </p:grpSpPr>
        <p:cxnSp>
          <p:nvCxnSpPr>
            <p:cNvPr id="316" name="Google Shape;316;p39"/>
            <p:cNvCxnSpPr/>
            <p:nvPr/>
          </p:nvCxnSpPr>
          <p:spPr>
            <a:xfrm>
              <a:off x="3088" y="656"/>
              <a:ext cx="200" cy="112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17" name="Google Shape;317;p39"/>
            <p:cNvCxnSpPr/>
            <p:nvPr/>
          </p:nvCxnSpPr>
          <p:spPr>
            <a:xfrm flipH="1">
              <a:off x="3086" y="658"/>
              <a:ext cx="200" cy="112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18" name="Google Shape;318;p39"/>
            <p:cNvCxnSpPr/>
            <p:nvPr/>
          </p:nvCxnSpPr>
          <p:spPr>
            <a:xfrm>
              <a:off x="3087" y="655"/>
              <a:ext cx="0" cy="112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19" name="Google Shape;319;p39"/>
            <p:cNvCxnSpPr/>
            <p:nvPr/>
          </p:nvCxnSpPr>
          <p:spPr>
            <a:xfrm>
              <a:off x="3289" y="660"/>
              <a:ext cx="0" cy="104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credit-info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</a:t>
            </a:r>
            <a:endParaRPr/>
          </a:p>
        </p:txBody>
      </p:sp>
      <p:pic>
        <p:nvPicPr>
          <p:cNvPr id="325" name="Google Shape;325;p40"/>
          <p:cNvPicPr preferRelativeResize="0"/>
          <p:nvPr/>
        </p:nvPicPr>
        <p:blipFill rotWithShape="1">
          <a:blip r:embed="rId3">
            <a:alphaModFix/>
          </a:blip>
          <a:srcRect b="3782" l="2126" r="3781" t="3151"/>
          <a:stretch/>
        </p:blipFill>
        <p:spPr>
          <a:xfrm>
            <a:off x="2019300" y="1216025"/>
            <a:ext cx="5054600" cy="374967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1"/>
          <p:cNvSpPr txBox="1"/>
          <p:nvPr>
            <p:ph type="title"/>
          </p:nvPr>
        </p:nvSpPr>
        <p:spPr>
          <a:xfrm>
            <a:off x="681037" y="346075"/>
            <a:ext cx="8077200" cy="957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of Π</a:t>
            </a:r>
            <a:r>
              <a:rPr b="1" baseline="-25000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customer-name, (limit – credit-balance) </a:t>
            </a:r>
            <a:r>
              <a:rPr b="1" baseline="-25000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1" baseline="-25000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credit-available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(credit-info).</a:t>
            </a:r>
            <a:endParaRPr/>
          </a:p>
        </p:txBody>
      </p:sp>
      <p:pic>
        <p:nvPicPr>
          <p:cNvPr id="331" name="Google Shape;331;p41"/>
          <p:cNvPicPr preferRelativeResize="0"/>
          <p:nvPr/>
        </p:nvPicPr>
        <p:blipFill rotWithShape="1">
          <a:blip r:embed="rId3">
            <a:alphaModFix/>
          </a:blip>
          <a:srcRect b="21290" l="1795" r="2992" t="21290"/>
          <a:stretch/>
        </p:blipFill>
        <p:spPr>
          <a:xfrm>
            <a:off x="2146300" y="2263775"/>
            <a:ext cx="4205287" cy="190182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pt-works 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</a:t>
            </a:r>
            <a:endParaRPr/>
          </a:p>
        </p:txBody>
      </p:sp>
      <p:pic>
        <p:nvPicPr>
          <p:cNvPr id="337" name="Google Shape;337;p42"/>
          <p:cNvPicPr preferRelativeResize="0"/>
          <p:nvPr/>
        </p:nvPicPr>
        <p:blipFill rotWithShape="1">
          <a:blip r:embed="rId3">
            <a:alphaModFix/>
          </a:blip>
          <a:srcRect b="7234" l="1550" r="2130" t="7492"/>
          <a:stretch/>
        </p:blipFill>
        <p:spPr>
          <a:xfrm>
            <a:off x="1879600" y="1538287"/>
            <a:ext cx="5486400" cy="3643312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3"/>
          <p:cNvSpPr txBox="1"/>
          <p:nvPr>
            <p:ph type="title"/>
          </p:nvPr>
        </p:nvSpPr>
        <p:spPr>
          <a:xfrm>
            <a:off x="844550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pt-works 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 After Grouping</a:t>
            </a:r>
            <a:endParaRPr/>
          </a:p>
        </p:txBody>
      </p:sp>
      <p:pic>
        <p:nvPicPr>
          <p:cNvPr id="343" name="Google Shape;343;p43"/>
          <p:cNvPicPr preferRelativeResize="0"/>
          <p:nvPr/>
        </p:nvPicPr>
        <p:blipFill rotWithShape="1">
          <a:blip r:embed="rId3">
            <a:alphaModFix/>
          </a:blip>
          <a:srcRect b="5493" l="2059" r="2265" t="6318"/>
          <a:stretch/>
        </p:blipFill>
        <p:spPr>
          <a:xfrm>
            <a:off x="2019300" y="1270000"/>
            <a:ext cx="5897562" cy="40767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4"/>
          <p:cNvSpPr txBox="1"/>
          <p:nvPr>
            <p:ph type="title"/>
          </p:nvPr>
        </p:nvSpPr>
        <p:spPr>
          <a:xfrm>
            <a:off x="717550" y="-152400"/>
            <a:ext cx="80772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of </a:t>
            </a:r>
            <a:r>
              <a:rPr b="1" baseline="-25000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branch-name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ς </a:t>
            </a:r>
            <a:r>
              <a:rPr b="1" baseline="-25000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</a:t>
            </a:r>
            <a:r>
              <a:rPr b="1" baseline="-25000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(salary)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(pt-works)</a:t>
            </a:r>
            <a:endParaRPr/>
          </a:p>
        </p:txBody>
      </p:sp>
      <p:pic>
        <p:nvPicPr>
          <p:cNvPr id="349" name="Google Shape;349;p44"/>
          <p:cNvPicPr preferRelativeResize="0"/>
          <p:nvPr/>
        </p:nvPicPr>
        <p:blipFill rotWithShape="1">
          <a:blip r:embed="rId3">
            <a:alphaModFix/>
          </a:blip>
          <a:srcRect b="23510" l="2351" r="3290" t="23510"/>
          <a:stretch/>
        </p:blipFill>
        <p:spPr>
          <a:xfrm>
            <a:off x="2082800" y="1765300"/>
            <a:ext cx="4886325" cy="20574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5"/>
          <p:cNvSpPr txBox="1"/>
          <p:nvPr>
            <p:ph type="title"/>
          </p:nvPr>
        </p:nvSpPr>
        <p:spPr>
          <a:xfrm>
            <a:off x="552450" y="3397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of </a:t>
            </a:r>
            <a:r>
              <a:rPr b="1" baseline="-25000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branch-name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ς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baseline="-25000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</a:t>
            </a:r>
            <a:r>
              <a:rPr b="1" baseline="-25000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salary, </a:t>
            </a:r>
            <a:r>
              <a:rPr b="1" baseline="-25000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max(</a:t>
            </a:r>
            <a:r>
              <a:rPr b="1" baseline="-25000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</a:t>
            </a:r>
            <a:r>
              <a:rPr b="1" baseline="-25000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as </a:t>
            </a:r>
            <a:r>
              <a:rPr b="1" baseline="-25000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max-salary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(pt-works)</a:t>
            </a:r>
            <a:endParaRPr/>
          </a:p>
        </p:txBody>
      </p:sp>
      <p:pic>
        <p:nvPicPr>
          <p:cNvPr id="355" name="Google Shape;355;p45"/>
          <p:cNvPicPr preferRelativeResize="0"/>
          <p:nvPr/>
        </p:nvPicPr>
        <p:blipFill rotWithShape="1">
          <a:blip r:embed="rId3">
            <a:alphaModFix/>
          </a:blip>
          <a:srcRect b="29965" l="1031" r="2679" t="29414"/>
          <a:stretch/>
        </p:blipFill>
        <p:spPr>
          <a:xfrm>
            <a:off x="1092200" y="1857375"/>
            <a:ext cx="7094537" cy="224472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6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ft-works 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 </a:t>
            </a:r>
            <a:endParaRPr/>
          </a:p>
        </p:txBody>
      </p:sp>
      <p:pic>
        <p:nvPicPr>
          <p:cNvPr id="361" name="Google Shape;361;p46"/>
          <p:cNvPicPr preferRelativeResize="0"/>
          <p:nvPr/>
        </p:nvPicPr>
        <p:blipFill rotWithShape="1">
          <a:blip r:embed="rId3">
            <a:alphaModFix/>
          </a:blip>
          <a:srcRect b="2112" l="1582" r="2464" t="2581"/>
          <a:stretch/>
        </p:blipFill>
        <p:spPr>
          <a:xfrm>
            <a:off x="2222500" y="1470025"/>
            <a:ext cx="5511800" cy="410527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7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Result of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     ft-works</a:t>
            </a:r>
            <a:endParaRPr/>
          </a:p>
        </p:txBody>
      </p:sp>
      <p:pic>
        <p:nvPicPr>
          <p:cNvPr id="367" name="Google Shape;367;p47"/>
          <p:cNvPicPr preferRelativeResize="0"/>
          <p:nvPr/>
        </p:nvPicPr>
        <p:blipFill rotWithShape="1">
          <a:blip r:embed="rId3">
            <a:alphaModFix/>
          </a:blip>
          <a:srcRect b="37689" l="683" r="682" t="37384"/>
          <a:stretch/>
        </p:blipFill>
        <p:spPr>
          <a:xfrm>
            <a:off x="520700" y="2044700"/>
            <a:ext cx="8442325" cy="16002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grpSp>
        <p:nvGrpSpPr>
          <p:cNvPr id="368" name="Google Shape;368;p47"/>
          <p:cNvGrpSpPr/>
          <p:nvPr/>
        </p:nvGrpSpPr>
        <p:grpSpPr>
          <a:xfrm>
            <a:off x="5959475" y="469900"/>
            <a:ext cx="322262" cy="182562"/>
            <a:chOff x="3086" y="655"/>
            <a:chExt cx="203" cy="115"/>
          </a:xfrm>
        </p:grpSpPr>
        <p:cxnSp>
          <p:nvCxnSpPr>
            <p:cNvPr id="369" name="Google Shape;369;p47"/>
            <p:cNvCxnSpPr/>
            <p:nvPr/>
          </p:nvCxnSpPr>
          <p:spPr>
            <a:xfrm>
              <a:off x="3088" y="656"/>
              <a:ext cx="200" cy="112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70" name="Google Shape;370;p47"/>
            <p:cNvCxnSpPr/>
            <p:nvPr/>
          </p:nvCxnSpPr>
          <p:spPr>
            <a:xfrm flipH="1">
              <a:off x="3086" y="658"/>
              <a:ext cx="200" cy="112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71" name="Google Shape;371;p47"/>
            <p:cNvCxnSpPr/>
            <p:nvPr/>
          </p:nvCxnSpPr>
          <p:spPr>
            <a:xfrm>
              <a:off x="3087" y="655"/>
              <a:ext cx="0" cy="112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72" name="Google Shape;372;p47"/>
            <p:cNvCxnSpPr/>
            <p:nvPr/>
          </p:nvCxnSpPr>
          <p:spPr>
            <a:xfrm>
              <a:off x="3289" y="660"/>
              <a:ext cx="0" cy="104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8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Result of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ft-works</a:t>
            </a:r>
            <a:endParaRPr/>
          </a:p>
        </p:txBody>
      </p:sp>
      <p:pic>
        <p:nvPicPr>
          <p:cNvPr id="378" name="Google Shape;378;p48"/>
          <p:cNvPicPr preferRelativeResize="0"/>
          <p:nvPr/>
        </p:nvPicPr>
        <p:blipFill rotWithShape="1">
          <a:blip r:embed="rId3">
            <a:alphaModFix/>
          </a:blip>
          <a:srcRect b="35897" l="961" r="576" t="35384"/>
          <a:stretch/>
        </p:blipFill>
        <p:spPr>
          <a:xfrm>
            <a:off x="711200" y="1828800"/>
            <a:ext cx="7837487" cy="17145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grpSp>
        <p:nvGrpSpPr>
          <p:cNvPr id="379" name="Google Shape;379;p48"/>
          <p:cNvGrpSpPr/>
          <p:nvPr/>
        </p:nvGrpSpPr>
        <p:grpSpPr>
          <a:xfrm flipH="1">
            <a:off x="5894387" y="461962"/>
            <a:ext cx="431800" cy="182562"/>
            <a:chOff x="3522" y="656"/>
            <a:chExt cx="272" cy="115"/>
          </a:xfrm>
        </p:grpSpPr>
        <p:grpSp>
          <p:nvGrpSpPr>
            <p:cNvPr id="380" name="Google Shape;380;p48"/>
            <p:cNvGrpSpPr/>
            <p:nvPr/>
          </p:nvGrpSpPr>
          <p:grpSpPr>
            <a:xfrm>
              <a:off x="3522" y="656"/>
              <a:ext cx="203" cy="115"/>
              <a:chOff x="3086" y="655"/>
              <a:chExt cx="203" cy="115"/>
            </a:xfrm>
          </p:grpSpPr>
          <p:cxnSp>
            <p:nvCxnSpPr>
              <p:cNvPr id="381" name="Google Shape;381;p48"/>
              <p:cNvCxnSpPr/>
              <p:nvPr/>
            </p:nvCxnSpPr>
            <p:spPr>
              <a:xfrm>
                <a:off x="3088" y="656"/>
                <a:ext cx="200" cy="11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382" name="Google Shape;382;p48"/>
              <p:cNvCxnSpPr/>
              <p:nvPr/>
            </p:nvCxnSpPr>
            <p:spPr>
              <a:xfrm flipH="1">
                <a:off x="3086" y="658"/>
                <a:ext cx="200" cy="11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383" name="Google Shape;383;p48"/>
              <p:cNvCxnSpPr/>
              <p:nvPr/>
            </p:nvCxnSpPr>
            <p:spPr>
              <a:xfrm>
                <a:off x="3087" y="655"/>
                <a:ext cx="0" cy="11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384" name="Google Shape;384;p48"/>
              <p:cNvCxnSpPr/>
              <p:nvPr/>
            </p:nvCxnSpPr>
            <p:spPr>
              <a:xfrm>
                <a:off x="3289" y="660"/>
                <a:ext cx="0" cy="10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cxnSp>
          <p:nvCxnSpPr>
            <p:cNvPr id="385" name="Google Shape;385;p48"/>
            <p:cNvCxnSpPr/>
            <p:nvPr/>
          </p:nvCxnSpPr>
          <p:spPr>
            <a:xfrm>
              <a:off x="3721" y="659"/>
              <a:ext cx="72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86" name="Google Shape;386;p48"/>
            <p:cNvCxnSpPr/>
            <p:nvPr/>
          </p:nvCxnSpPr>
          <p:spPr>
            <a:xfrm>
              <a:off x="3722" y="766"/>
              <a:ext cx="72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9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of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       ft-works </a:t>
            </a:r>
            <a:endParaRPr/>
          </a:p>
        </p:txBody>
      </p:sp>
      <p:pic>
        <p:nvPicPr>
          <p:cNvPr id="392" name="Google Shape;392;p49"/>
          <p:cNvPicPr preferRelativeResize="0"/>
          <p:nvPr/>
        </p:nvPicPr>
        <p:blipFill rotWithShape="1">
          <a:blip r:embed="rId3">
            <a:alphaModFix/>
          </a:blip>
          <a:srcRect b="34931" l="738" r="368" t="34931"/>
          <a:stretch/>
        </p:blipFill>
        <p:spPr>
          <a:xfrm>
            <a:off x="622300" y="1873250"/>
            <a:ext cx="7807325" cy="178435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grpSp>
        <p:nvGrpSpPr>
          <p:cNvPr id="393" name="Google Shape;393;p49"/>
          <p:cNvGrpSpPr/>
          <p:nvPr/>
        </p:nvGrpSpPr>
        <p:grpSpPr>
          <a:xfrm>
            <a:off x="5500687" y="487362"/>
            <a:ext cx="431800" cy="182562"/>
            <a:chOff x="3522" y="656"/>
            <a:chExt cx="272" cy="115"/>
          </a:xfrm>
        </p:grpSpPr>
        <p:grpSp>
          <p:nvGrpSpPr>
            <p:cNvPr id="394" name="Google Shape;394;p49"/>
            <p:cNvGrpSpPr/>
            <p:nvPr/>
          </p:nvGrpSpPr>
          <p:grpSpPr>
            <a:xfrm>
              <a:off x="3522" y="656"/>
              <a:ext cx="203" cy="115"/>
              <a:chOff x="3086" y="655"/>
              <a:chExt cx="203" cy="115"/>
            </a:xfrm>
          </p:grpSpPr>
          <p:cxnSp>
            <p:nvCxnSpPr>
              <p:cNvPr id="395" name="Google Shape;395;p49"/>
              <p:cNvCxnSpPr/>
              <p:nvPr/>
            </p:nvCxnSpPr>
            <p:spPr>
              <a:xfrm>
                <a:off x="3088" y="656"/>
                <a:ext cx="200" cy="11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396" name="Google Shape;396;p49"/>
              <p:cNvCxnSpPr/>
              <p:nvPr/>
            </p:nvCxnSpPr>
            <p:spPr>
              <a:xfrm flipH="1">
                <a:off x="3086" y="658"/>
                <a:ext cx="200" cy="11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397" name="Google Shape;397;p49"/>
              <p:cNvCxnSpPr/>
              <p:nvPr/>
            </p:nvCxnSpPr>
            <p:spPr>
              <a:xfrm>
                <a:off x="3087" y="655"/>
                <a:ext cx="0" cy="11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398" name="Google Shape;398;p49"/>
              <p:cNvCxnSpPr/>
              <p:nvPr/>
            </p:nvCxnSpPr>
            <p:spPr>
              <a:xfrm>
                <a:off x="3289" y="660"/>
                <a:ext cx="0" cy="10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cxnSp>
          <p:nvCxnSpPr>
            <p:cNvPr id="399" name="Google Shape;399;p49"/>
            <p:cNvCxnSpPr/>
            <p:nvPr/>
          </p:nvCxnSpPr>
          <p:spPr>
            <a:xfrm>
              <a:off x="3721" y="659"/>
              <a:ext cx="72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00" name="Google Shape;400;p49"/>
            <p:cNvCxnSpPr/>
            <p:nvPr/>
          </p:nvCxnSpPr>
          <p:spPr>
            <a:xfrm>
              <a:off x="3722" y="766"/>
              <a:ext cx="72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0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of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       ft-works</a:t>
            </a:r>
            <a:endParaRPr/>
          </a:p>
        </p:txBody>
      </p:sp>
      <p:pic>
        <p:nvPicPr>
          <p:cNvPr id="406" name="Google Shape;406;p50"/>
          <p:cNvPicPr preferRelativeResize="0"/>
          <p:nvPr/>
        </p:nvPicPr>
        <p:blipFill rotWithShape="1">
          <a:blip r:embed="rId3">
            <a:alphaModFix/>
          </a:blip>
          <a:srcRect b="33486" l="866" r="1038" t="33026"/>
          <a:stretch/>
        </p:blipFill>
        <p:spPr>
          <a:xfrm>
            <a:off x="1066800" y="1841500"/>
            <a:ext cx="7192962" cy="18415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grpSp>
        <p:nvGrpSpPr>
          <p:cNvPr id="407" name="Google Shape;407;p50"/>
          <p:cNvGrpSpPr/>
          <p:nvPr/>
        </p:nvGrpSpPr>
        <p:grpSpPr>
          <a:xfrm>
            <a:off x="5392737" y="487362"/>
            <a:ext cx="539750" cy="182562"/>
            <a:chOff x="3397" y="307"/>
            <a:chExt cx="340" cy="115"/>
          </a:xfrm>
        </p:grpSpPr>
        <p:grpSp>
          <p:nvGrpSpPr>
            <p:cNvPr id="408" name="Google Shape;408;p50"/>
            <p:cNvGrpSpPr/>
            <p:nvPr/>
          </p:nvGrpSpPr>
          <p:grpSpPr>
            <a:xfrm>
              <a:off x="3465" y="307"/>
              <a:ext cx="203" cy="115"/>
              <a:chOff x="3086" y="655"/>
              <a:chExt cx="203" cy="115"/>
            </a:xfrm>
          </p:grpSpPr>
          <p:cxnSp>
            <p:nvCxnSpPr>
              <p:cNvPr id="409" name="Google Shape;409;p50"/>
              <p:cNvCxnSpPr/>
              <p:nvPr/>
            </p:nvCxnSpPr>
            <p:spPr>
              <a:xfrm>
                <a:off x="3088" y="656"/>
                <a:ext cx="200" cy="11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410" name="Google Shape;410;p50"/>
              <p:cNvCxnSpPr/>
              <p:nvPr/>
            </p:nvCxnSpPr>
            <p:spPr>
              <a:xfrm flipH="1">
                <a:off x="3086" y="658"/>
                <a:ext cx="200" cy="11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411" name="Google Shape;411;p50"/>
              <p:cNvCxnSpPr/>
              <p:nvPr/>
            </p:nvCxnSpPr>
            <p:spPr>
              <a:xfrm>
                <a:off x="3087" y="655"/>
                <a:ext cx="0" cy="11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412" name="Google Shape;412;p50"/>
              <p:cNvCxnSpPr/>
              <p:nvPr/>
            </p:nvCxnSpPr>
            <p:spPr>
              <a:xfrm>
                <a:off x="3289" y="660"/>
                <a:ext cx="0" cy="10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cxnSp>
          <p:nvCxnSpPr>
            <p:cNvPr id="413" name="Google Shape;413;p50"/>
            <p:cNvCxnSpPr/>
            <p:nvPr/>
          </p:nvCxnSpPr>
          <p:spPr>
            <a:xfrm>
              <a:off x="3664" y="310"/>
              <a:ext cx="72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14" name="Google Shape;414;p50"/>
            <p:cNvCxnSpPr/>
            <p:nvPr/>
          </p:nvCxnSpPr>
          <p:spPr>
            <a:xfrm>
              <a:off x="3665" y="417"/>
              <a:ext cx="72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15" name="Google Shape;415;p50"/>
            <p:cNvCxnSpPr/>
            <p:nvPr/>
          </p:nvCxnSpPr>
          <p:spPr>
            <a:xfrm>
              <a:off x="3397" y="310"/>
              <a:ext cx="72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16" name="Google Shape;416;p50"/>
            <p:cNvCxnSpPr/>
            <p:nvPr/>
          </p:nvCxnSpPr>
          <p:spPr>
            <a:xfrm>
              <a:off x="3398" y="417"/>
              <a:ext cx="72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1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Tuples Inserted Into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  <p:pic>
        <p:nvPicPr>
          <p:cNvPr id="422" name="Google Shape;422;p51"/>
          <p:cNvPicPr preferRelativeResize="0"/>
          <p:nvPr/>
        </p:nvPicPr>
        <p:blipFill rotWithShape="1">
          <a:blip r:embed="rId3">
            <a:alphaModFix/>
          </a:blip>
          <a:srcRect b="1466" l="24754" r="24752" t="1222"/>
          <a:stretch/>
        </p:blipFill>
        <p:spPr>
          <a:xfrm>
            <a:off x="2946400" y="1282700"/>
            <a:ext cx="3497262" cy="50546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552450" y="3905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Names of All Customers Who Have a Loan at the Perryridge Branch</a:t>
            </a:r>
            <a:endParaRPr/>
          </a:p>
        </p:txBody>
      </p:sp>
      <p:pic>
        <p:nvPicPr>
          <p:cNvPr id="428" name="Google Shape;428;p52"/>
          <p:cNvPicPr preferRelativeResize="0"/>
          <p:nvPr/>
        </p:nvPicPr>
        <p:blipFill rotWithShape="1">
          <a:blip r:embed="rId3">
            <a:alphaModFix/>
          </a:blip>
          <a:srcRect b="14988" l="3279" r="5620" t="17173"/>
          <a:stretch/>
        </p:blipFill>
        <p:spPr>
          <a:xfrm>
            <a:off x="2857500" y="1984375"/>
            <a:ext cx="3860800" cy="215582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3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</a:t>
            </a:r>
            <a:endParaRPr/>
          </a:p>
        </p:txBody>
      </p:sp>
      <p:pic>
        <p:nvPicPr>
          <p:cNvPr id="434" name="Google Shape;434;p53"/>
          <p:cNvPicPr preferRelativeResize="0"/>
          <p:nvPr/>
        </p:nvPicPr>
        <p:blipFill rotWithShape="1">
          <a:blip r:embed="rId3">
            <a:alphaModFix/>
          </a:blip>
          <a:srcRect b="24028" l="1200" r="1029" t="23570"/>
          <a:stretch/>
        </p:blipFill>
        <p:spPr>
          <a:xfrm>
            <a:off x="533400" y="1485900"/>
            <a:ext cx="7897812" cy="31750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4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</a:t>
            </a:r>
            <a:endParaRPr/>
          </a:p>
        </p:txBody>
      </p:sp>
      <p:pic>
        <p:nvPicPr>
          <p:cNvPr id="440" name="Google Shape;440;p54"/>
          <p:cNvPicPr preferRelativeResize="0"/>
          <p:nvPr/>
        </p:nvPicPr>
        <p:blipFill rotWithShape="1">
          <a:blip r:embed="rId3">
            <a:alphaModFix/>
          </a:blip>
          <a:srcRect b="7722" l="999" r="1997" t="7456"/>
          <a:stretch/>
        </p:blipFill>
        <p:spPr>
          <a:xfrm>
            <a:off x="1854200" y="1174750"/>
            <a:ext cx="6167437" cy="404495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5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</a:t>
            </a:r>
            <a:endParaRPr/>
          </a:p>
        </p:txBody>
      </p:sp>
      <p:pic>
        <p:nvPicPr>
          <p:cNvPr id="446" name="Google Shape;446;p55"/>
          <p:cNvPicPr preferRelativeResize="0"/>
          <p:nvPr/>
        </p:nvPicPr>
        <p:blipFill rotWithShape="1">
          <a:blip r:embed="rId3">
            <a:alphaModFix/>
          </a:blip>
          <a:srcRect b="11570" l="1971" r="2760" t="11308"/>
          <a:stretch/>
        </p:blipFill>
        <p:spPr>
          <a:xfrm>
            <a:off x="1536700" y="1538287"/>
            <a:ext cx="6126162" cy="3719512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6"/>
          <p:cNvSpPr txBox="1"/>
          <p:nvPr>
            <p:ph type="title"/>
          </p:nvPr>
        </p:nvSpPr>
        <p:spPr>
          <a:xfrm>
            <a:off x="552450" y="200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</a:t>
            </a:r>
            <a:endParaRPr/>
          </a:p>
        </p:txBody>
      </p:sp>
      <p:pic>
        <p:nvPicPr>
          <p:cNvPr id="452" name="Google Shape;452;p56"/>
          <p:cNvPicPr preferRelativeResize="0"/>
          <p:nvPr/>
        </p:nvPicPr>
        <p:blipFill rotWithShape="1">
          <a:blip r:embed="rId3">
            <a:alphaModFix/>
          </a:blip>
          <a:srcRect b="2660" l="6786" r="7983" t="2928"/>
          <a:stretch/>
        </p:blipFill>
        <p:spPr>
          <a:xfrm>
            <a:off x="1892300" y="1120775"/>
            <a:ext cx="5422900" cy="450532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db-book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b-book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