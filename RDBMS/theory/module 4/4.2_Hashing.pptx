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29" roundtripDataSignature="AMtx7mh4ah3zoTGMkry0U6MwdWmXfYob2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customschemas.google.com/relationships/presentationmetadata" Target="meta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2d1481de7ea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2d1481de7e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2d1481de7ea_0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2d1481de7ea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2d15d17dfd8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2d15d17dfd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2d15d17dfd8_0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2d15d17dfd8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5" name="Shape 15"/>
        <p:cNvGrpSpPr/>
        <p:nvPr/>
      </p:nvGrpSpPr>
      <p:grpSpPr>
        <a:xfrm>
          <a:off x="0" y="0"/>
          <a:ext cx="0" cy="0"/>
          <a:chOff x="0" y="0"/>
          <a:chExt cx="0" cy="0"/>
        </a:xfrm>
      </p:grpSpPr>
      <p:sp>
        <p:nvSpPr>
          <p:cNvPr id="16" name="Google Shape;16;p21"/>
          <p:cNvSpPr/>
          <p:nvPr/>
        </p:nvSpPr>
        <p:spPr>
          <a:xfrm>
            <a:off x="-2" y="4664147"/>
            <a:ext cx="9151089" cy="0"/>
          </a:xfrm>
          <a:prstGeom prst="rtTriangle">
            <a:avLst/>
          </a:prstGeom>
          <a:gradFill>
            <a:gsLst>
              <a:gs pos="0">
                <a:srgbClr val="007795"/>
              </a:gs>
              <a:gs pos="55000">
                <a:srgbClr val="47BBE0"/>
              </a:gs>
              <a:gs pos="100000">
                <a:srgbClr val="007795"/>
              </a:gs>
            </a:gsLst>
            <a:lin ang="30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ucida Sans"/>
              <a:ea typeface="Lucida Sans"/>
              <a:cs typeface="Lucida Sans"/>
              <a:sym typeface="Lucida Sans"/>
            </a:endParaRPr>
          </a:p>
        </p:txBody>
      </p:sp>
      <p:sp>
        <p:nvSpPr>
          <p:cNvPr id="17" name="Google Shape;17;p21"/>
          <p:cNvSpPr txBox="1"/>
          <p:nvPr>
            <p:ph type="ctrTitle"/>
          </p:nvPr>
        </p:nvSpPr>
        <p:spPr>
          <a:xfrm>
            <a:off x="685800" y="1752601"/>
            <a:ext cx="7772400" cy="1829761"/>
          </a:xfrm>
          <a:prstGeom prst="rect">
            <a:avLst/>
          </a:prstGeom>
          <a:noFill/>
          <a:ln>
            <a:noFill/>
          </a:ln>
        </p:spPr>
        <p:txBody>
          <a:bodyPr anchorCtr="0" anchor="b" bIns="45700" lIns="91425" spcFirstLastPara="1" rIns="91425" wrap="square" tIns="45700">
            <a:normAutofit/>
          </a:bodyPr>
          <a:lstStyle>
            <a:lvl1pPr lvl="0" algn="r">
              <a:spcBef>
                <a:spcPts val="0"/>
              </a:spcBef>
              <a:spcAft>
                <a:spcPts val="0"/>
              </a:spcAft>
              <a:buClr>
                <a:schemeClr val="dk2"/>
              </a:buClr>
              <a:buSzPts val="4800"/>
              <a:buFont typeface="Lucida Sans"/>
              <a:buNone/>
              <a:defRPr b="1" sz="48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21"/>
          <p:cNvSpPr txBox="1"/>
          <p:nvPr>
            <p:ph idx="1" type="subTitle"/>
          </p:nvPr>
        </p:nvSpPr>
        <p:spPr>
          <a:xfrm>
            <a:off x="685800" y="3611607"/>
            <a:ext cx="7772400" cy="1199704"/>
          </a:xfrm>
          <a:prstGeom prst="rect">
            <a:avLst/>
          </a:prstGeom>
          <a:noFill/>
          <a:ln>
            <a:noFill/>
          </a:ln>
        </p:spPr>
        <p:txBody>
          <a:bodyPr anchorCtr="0" anchor="t" bIns="45700" lIns="45700" spcFirstLastPara="1" rIns="45700" wrap="square" tIns="45700">
            <a:normAutofit/>
          </a:bodyPr>
          <a:lstStyle>
            <a:lvl1pPr lvl="0" marR="64008" algn="r">
              <a:spcBef>
                <a:spcPts val="400"/>
              </a:spcBef>
              <a:spcAft>
                <a:spcPts val="0"/>
              </a:spcAft>
              <a:buSzPts val="1836"/>
              <a:buNone/>
              <a:defRPr>
                <a:solidFill>
                  <a:schemeClr val="dk2"/>
                </a:solidFill>
              </a:defRPr>
            </a:lvl1pPr>
            <a:lvl2pPr lvl="1" algn="ctr">
              <a:spcBef>
                <a:spcPts val="324"/>
              </a:spcBef>
              <a:spcAft>
                <a:spcPts val="0"/>
              </a:spcAft>
              <a:buSzPts val="1800"/>
              <a:buNone/>
              <a:defRPr/>
            </a:lvl2pPr>
            <a:lvl3pPr lvl="2" algn="ctr">
              <a:spcBef>
                <a:spcPts val="350"/>
              </a:spcBef>
              <a:spcAft>
                <a:spcPts val="0"/>
              </a:spcAft>
              <a:buSzPts val="1800"/>
              <a:buNone/>
              <a:defRPr/>
            </a:lvl3pPr>
            <a:lvl4pPr lvl="3" algn="ctr">
              <a:spcBef>
                <a:spcPts val="350"/>
              </a:spcBef>
              <a:spcAft>
                <a:spcPts val="0"/>
              </a:spcAft>
              <a:buSzPts val="1800"/>
              <a:buNone/>
              <a:defRPr/>
            </a:lvl4pPr>
            <a:lvl5pPr lvl="4" algn="ctr">
              <a:spcBef>
                <a:spcPts val="350"/>
              </a:spcBef>
              <a:spcAft>
                <a:spcPts val="0"/>
              </a:spcAft>
              <a:buSzPts val="1800"/>
              <a:buNone/>
              <a:defRPr/>
            </a:lvl5pPr>
            <a:lvl6pPr lvl="5" algn="ctr">
              <a:spcBef>
                <a:spcPts val="350"/>
              </a:spcBef>
              <a:spcAft>
                <a:spcPts val="0"/>
              </a:spcAft>
              <a:buSzPts val="1800"/>
              <a:buNone/>
              <a:defRPr/>
            </a:lvl6pPr>
            <a:lvl7pPr lvl="6" algn="ctr">
              <a:spcBef>
                <a:spcPts val="350"/>
              </a:spcBef>
              <a:spcAft>
                <a:spcPts val="0"/>
              </a:spcAft>
              <a:buSzPts val="1800"/>
              <a:buNone/>
              <a:defRPr/>
            </a:lvl7pPr>
            <a:lvl8pPr lvl="7" algn="ctr">
              <a:spcBef>
                <a:spcPts val="350"/>
              </a:spcBef>
              <a:spcAft>
                <a:spcPts val="0"/>
              </a:spcAft>
              <a:buSzPts val="1800"/>
              <a:buNone/>
              <a:defRPr/>
            </a:lvl8pPr>
            <a:lvl9pPr lvl="8" algn="ctr">
              <a:spcBef>
                <a:spcPts val="350"/>
              </a:spcBef>
              <a:spcAft>
                <a:spcPts val="0"/>
              </a:spcAft>
              <a:buSzPts val="1800"/>
              <a:buNone/>
              <a:defRPr/>
            </a:lvl9pPr>
          </a:lstStyle>
          <a:p/>
        </p:txBody>
      </p:sp>
      <p:grpSp>
        <p:nvGrpSpPr>
          <p:cNvPr id="19" name="Google Shape;19;p21"/>
          <p:cNvGrpSpPr/>
          <p:nvPr/>
        </p:nvGrpSpPr>
        <p:grpSpPr>
          <a:xfrm>
            <a:off x="-3765" y="4953000"/>
            <a:ext cx="9147765" cy="1912088"/>
            <a:chOff x="-3765" y="4832896"/>
            <a:chExt cx="9147765" cy="2032192"/>
          </a:xfrm>
        </p:grpSpPr>
        <p:sp>
          <p:nvSpPr>
            <p:cNvPr id="20" name="Google Shape;20;p21"/>
            <p:cNvSpPr/>
            <p:nvPr/>
          </p:nvSpPr>
          <p:spPr>
            <a:xfrm>
              <a:off x="1687513" y="4832896"/>
              <a:ext cx="7456487" cy="518816"/>
            </a:xfrm>
            <a:custGeom>
              <a:rect b="b" l="l" r="r" t="t"/>
              <a:pathLst>
                <a:path extrusionOk="0" h="367" w="4697">
                  <a:moveTo>
                    <a:pt x="4697" y="0"/>
                  </a:moveTo>
                  <a:lnTo>
                    <a:pt x="4697" y="367"/>
                  </a:lnTo>
                  <a:lnTo>
                    <a:pt x="0" y="218"/>
                  </a:lnTo>
                  <a:lnTo>
                    <a:pt x="4697" y="0"/>
                  </a:lnTo>
                  <a:close/>
                </a:path>
              </a:pathLst>
            </a:custGeom>
            <a:solidFill>
              <a:srgbClr val="9CCADC">
                <a:alpha val="4000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Lucida Sans"/>
                <a:ea typeface="Lucida Sans"/>
                <a:cs typeface="Lucida Sans"/>
                <a:sym typeface="Lucida Sans"/>
              </a:endParaRPr>
            </a:p>
          </p:txBody>
        </p:sp>
        <p:sp>
          <p:nvSpPr>
            <p:cNvPr id="21" name="Google Shape;21;p21"/>
            <p:cNvSpPr/>
            <p:nvPr/>
          </p:nvSpPr>
          <p:spPr>
            <a:xfrm>
              <a:off x="35443" y="5135526"/>
              <a:ext cx="9108557" cy="838200"/>
            </a:xfrm>
            <a:custGeom>
              <a:rect b="b" l="l" r="r" t="t"/>
              <a:pathLst>
                <a:path extrusionOk="0" h="528" w="5760">
                  <a:moveTo>
                    <a:pt x="0" y="0"/>
                  </a:moveTo>
                  <a:lnTo>
                    <a:pt x="5760" y="0"/>
                  </a:lnTo>
                  <a:lnTo>
                    <a:pt x="5760" y="528"/>
                  </a:lnTo>
                  <a:lnTo>
                    <a:pt x="48" y="0"/>
                  </a:lnTo>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Lucida Sans"/>
                <a:ea typeface="Lucida Sans"/>
                <a:cs typeface="Lucida Sans"/>
                <a:sym typeface="Lucida Sans"/>
              </a:endParaRPr>
            </a:p>
          </p:txBody>
        </p:sp>
        <p:sp>
          <p:nvSpPr>
            <p:cNvPr id="22" name="Google Shape;22;p21"/>
            <p:cNvSpPr/>
            <p:nvPr/>
          </p:nvSpPr>
          <p:spPr>
            <a:xfrm>
              <a:off x="0" y="4883888"/>
              <a:ext cx="9144000" cy="1981200"/>
            </a:xfrm>
            <a:custGeom>
              <a:rect b="b" l="l" r="r" t="t"/>
              <a:pathLst>
                <a:path extrusionOk="0" h="1248" w="5760">
                  <a:moveTo>
                    <a:pt x="0" y="0"/>
                  </a:moveTo>
                  <a:lnTo>
                    <a:pt x="0" y="1248"/>
                  </a:lnTo>
                  <a:lnTo>
                    <a:pt x="5760" y="1248"/>
                  </a:lnTo>
                  <a:lnTo>
                    <a:pt x="5760" y="528"/>
                  </a:lnTo>
                  <a:lnTo>
                    <a:pt x="0" y="0"/>
                  </a:lnTo>
                  <a:close/>
                </a:path>
              </a:pathLst>
            </a:custGeom>
            <a:blipFill rotWithShape="1">
              <a:blip r:embed="rId2">
                <a:alphaModFix amt="50000"/>
              </a:blip>
              <a:tile algn="t" flip="none" tx="0" sx="50000" ty="0" sy="50000"/>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ucida Sans"/>
                <a:ea typeface="Lucida Sans"/>
                <a:cs typeface="Lucida Sans"/>
                <a:sym typeface="Lucida Sans"/>
              </a:endParaRPr>
            </a:p>
          </p:txBody>
        </p:sp>
        <p:cxnSp>
          <p:nvCxnSpPr>
            <p:cNvPr id="23" name="Google Shape;23;p21"/>
            <p:cNvCxnSpPr/>
            <p:nvPr/>
          </p:nvCxnSpPr>
          <p:spPr>
            <a:xfrm>
              <a:off x="-3765" y="4880373"/>
              <a:ext cx="9147765" cy="839943"/>
            </a:xfrm>
            <a:prstGeom prst="straightConnector1">
              <a:avLst/>
            </a:prstGeom>
            <a:noFill/>
            <a:ln cap="flat" cmpd="sng" w="12050">
              <a:solidFill>
                <a:srgbClr val="93C5D8"/>
              </a:solidFill>
              <a:prstDash val="solid"/>
              <a:miter lim="800000"/>
              <a:headEnd len="sm" w="sm" type="none"/>
              <a:tailEnd len="sm" w="sm" type="none"/>
            </a:ln>
          </p:spPr>
        </p:cxnSp>
      </p:grpSp>
      <p:sp>
        <p:nvSpPr>
          <p:cNvPr id="24" name="Google Shape;24;p21"/>
          <p:cNvSpPr txBox="1"/>
          <p:nvPr>
            <p:ph idx="10" type="dt"/>
          </p:nvPr>
        </p:nvSpPr>
        <p:spPr>
          <a:xfrm>
            <a:off x="6727032" y="6407944"/>
            <a:ext cx="1920240" cy="3657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1"/>
          <p:cNvSpPr txBox="1"/>
          <p:nvPr>
            <p:ph idx="11" type="ftr"/>
          </p:nvPr>
        </p:nvSpPr>
        <p:spPr>
          <a:xfrm>
            <a:off x="4380072" y="6407944"/>
            <a:ext cx="2350681" cy="365125"/>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solidFill>
                  <a:srgbClr val="E7F0F4"/>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1"/>
          <p:cNvSpPr txBox="1"/>
          <p:nvPr>
            <p:ph idx="12" type="sldNum"/>
          </p:nvPr>
        </p:nvSpPr>
        <p:spPr>
          <a:xfrm>
            <a:off x="8647272" y="6407944"/>
            <a:ext cx="365760" cy="365125"/>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b="0" sz="1000">
                <a:solidFill>
                  <a:srgbClr val="FFFFFF"/>
                </a:solidFill>
                <a:latin typeface="Lucida Sans"/>
                <a:ea typeface="Lucida Sans"/>
                <a:cs typeface="Lucida Sans"/>
                <a:sym typeface="Lucida Sans"/>
              </a:defRPr>
            </a:lvl1pPr>
            <a:lvl2pPr indent="0" lvl="1" marL="0" algn="r">
              <a:spcBef>
                <a:spcPts val="0"/>
              </a:spcBef>
              <a:buNone/>
              <a:defRPr b="0" sz="1000">
                <a:solidFill>
                  <a:srgbClr val="FFFFFF"/>
                </a:solidFill>
                <a:latin typeface="Lucida Sans"/>
                <a:ea typeface="Lucida Sans"/>
                <a:cs typeface="Lucida Sans"/>
                <a:sym typeface="Lucida Sans"/>
              </a:defRPr>
            </a:lvl2pPr>
            <a:lvl3pPr indent="0" lvl="2" marL="0" algn="r">
              <a:spcBef>
                <a:spcPts val="0"/>
              </a:spcBef>
              <a:buNone/>
              <a:defRPr b="0" sz="1000">
                <a:solidFill>
                  <a:srgbClr val="FFFFFF"/>
                </a:solidFill>
                <a:latin typeface="Lucida Sans"/>
                <a:ea typeface="Lucida Sans"/>
                <a:cs typeface="Lucida Sans"/>
                <a:sym typeface="Lucida Sans"/>
              </a:defRPr>
            </a:lvl3pPr>
            <a:lvl4pPr indent="0" lvl="3" marL="0" algn="r">
              <a:spcBef>
                <a:spcPts val="0"/>
              </a:spcBef>
              <a:buNone/>
              <a:defRPr b="0" sz="1000">
                <a:solidFill>
                  <a:srgbClr val="FFFFFF"/>
                </a:solidFill>
                <a:latin typeface="Lucida Sans"/>
                <a:ea typeface="Lucida Sans"/>
                <a:cs typeface="Lucida Sans"/>
                <a:sym typeface="Lucida Sans"/>
              </a:defRPr>
            </a:lvl4pPr>
            <a:lvl5pPr indent="0" lvl="4" marL="0" algn="r">
              <a:spcBef>
                <a:spcPts val="0"/>
              </a:spcBef>
              <a:buNone/>
              <a:defRPr b="0" sz="1000">
                <a:solidFill>
                  <a:srgbClr val="FFFFFF"/>
                </a:solidFill>
                <a:latin typeface="Lucida Sans"/>
                <a:ea typeface="Lucida Sans"/>
                <a:cs typeface="Lucida Sans"/>
                <a:sym typeface="Lucida Sans"/>
              </a:defRPr>
            </a:lvl5pPr>
            <a:lvl6pPr indent="0" lvl="5" marL="0" algn="r">
              <a:spcBef>
                <a:spcPts val="0"/>
              </a:spcBef>
              <a:buNone/>
              <a:defRPr b="0" sz="1000">
                <a:solidFill>
                  <a:srgbClr val="FFFFFF"/>
                </a:solidFill>
                <a:latin typeface="Lucida Sans"/>
                <a:ea typeface="Lucida Sans"/>
                <a:cs typeface="Lucida Sans"/>
                <a:sym typeface="Lucida Sans"/>
              </a:defRPr>
            </a:lvl6pPr>
            <a:lvl7pPr indent="0" lvl="6" marL="0" algn="r">
              <a:spcBef>
                <a:spcPts val="0"/>
              </a:spcBef>
              <a:buNone/>
              <a:defRPr b="0" sz="1000">
                <a:solidFill>
                  <a:srgbClr val="FFFFFF"/>
                </a:solidFill>
                <a:latin typeface="Lucida Sans"/>
                <a:ea typeface="Lucida Sans"/>
                <a:cs typeface="Lucida Sans"/>
                <a:sym typeface="Lucida Sans"/>
              </a:defRPr>
            </a:lvl7pPr>
            <a:lvl8pPr indent="0" lvl="7" marL="0" algn="r">
              <a:spcBef>
                <a:spcPts val="0"/>
              </a:spcBef>
              <a:buNone/>
              <a:defRPr b="0" sz="1000">
                <a:solidFill>
                  <a:srgbClr val="FFFFFF"/>
                </a:solidFill>
                <a:latin typeface="Lucida Sans"/>
                <a:ea typeface="Lucida Sans"/>
                <a:cs typeface="Lucida Sans"/>
                <a:sym typeface="Lucida Sans"/>
              </a:defRPr>
            </a:lvl8pPr>
            <a:lvl9pPr indent="0" lvl="8" marL="0" algn="r">
              <a:spcBef>
                <a:spcPts val="0"/>
              </a:spcBef>
              <a:buNone/>
              <a:defRPr b="0" sz="1000">
                <a:solidFill>
                  <a:srgbClr val="FFFFFF"/>
                </a:solidFill>
                <a:latin typeface="Lucida Sans"/>
                <a:ea typeface="Lucida Sans"/>
                <a:cs typeface="Lucida Sans"/>
                <a:sym typeface="Lucid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 name="Shape 27"/>
        <p:cNvGrpSpPr/>
        <p:nvPr/>
      </p:nvGrpSpPr>
      <p:grpSpPr>
        <a:xfrm>
          <a:off x="0" y="0"/>
          <a:ext cx="0" cy="0"/>
          <a:chOff x="0" y="0"/>
          <a:chExt cx="0" cy="0"/>
        </a:xfrm>
      </p:grpSpPr>
      <p:sp>
        <p:nvSpPr>
          <p:cNvPr id="28" name="Google Shape;28;p22"/>
          <p:cNvSpPr txBox="1"/>
          <p:nvPr>
            <p:ph idx="1" type="body"/>
          </p:nvPr>
        </p:nvSpPr>
        <p:spPr>
          <a:xfrm>
            <a:off x="457200" y="1481328"/>
            <a:ext cx="8229600" cy="4525963"/>
          </a:xfrm>
          <a:prstGeom prst="rect">
            <a:avLst/>
          </a:prstGeom>
          <a:noFill/>
          <a:ln>
            <a:noFill/>
          </a:ln>
        </p:spPr>
        <p:txBody>
          <a:bodyPr anchorCtr="0" anchor="t" bIns="45700" lIns="91425" spcFirstLastPara="1" rIns="91425" wrap="square" tIns="45700">
            <a:normAutofit/>
          </a:bodyPr>
          <a:lstStyle>
            <a:lvl1pPr indent="-306324" lvl="0" marL="457200" algn="l">
              <a:spcBef>
                <a:spcPts val="400"/>
              </a:spcBef>
              <a:spcAft>
                <a:spcPts val="0"/>
              </a:spcAft>
              <a:buSzPts val="1224"/>
              <a:buChar char="🞂"/>
              <a:defRPr/>
            </a:lvl1pPr>
            <a:lvl2pPr indent="-342900" lvl="1" marL="914400" algn="l">
              <a:spcBef>
                <a:spcPts val="324"/>
              </a:spcBef>
              <a:spcAft>
                <a:spcPts val="0"/>
              </a:spcAft>
              <a:buSzPts val="1800"/>
              <a:buChar char="◦"/>
              <a:defRPr/>
            </a:lvl2pPr>
            <a:lvl3pPr indent="-342900" lvl="2" marL="1371600" algn="l">
              <a:spcBef>
                <a:spcPts val="350"/>
              </a:spcBef>
              <a:spcAft>
                <a:spcPts val="0"/>
              </a:spcAft>
              <a:buSzPts val="1800"/>
              <a:buChar char="●"/>
              <a:defRPr/>
            </a:lvl3pPr>
            <a:lvl4pPr indent="-342900" lvl="3" marL="1828800" algn="l">
              <a:spcBef>
                <a:spcPts val="350"/>
              </a:spcBef>
              <a:spcAft>
                <a:spcPts val="0"/>
              </a:spcAft>
              <a:buSzPts val="1800"/>
              <a:buChar char="●"/>
              <a:defRPr/>
            </a:lvl4pPr>
            <a:lvl5pPr indent="-342900" lvl="4" marL="2286000" algn="l">
              <a:spcBef>
                <a:spcPts val="350"/>
              </a:spcBef>
              <a:spcAft>
                <a:spcPts val="0"/>
              </a:spcAft>
              <a:buSzPts val="1800"/>
              <a:buChar char="●"/>
              <a:defRPr/>
            </a:lvl5pPr>
            <a:lvl6pPr indent="-342900" lvl="5" marL="2743200" algn="l">
              <a:spcBef>
                <a:spcPts val="350"/>
              </a:spcBef>
              <a:spcAft>
                <a:spcPts val="0"/>
              </a:spcAft>
              <a:buSzPts val="1800"/>
              <a:buChar char="■"/>
              <a:defRPr/>
            </a:lvl6pPr>
            <a:lvl7pPr indent="-342900" lvl="6" marL="3200400" algn="l">
              <a:spcBef>
                <a:spcPts val="350"/>
              </a:spcBef>
              <a:spcAft>
                <a:spcPts val="0"/>
              </a:spcAft>
              <a:buSzPts val="1800"/>
              <a:buChar char="■"/>
              <a:defRPr/>
            </a:lvl7pPr>
            <a:lvl8pPr indent="-342900" lvl="7" marL="3657600" algn="l">
              <a:spcBef>
                <a:spcPts val="350"/>
              </a:spcBef>
              <a:spcAft>
                <a:spcPts val="0"/>
              </a:spcAft>
              <a:buSzPts val="1800"/>
              <a:buChar char="■"/>
              <a:defRPr/>
            </a:lvl8pPr>
            <a:lvl9pPr indent="-342900" lvl="8" marL="4114800" algn="l">
              <a:spcBef>
                <a:spcPts val="350"/>
              </a:spcBef>
              <a:spcAft>
                <a:spcPts val="0"/>
              </a:spcAft>
              <a:buSzPts val="1800"/>
              <a:buChar char="■"/>
              <a:defRPr/>
            </a:lvl9pPr>
          </a:lstStyle>
          <a:p/>
        </p:txBody>
      </p:sp>
      <p:sp>
        <p:nvSpPr>
          <p:cNvPr id="29" name="Google Shape;29;p22"/>
          <p:cNvSpPr txBox="1"/>
          <p:nvPr>
            <p:ph idx="10" type="dt"/>
          </p:nvPr>
        </p:nvSpPr>
        <p:spPr>
          <a:xfrm>
            <a:off x="6727032" y="6407944"/>
            <a:ext cx="1920240" cy="3657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22"/>
          <p:cNvSpPr txBox="1"/>
          <p:nvPr>
            <p:ph idx="11" type="ftr"/>
          </p:nvPr>
        </p:nvSpPr>
        <p:spPr>
          <a:xfrm>
            <a:off x="4380072" y="6407944"/>
            <a:ext cx="2350681" cy="365125"/>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2"/>
          <p:cNvSpPr txBox="1"/>
          <p:nvPr>
            <p:ph idx="12" type="sldNum"/>
          </p:nvPr>
        </p:nvSpPr>
        <p:spPr>
          <a:xfrm>
            <a:off x="8647272" y="6407944"/>
            <a:ext cx="365760" cy="365125"/>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32" name="Google Shape;32;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gradFill>
          <a:gsLst>
            <a:gs pos="0">
              <a:srgbClr val="B1B1B1"/>
            </a:gs>
            <a:gs pos="40000">
              <a:srgbClr val="9E9E9E"/>
            </a:gs>
            <a:gs pos="100000">
              <a:schemeClr val="dk1"/>
            </a:gs>
          </a:gsLst>
          <a:path path="circle">
            <a:fillToRect b="100%" l="100%"/>
          </a:path>
          <a:tileRect r="-100%" t="-100%"/>
        </a:gradFill>
      </p:bgPr>
    </p:bg>
    <p:spTree>
      <p:nvGrpSpPr>
        <p:cNvPr id="33" name="Shape 33"/>
        <p:cNvGrpSpPr/>
        <p:nvPr/>
      </p:nvGrpSpPr>
      <p:grpSpPr>
        <a:xfrm>
          <a:off x="0" y="0"/>
          <a:ext cx="0" cy="0"/>
          <a:chOff x="0" y="0"/>
          <a:chExt cx="0" cy="0"/>
        </a:xfrm>
      </p:grpSpPr>
      <p:sp>
        <p:nvSpPr>
          <p:cNvPr id="34" name="Google Shape;34;p23"/>
          <p:cNvSpPr txBox="1"/>
          <p:nvPr>
            <p:ph type="title"/>
          </p:nvPr>
        </p:nvSpPr>
        <p:spPr>
          <a:xfrm>
            <a:off x="722376" y="1059712"/>
            <a:ext cx="7772400" cy="1828800"/>
          </a:xfrm>
          <a:prstGeom prst="rect">
            <a:avLst/>
          </a:prstGeom>
          <a:noFill/>
          <a:ln>
            <a:noFill/>
          </a:ln>
        </p:spPr>
        <p:txBody>
          <a:bodyPr anchorCtr="0" anchor="b" bIns="45700" lIns="91425" spcFirstLastPara="1" rIns="91425" wrap="square" tIns="45700">
            <a:normAutofit/>
          </a:bodyPr>
          <a:lstStyle>
            <a:lvl1pPr lvl="0" algn="r">
              <a:spcBef>
                <a:spcPts val="0"/>
              </a:spcBef>
              <a:spcAft>
                <a:spcPts val="0"/>
              </a:spcAft>
              <a:buClr>
                <a:schemeClr val="lt2"/>
              </a:buClr>
              <a:buSzPts val="4800"/>
              <a:buFont typeface="Lucida Sans"/>
              <a:buNone/>
              <a:defRPr b="1" sz="48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3"/>
          <p:cNvSpPr txBox="1"/>
          <p:nvPr>
            <p:ph idx="1" type="body"/>
          </p:nvPr>
        </p:nvSpPr>
        <p:spPr>
          <a:xfrm>
            <a:off x="3922713" y="2931712"/>
            <a:ext cx="4572000" cy="1454888"/>
          </a:xfrm>
          <a:prstGeom prst="rect">
            <a:avLst/>
          </a:prstGeom>
          <a:noFill/>
          <a:ln>
            <a:noFill/>
          </a:ln>
        </p:spPr>
        <p:txBody>
          <a:bodyPr anchorCtr="0" anchor="t" bIns="45700" lIns="91425" spcFirstLastPara="1" rIns="91425" wrap="square" tIns="45700">
            <a:normAutofit/>
          </a:bodyPr>
          <a:lstStyle>
            <a:lvl1pPr indent="-228600" lvl="0" marL="457200" algn="l">
              <a:spcBef>
                <a:spcPts val="400"/>
              </a:spcBef>
              <a:spcAft>
                <a:spcPts val="0"/>
              </a:spcAft>
              <a:buSzPts val="1564"/>
              <a:buNone/>
              <a:defRPr sz="2300">
                <a:solidFill>
                  <a:schemeClr val="lt1"/>
                </a:solidFill>
              </a:defRPr>
            </a:lvl1pPr>
            <a:lvl2pPr indent="-228600" lvl="1" marL="914400" algn="l">
              <a:spcBef>
                <a:spcPts val="324"/>
              </a:spcBef>
              <a:spcAft>
                <a:spcPts val="0"/>
              </a:spcAft>
              <a:buSzPts val="1800"/>
              <a:buNone/>
              <a:defRPr sz="1800">
                <a:solidFill>
                  <a:schemeClr val="lt1"/>
                </a:solidFill>
              </a:defRPr>
            </a:lvl2pPr>
            <a:lvl3pPr indent="-228600" lvl="2" marL="1371600" algn="l">
              <a:spcBef>
                <a:spcPts val="350"/>
              </a:spcBef>
              <a:spcAft>
                <a:spcPts val="0"/>
              </a:spcAft>
              <a:buSzPts val="1600"/>
              <a:buNone/>
              <a:defRPr sz="1600">
                <a:solidFill>
                  <a:schemeClr val="lt1"/>
                </a:solidFill>
              </a:defRPr>
            </a:lvl3pPr>
            <a:lvl4pPr indent="-228600" lvl="3" marL="1828800" algn="l">
              <a:spcBef>
                <a:spcPts val="350"/>
              </a:spcBef>
              <a:spcAft>
                <a:spcPts val="0"/>
              </a:spcAft>
              <a:buSzPts val="1400"/>
              <a:buNone/>
              <a:defRPr sz="1400">
                <a:solidFill>
                  <a:schemeClr val="lt1"/>
                </a:solidFill>
              </a:defRPr>
            </a:lvl4pPr>
            <a:lvl5pPr indent="-228600" lvl="4" marL="2286000" algn="l">
              <a:spcBef>
                <a:spcPts val="350"/>
              </a:spcBef>
              <a:spcAft>
                <a:spcPts val="0"/>
              </a:spcAft>
              <a:buSzPts val="1400"/>
              <a:buNone/>
              <a:defRPr sz="1400">
                <a:solidFill>
                  <a:schemeClr val="lt1"/>
                </a:solidFill>
              </a:defRPr>
            </a:lvl5pPr>
            <a:lvl6pPr indent="-342900" lvl="5" marL="2743200" algn="l">
              <a:spcBef>
                <a:spcPts val="350"/>
              </a:spcBef>
              <a:spcAft>
                <a:spcPts val="0"/>
              </a:spcAft>
              <a:buSzPts val="1800"/>
              <a:buChar char="■"/>
              <a:defRPr/>
            </a:lvl6pPr>
            <a:lvl7pPr indent="-342900" lvl="6" marL="3200400" algn="l">
              <a:spcBef>
                <a:spcPts val="350"/>
              </a:spcBef>
              <a:spcAft>
                <a:spcPts val="0"/>
              </a:spcAft>
              <a:buSzPts val="1800"/>
              <a:buChar char="■"/>
              <a:defRPr/>
            </a:lvl7pPr>
            <a:lvl8pPr indent="-342900" lvl="7" marL="3657600" algn="l">
              <a:spcBef>
                <a:spcPts val="350"/>
              </a:spcBef>
              <a:spcAft>
                <a:spcPts val="0"/>
              </a:spcAft>
              <a:buSzPts val="1800"/>
              <a:buChar char="■"/>
              <a:defRPr/>
            </a:lvl8pPr>
            <a:lvl9pPr indent="-342900" lvl="8" marL="4114800" algn="l">
              <a:spcBef>
                <a:spcPts val="350"/>
              </a:spcBef>
              <a:spcAft>
                <a:spcPts val="0"/>
              </a:spcAft>
              <a:buSzPts val="1800"/>
              <a:buChar char="■"/>
              <a:defRPr/>
            </a:lvl9pPr>
          </a:lstStyle>
          <a:p/>
        </p:txBody>
      </p:sp>
      <p:sp>
        <p:nvSpPr>
          <p:cNvPr id="36" name="Google Shape;36;p23"/>
          <p:cNvSpPr txBox="1"/>
          <p:nvPr>
            <p:ph idx="10" type="dt"/>
          </p:nvPr>
        </p:nvSpPr>
        <p:spPr>
          <a:xfrm>
            <a:off x="6727032" y="6407944"/>
            <a:ext cx="1920240" cy="3657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23"/>
          <p:cNvSpPr txBox="1"/>
          <p:nvPr>
            <p:ph idx="11" type="ftr"/>
          </p:nvPr>
        </p:nvSpPr>
        <p:spPr>
          <a:xfrm>
            <a:off x="4380072" y="6407944"/>
            <a:ext cx="2350681" cy="365125"/>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3"/>
          <p:cNvSpPr txBox="1"/>
          <p:nvPr>
            <p:ph idx="12" type="sldNum"/>
          </p:nvPr>
        </p:nvSpPr>
        <p:spPr>
          <a:xfrm>
            <a:off x="8647272" y="6407944"/>
            <a:ext cx="365760" cy="365125"/>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39" name="Google Shape;39;p23"/>
          <p:cNvSpPr/>
          <p:nvPr/>
        </p:nvSpPr>
        <p:spPr>
          <a:xfrm>
            <a:off x="3636680" y="3005472"/>
            <a:ext cx="182880" cy="228600"/>
          </a:xfrm>
          <a:prstGeom prst="chevron">
            <a:avLst>
              <a:gd fmla="val 50000" name="adj"/>
            </a:avLst>
          </a:prstGeom>
          <a:gradFill>
            <a:gsLst>
              <a:gs pos="0">
                <a:srgbClr val="1488A5"/>
              </a:gs>
              <a:gs pos="72000">
                <a:srgbClr val="4DB7DA"/>
              </a:gs>
              <a:gs pos="100000">
                <a:srgbClr val="7CC2DD"/>
              </a:gs>
            </a:gsLst>
            <a:lin ang="16200000" scaled="0"/>
          </a:gradFill>
          <a:ln cap="rnd" cmpd="sng" w="9525">
            <a:solidFill>
              <a:srgbClr val="20768B"/>
            </a:solidFill>
            <a:prstDash val="solid"/>
            <a:round/>
            <a:headEnd len="sm" w="sm" type="none"/>
            <a:tailEnd len="sm" w="sm" type="none"/>
          </a:ln>
          <a:effectLst>
            <a:outerShdw blurRad="50800" dir="5400000" dist="25400">
              <a:srgbClr val="000000">
                <a:alpha val="45882"/>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ucida Sans"/>
              <a:ea typeface="Lucida Sans"/>
              <a:cs typeface="Lucida Sans"/>
              <a:sym typeface="Lucida Sans"/>
            </a:endParaRPr>
          </a:p>
        </p:txBody>
      </p:sp>
      <p:sp>
        <p:nvSpPr>
          <p:cNvPr id="40" name="Google Shape;40;p23"/>
          <p:cNvSpPr/>
          <p:nvPr/>
        </p:nvSpPr>
        <p:spPr>
          <a:xfrm>
            <a:off x="3450264" y="3005472"/>
            <a:ext cx="182880" cy="228600"/>
          </a:xfrm>
          <a:prstGeom prst="chevron">
            <a:avLst>
              <a:gd fmla="val 50000" name="adj"/>
            </a:avLst>
          </a:prstGeom>
          <a:gradFill>
            <a:gsLst>
              <a:gs pos="0">
                <a:srgbClr val="1488A5"/>
              </a:gs>
              <a:gs pos="72000">
                <a:srgbClr val="4DB7DA"/>
              </a:gs>
              <a:gs pos="100000">
                <a:srgbClr val="7CC2DD"/>
              </a:gs>
            </a:gsLst>
            <a:lin ang="16200000" scaled="0"/>
          </a:gradFill>
          <a:ln cap="rnd" cmpd="sng" w="9525">
            <a:solidFill>
              <a:srgbClr val="20768B"/>
            </a:solidFill>
            <a:prstDash val="solid"/>
            <a:round/>
            <a:headEnd len="sm" w="sm" type="none"/>
            <a:tailEnd len="sm" w="sm" type="none"/>
          </a:ln>
          <a:effectLst>
            <a:outerShdw blurRad="50800" dir="5400000" dist="25400">
              <a:srgbClr val="000000">
                <a:alpha val="45882"/>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ucida Sans"/>
              <a:ea typeface="Lucida Sans"/>
              <a:cs typeface="Lucida Sans"/>
              <a:sym typeface="Lucida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bg>
      <p:bgPr>
        <a:gradFill>
          <a:gsLst>
            <a:gs pos="0">
              <a:srgbClr val="B1B1B1"/>
            </a:gs>
            <a:gs pos="40000">
              <a:srgbClr val="9E9E9E"/>
            </a:gs>
            <a:gs pos="100000">
              <a:schemeClr val="dk1"/>
            </a:gs>
          </a:gsLst>
          <a:path path="circle">
            <a:fillToRect b="100%" l="100%"/>
          </a:path>
          <a:tileRect r="-100%" t="-100%"/>
        </a:gradFill>
      </p:bgPr>
    </p:bg>
    <p:spTree>
      <p:nvGrpSpPr>
        <p:cNvPr id="41" name="Shape 41"/>
        <p:cNvGrpSpPr/>
        <p:nvPr/>
      </p:nvGrpSpPr>
      <p:grpSpPr>
        <a:xfrm>
          <a:off x="0" y="0"/>
          <a:ext cx="0" cy="0"/>
          <a:chOff x="0" y="0"/>
          <a:chExt cx="0" cy="0"/>
        </a:xfrm>
      </p:grpSpPr>
      <p:sp>
        <p:nvSpPr>
          <p:cNvPr id="42" name="Google Shape;42;p24"/>
          <p:cNvSpPr txBox="1"/>
          <p:nvPr>
            <p:ph idx="1" type="body"/>
          </p:nvPr>
        </p:nvSpPr>
        <p:spPr>
          <a:xfrm>
            <a:off x="457200" y="1481328"/>
            <a:ext cx="4038600" cy="4525963"/>
          </a:xfrm>
          <a:prstGeom prst="rect">
            <a:avLst/>
          </a:prstGeom>
          <a:noFill/>
          <a:ln>
            <a:noFill/>
          </a:ln>
        </p:spPr>
        <p:txBody>
          <a:bodyPr anchorCtr="0" anchor="t" bIns="45700" lIns="91425" spcFirstLastPara="1" rIns="91425" wrap="square" tIns="45700">
            <a:normAutofit/>
          </a:bodyPr>
          <a:lstStyle>
            <a:lvl1pPr indent="-349504" lvl="0" marL="457200" algn="l">
              <a:spcBef>
                <a:spcPts val="400"/>
              </a:spcBef>
              <a:spcAft>
                <a:spcPts val="0"/>
              </a:spcAft>
              <a:buSzPts val="1904"/>
              <a:buChar char="🞂"/>
              <a:defRPr sz="2800"/>
            </a:lvl1pPr>
            <a:lvl2pPr indent="-381000" lvl="1" marL="914400" algn="l">
              <a:spcBef>
                <a:spcPts val="324"/>
              </a:spcBef>
              <a:spcAft>
                <a:spcPts val="0"/>
              </a:spcAft>
              <a:buSzPts val="2400"/>
              <a:buChar char="◦"/>
              <a:defRPr sz="2400"/>
            </a:lvl2pPr>
            <a:lvl3pPr indent="-355600" lvl="2" marL="1371600" algn="l">
              <a:spcBef>
                <a:spcPts val="350"/>
              </a:spcBef>
              <a:spcAft>
                <a:spcPts val="0"/>
              </a:spcAft>
              <a:buSzPts val="2000"/>
              <a:buChar char="●"/>
              <a:defRPr sz="2000"/>
            </a:lvl3pPr>
            <a:lvl4pPr indent="-342900" lvl="3" marL="1828800" algn="l">
              <a:spcBef>
                <a:spcPts val="350"/>
              </a:spcBef>
              <a:spcAft>
                <a:spcPts val="0"/>
              </a:spcAft>
              <a:buSzPts val="1800"/>
              <a:buChar char="●"/>
              <a:defRPr sz="1800"/>
            </a:lvl4pPr>
            <a:lvl5pPr indent="-342900" lvl="4" marL="2286000" algn="l">
              <a:spcBef>
                <a:spcPts val="350"/>
              </a:spcBef>
              <a:spcAft>
                <a:spcPts val="0"/>
              </a:spcAft>
              <a:buSzPts val="1800"/>
              <a:buChar char="●"/>
              <a:defRPr sz="1800"/>
            </a:lvl5pPr>
            <a:lvl6pPr indent="-342900" lvl="5" marL="2743200" algn="l">
              <a:spcBef>
                <a:spcPts val="350"/>
              </a:spcBef>
              <a:spcAft>
                <a:spcPts val="0"/>
              </a:spcAft>
              <a:buSzPts val="1800"/>
              <a:buChar char="■"/>
              <a:defRPr/>
            </a:lvl6pPr>
            <a:lvl7pPr indent="-342900" lvl="6" marL="3200400" algn="l">
              <a:spcBef>
                <a:spcPts val="350"/>
              </a:spcBef>
              <a:spcAft>
                <a:spcPts val="0"/>
              </a:spcAft>
              <a:buSzPts val="1800"/>
              <a:buChar char="■"/>
              <a:defRPr/>
            </a:lvl7pPr>
            <a:lvl8pPr indent="-342900" lvl="7" marL="3657600" algn="l">
              <a:spcBef>
                <a:spcPts val="350"/>
              </a:spcBef>
              <a:spcAft>
                <a:spcPts val="0"/>
              </a:spcAft>
              <a:buSzPts val="1800"/>
              <a:buChar char="■"/>
              <a:defRPr/>
            </a:lvl8pPr>
            <a:lvl9pPr indent="-342900" lvl="8" marL="4114800" algn="l">
              <a:spcBef>
                <a:spcPts val="350"/>
              </a:spcBef>
              <a:spcAft>
                <a:spcPts val="0"/>
              </a:spcAft>
              <a:buSzPts val="1800"/>
              <a:buChar char="■"/>
              <a:defRPr/>
            </a:lvl9pPr>
          </a:lstStyle>
          <a:p/>
        </p:txBody>
      </p:sp>
      <p:sp>
        <p:nvSpPr>
          <p:cNvPr id="43" name="Google Shape;43;p24"/>
          <p:cNvSpPr txBox="1"/>
          <p:nvPr>
            <p:ph idx="2" type="body"/>
          </p:nvPr>
        </p:nvSpPr>
        <p:spPr>
          <a:xfrm>
            <a:off x="4648200" y="1481328"/>
            <a:ext cx="4038600" cy="4525963"/>
          </a:xfrm>
          <a:prstGeom prst="rect">
            <a:avLst/>
          </a:prstGeom>
          <a:noFill/>
          <a:ln>
            <a:noFill/>
          </a:ln>
        </p:spPr>
        <p:txBody>
          <a:bodyPr anchorCtr="0" anchor="t" bIns="45700" lIns="91425" spcFirstLastPara="1" rIns="91425" wrap="square" tIns="45700">
            <a:normAutofit/>
          </a:bodyPr>
          <a:lstStyle>
            <a:lvl1pPr indent="-349504" lvl="0" marL="457200" algn="l">
              <a:spcBef>
                <a:spcPts val="400"/>
              </a:spcBef>
              <a:spcAft>
                <a:spcPts val="0"/>
              </a:spcAft>
              <a:buSzPts val="1904"/>
              <a:buChar char="🞂"/>
              <a:defRPr sz="2800"/>
            </a:lvl1pPr>
            <a:lvl2pPr indent="-381000" lvl="1" marL="914400" algn="l">
              <a:spcBef>
                <a:spcPts val="324"/>
              </a:spcBef>
              <a:spcAft>
                <a:spcPts val="0"/>
              </a:spcAft>
              <a:buSzPts val="2400"/>
              <a:buChar char="◦"/>
              <a:defRPr sz="2400"/>
            </a:lvl2pPr>
            <a:lvl3pPr indent="-355600" lvl="2" marL="1371600" algn="l">
              <a:spcBef>
                <a:spcPts val="350"/>
              </a:spcBef>
              <a:spcAft>
                <a:spcPts val="0"/>
              </a:spcAft>
              <a:buSzPts val="2000"/>
              <a:buChar char="●"/>
              <a:defRPr sz="2000"/>
            </a:lvl3pPr>
            <a:lvl4pPr indent="-342900" lvl="3" marL="1828800" algn="l">
              <a:spcBef>
                <a:spcPts val="350"/>
              </a:spcBef>
              <a:spcAft>
                <a:spcPts val="0"/>
              </a:spcAft>
              <a:buSzPts val="1800"/>
              <a:buChar char="●"/>
              <a:defRPr sz="1800"/>
            </a:lvl4pPr>
            <a:lvl5pPr indent="-342900" lvl="4" marL="2286000" algn="l">
              <a:spcBef>
                <a:spcPts val="350"/>
              </a:spcBef>
              <a:spcAft>
                <a:spcPts val="0"/>
              </a:spcAft>
              <a:buSzPts val="1800"/>
              <a:buChar char="●"/>
              <a:defRPr sz="1800"/>
            </a:lvl5pPr>
            <a:lvl6pPr indent="-342900" lvl="5" marL="2743200" algn="l">
              <a:spcBef>
                <a:spcPts val="350"/>
              </a:spcBef>
              <a:spcAft>
                <a:spcPts val="0"/>
              </a:spcAft>
              <a:buSzPts val="1800"/>
              <a:buChar char="■"/>
              <a:defRPr/>
            </a:lvl6pPr>
            <a:lvl7pPr indent="-342900" lvl="6" marL="3200400" algn="l">
              <a:spcBef>
                <a:spcPts val="350"/>
              </a:spcBef>
              <a:spcAft>
                <a:spcPts val="0"/>
              </a:spcAft>
              <a:buSzPts val="1800"/>
              <a:buChar char="■"/>
              <a:defRPr/>
            </a:lvl7pPr>
            <a:lvl8pPr indent="-342900" lvl="7" marL="3657600" algn="l">
              <a:spcBef>
                <a:spcPts val="350"/>
              </a:spcBef>
              <a:spcAft>
                <a:spcPts val="0"/>
              </a:spcAft>
              <a:buSzPts val="1800"/>
              <a:buChar char="■"/>
              <a:defRPr/>
            </a:lvl8pPr>
            <a:lvl9pPr indent="-342900" lvl="8" marL="4114800" algn="l">
              <a:spcBef>
                <a:spcPts val="350"/>
              </a:spcBef>
              <a:spcAft>
                <a:spcPts val="0"/>
              </a:spcAft>
              <a:buSzPts val="1800"/>
              <a:buChar char="■"/>
              <a:defRPr/>
            </a:lvl9pPr>
          </a:lstStyle>
          <a:p/>
        </p:txBody>
      </p:sp>
      <p:sp>
        <p:nvSpPr>
          <p:cNvPr id="44" name="Google Shape;44;p24"/>
          <p:cNvSpPr txBox="1"/>
          <p:nvPr>
            <p:ph idx="10" type="dt"/>
          </p:nvPr>
        </p:nvSpPr>
        <p:spPr>
          <a:xfrm>
            <a:off x="6727032" y="6407944"/>
            <a:ext cx="1920240" cy="3657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24"/>
          <p:cNvSpPr txBox="1"/>
          <p:nvPr>
            <p:ph idx="11" type="ftr"/>
          </p:nvPr>
        </p:nvSpPr>
        <p:spPr>
          <a:xfrm>
            <a:off x="4380072" y="6407944"/>
            <a:ext cx="2350681" cy="365125"/>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24"/>
          <p:cNvSpPr txBox="1"/>
          <p:nvPr>
            <p:ph idx="12" type="sldNum"/>
          </p:nvPr>
        </p:nvSpPr>
        <p:spPr>
          <a:xfrm>
            <a:off x="8647272" y="6407944"/>
            <a:ext cx="365760" cy="365125"/>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47" name="Google Shape;47;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l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showMasterSp="0" type="twoTxTwoObj">
  <p:cSld name="TWO_OBJECTS_WITH_TEXT">
    <p:bg>
      <p:bgPr>
        <a:blipFill rotWithShape="1">
          <a:blip r:embed="rId2">
            <a:alphaModFix/>
          </a:blip>
          <a:tile algn="tl" flip="none" tx="0" sx="50000" ty="0" sy="50000"/>
        </a:blipFill>
      </p:bgPr>
    </p:bg>
    <p:spTree>
      <p:nvGrpSpPr>
        <p:cNvPr id="48" name="Shape 48"/>
        <p:cNvGrpSpPr/>
        <p:nvPr/>
      </p:nvGrpSpPr>
      <p:grpSpPr>
        <a:xfrm>
          <a:off x="0" y="0"/>
          <a:ext cx="0" cy="0"/>
          <a:chOff x="0" y="0"/>
          <a:chExt cx="0" cy="0"/>
        </a:xfrm>
      </p:grpSpPr>
      <p:sp>
        <p:nvSpPr>
          <p:cNvPr id="49" name="Google Shape;49;p25"/>
          <p:cNvSpPr txBox="1"/>
          <p:nvPr>
            <p:ph type="title"/>
          </p:nvPr>
        </p:nvSpPr>
        <p:spPr>
          <a:xfrm>
            <a:off x="457200" y="273050"/>
            <a:ext cx="8229600" cy="1143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4100"/>
              <a:buFont typeface="Lucida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 name="Google Shape;50;p25"/>
          <p:cNvSpPr txBox="1"/>
          <p:nvPr>
            <p:ph idx="1" type="body"/>
          </p:nvPr>
        </p:nvSpPr>
        <p:spPr>
          <a:xfrm>
            <a:off x="457200" y="5410200"/>
            <a:ext cx="4040188" cy="762000"/>
          </a:xfrm>
          <a:prstGeom prst="rect">
            <a:avLst/>
          </a:prstGeom>
          <a:solidFill>
            <a:schemeClr val="accent1"/>
          </a:solidFill>
          <a:ln cap="flat" cmpd="sng" w="9650">
            <a:solidFill>
              <a:schemeClr val="accent1"/>
            </a:solidFill>
            <a:prstDash val="solid"/>
            <a:miter lim="800000"/>
            <a:headEnd len="sm" w="sm" type="none"/>
            <a:tailEnd len="sm" w="sm" type="none"/>
          </a:ln>
        </p:spPr>
        <p:txBody>
          <a:bodyPr anchorCtr="0" anchor="ctr" bIns="45700" lIns="182875" spcFirstLastPara="1" rIns="91425" wrap="square" tIns="45700">
            <a:normAutofit/>
          </a:bodyPr>
          <a:lstStyle>
            <a:lvl1pPr indent="-228600" lvl="0" marL="457200" algn="l">
              <a:spcBef>
                <a:spcPts val="400"/>
              </a:spcBef>
              <a:spcAft>
                <a:spcPts val="0"/>
              </a:spcAft>
              <a:buSzPts val="1632"/>
              <a:buNone/>
              <a:defRPr b="0" sz="2400">
                <a:solidFill>
                  <a:schemeClr val="lt1"/>
                </a:solidFill>
              </a:defRPr>
            </a:lvl1pPr>
            <a:lvl2pPr indent="-228600" lvl="1" marL="914400" algn="l">
              <a:spcBef>
                <a:spcPts val="324"/>
              </a:spcBef>
              <a:spcAft>
                <a:spcPts val="0"/>
              </a:spcAft>
              <a:buSzPts val="2000"/>
              <a:buNone/>
              <a:defRPr b="1" sz="2000"/>
            </a:lvl2pPr>
            <a:lvl3pPr indent="-228600" lvl="2" marL="1371600" algn="l">
              <a:spcBef>
                <a:spcPts val="350"/>
              </a:spcBef>
              <a:spcAft>
                <a:spcPts val="0"/>
              </a:spcAft>
              <a:buSzPts val="1800"/>
              <a:buNone/>
              <a:defRPr b="1" sz="1800"/>
            </a:lvl3pPr>
            <a:lvl4pPr indent="-228600" lvl="3" marL="1828800" algn="l">
              <a:spcBef>
                <a:spcPts val="350"/>
              </a:spcBef>
              <a:spcAft>
                <a:spcPts val="0"/>
              </a:spcAft>
              <a:buSzPts val="1600"/>
              <a:buNone/>
              <a:defRPr b="1" sz="1600"/>
            </a:lvl4pPr>
            <a:lvl5pPr indent="-228600" lvl="4" marL="2286000" algn="l">
              <a:spcBef>
                <a:spcPts val="350"/>
              </a:spcBef>
              <a:spcAft>
                <a:spcPts val="0"/>
              </a:spcAft>
              <a:buSzPts val="1600"/>
              <a:buNone/>
              <a:defRPr b="1" sz="1600"/>
            </a:lvl5pPr>
            <a:lvl6pPr indent="-342900" lvl="5" marL="2743200" algn="l">
              <a:spcBef>
                <a:spcPts val="350"/>
              </a:spcBef>
              <a:spcAft>
                <a:spcPts val="0"/>
              </a:spcAft>
              <a:buSzPts val="1800"/>
              <a:buChar char="■"/>
              <a:defRPr/>
            </a:lvl6pPr>
            <a:lvl7pPr indent="-342900" lvl="6" marL="3200400" algn="l">
              <a:spcBef>
                <a:spcPts val="350"/>
              </a:spcBef>
              <a:spcAft>
                <a:spcPts val="0"/>
              </a:spcAft>
              <a:buSzPts val="1800"/>
              <a:buChar char="■"/>
              <a:defRPr/>
            </a:lvl7pPr>
            <a:lvl8pPr indent="-342900" lvl="7" marL="3657600" algn="l">
              <a:spcBef>
                <a:spcPts val="350"/>
              </a:spcBef>
              <a:spcAft>
                <a:spcPts val="0"/>
              </a:spcAft>
              <a:buSzPts val="1800"/>
              <a:buChar char="■"/>
              <a:defRPr/>
            </a:lvl8pPr>
            <a:lvl9pPr indent="-342900" lvl="8" marL="4114800" algn="l">
              <a:spcBef>
                <a:spcPts val="350"/>
              </a:spcBef>
              <a:spcAft>
                <a:spcPts val="0"/>
              </a:spcAft>
              <a:buSzPts val="1800"/>
              <a:buChar char="■"/>
              <a:defRPr/>
            </a:lvl9pPr>
          </a:lstStyle>
          <a:p/>
        </p:txBody>
      </p:sp>
      <p:sp>
        <p:nvSpPr>
          <p:cNvPr id="51" name="Google Shape;51;p25"/>
          <p:cNvSpPr txBox="1"/>
          <p:nvPr>
            <p:ph idx="2" type="body"/>
          </p:nvPr>
        </p:nvSpPr>
        <p:spPr>
          <a:xfrm>
            <a:off x="4645026" y="5410200"/>
            <a:ext cx="4041775" cy="762000"/>
          </a:xfrm>
          <a:prstGeom prst="rect">
            <a:avLst/>
          </a:prstGeom>
          <a:solidFill>
            <a:schemeClr val="accent1"/>
          </a:solidFill>
          <a:ln cap="flat" cmpd="sng" w="9650">
            <a:solidFill>
              <a:schemeClr val="accent1"/>
            </a:solidFill>
            <a:prstDash val="solid"/>
            <a:miter lim="800000"/>
            <a:headEnd len="sm" w="sm" type="none"/>
            <a:tailEnd len="sm" w="sm" type="none"/>
          </a:ln>
        </p:spPr>
        <p:txBody>
          <a:bodyPr anchorCtr="0" anchor="ctr" bIns="45700" lIns="182875" spcFirstLastPara="1" rIns="91425" wrap="square" tIns="45700">
            <a:normAutofit/>
          </a:bodyPr>
          <a:lstStyle>
            <a:lvl1pPr indent="-228600" lvl="0" marL="457200" algn="l">
              <a:spcBef>
                <a:spcPts val="400"/>
              </a:spcBef>
              <a:spcAft>
                <a:spcPts val="0"/>
              </a:spcAft>
              <a:buSzPts val="1632"/>
              <a:buNone/>
              <a:defRPr b="0" sz="2400">
                <a:solidFill>
                  <a:schemeClr val="lt1"/>
                </a:solidFill>
              </a:defRPr>
            </a:lvl1pPr>
            <a:lvl2pPr indent="-228600" lvl="1" marL="914400" algn="l">
              <a:spcBef>
                <a:spcPts val="324"/>
              </a:spcBef>
              <a:spcAft>
                <a:spcPts val="0"/>
              </a:spcAft>
              <a:buSzPts val="2000"/>
              <a:buNone/>
              <a:defRPr b="1" sz="2000"/>
            </a:lvl2pPr>
            <a:lvl3pPr indent="-228600" lvl="2" marL="1371600" algn="l">
              <a:spcBef>
                <a:spcPts val="350"/>
              </a:spcBef>
              <a:spcAft>
                <a:spcPts val="0"/>
              </a:spcAft>
              <a:buSzPts val="1800"/>
              <a:buNone/>
              <a:defRPr b="1" sz="1800"/>
            </a:lvl3pPr>
            <a:lvl4pPr indent="-228600" lvl="3" marL="1828800" algn="l">
              <a:spcBef>
                <a:spcPts val="350"/>
              </a:spcBef>
              <a:spcAft>
                <a:spcPts val="0"/>
              </a:spcAft>
              <a:buSzPts val="1600"/>
              <a:buNone/>
              <a:defRPr b="1" sz="1600"/>
            </a:lvl4pPr>
            <a:lvl5pPr indent="-228600" lvl="4" marL="2286000" algn="l">
              <a:spcBef>
                <a:spcPts val="350"/>
              </a:spcBef>
              <a:spcAft>
                <a:spcPts val="0"/>
              </a:spcAft>
              <a:buSzPts val="1600"/>
              <a:buNone/>
              <a:defRPr b="1" sz="1600"/>
            </a:lvl5pPr>
            <a:lvl6pPr indent="-342900" lvl="5" marL="2743200" algn="l">
              <a:spcBef>
                <a:spcPts val="350"/>
              </a:spcBef>
              <a:spcAft>
                <a:spcPts val="0"/>
              </a:spcAft>
              <a:buSzPts val="1800"/>
              <a:buChar char="■"/>
              <a:defRPr/>
            </a:lvl6pPr>
            <a:lvl7pPr indent="-342900" lvl="6" marL="3200400" algn="l">
              <a:spcBef>
                <a:spcPts val="350"/>
              </a:spcBef>
              <a:spcAft>
                <a:spcPts val="0"/>
              </a:spcAft>
              <a:buSzPts val="1800"/>
              <a:buChar char="■"/>
              <a:defRPr/>
            </a:lvl7pPr>
            <a:lvl8pPr indent="-342900" lvl="7" marL="3657600" algn="l">
              <a:spcBef>
                <a:spcPts val="350"/>
              </a:spcBef>
              <a:spcAft>
                <a:spcPts val="0"/>
              </a:spcAft>
              <a:buSzPts val="1800"/>
              <a:buChar char="■"/>
              <a:defRPr/>
            </a:lvl8pPr>
            <a:lvl9pPr indent="-342900" lvl="8" marL="4114800" algn="l">
              <a:spcBef>
                <a:spcPts val="350"/>
              </a:spcBef>
              <a:spcAft>
                <a:spcPts val="0"/>
              </a:spcAft>
              <a:buSzPts val="1800"/>
              <a:buChar char="■"/>
              <a:defRPr/>
            </a:lvl9pPr>
          </a:lstStyle>
          <a:p/>
        </p:txBody>
      </p:sp>
      <p:sp>
        <p:nvSpPr>
          <p:cNvPr id="52" name="Google Shape;52;p25"/>
          <p:cNvSpPr txBox="1"/>
          <p:nvPr>
            <p:ph idx="3" type="body"/>
          </p:nvPr>
        </p:nvSpPr>
        <p:spPr>
          <a:xfrm>
            <a:off x="457200" y="1444294"/>
            <a:ext cx="4040188" cy="3941763"/>
          </a:xfrm>
          <a:prstGeom prst="rect">
            <a:avLst/>
          </a:prstGeom>
          <a:noFill/>
          <a:ln>
            <a:noFill/>
          </a:ln>
        </p:spPr>
        <p:txBody>
          <a:bodyPr anchorCtr="0" anchor="t" bIns="45700" lIns="91425" spcFirstLastPara="1" rIns="91425" wrap="square" tIns="45700">
            <a:normAutofit/>
          </a:bodyPr>
          <a:lstStyle>
            <a:lvl1pPr indent="-332232" lvl="0" marL="457200" algn="l">
              <a:spcBef>
                <a:spcPts val="400"/>
              </a:spcBef>
              <a:spcAft>
                <a:spcPts val="0"/>
              </a:spcAft>
              <a:buSzPts val="1632"/>
              <a:buChar char="🞂"/>
              <a:defRPr sz="2400"/>
            </a:lvl1pPr>
            <a:lvl2pPr indent="-355600" lvl="1" marL="914400" algn="l">
              <a:spcBef>
                <a:spcPts val="324"/>
              </a:spcBef>
              <a:spcAft>
                <a:spcPts val="0"/>
              </a:spcAft>
              <a:buSzPts val="2000"/>
              <a:buChar char="◦"/>
              <a:defRPr sz="2000"/>
            </a:lvl2pPr>
            <a:lvl3pPr indent="-342900" lvl="2" marL="1371600" algn="l">
              <a:spcBef>
                <a:spcPts val="350"/>
              </a:spcBef>
              <a:spcAft>
                <a:spcPts val="0"/>
              </a:spcAft>
              <a:buSzPts val="1800"/>
              <a:buChar char="●"/>
              <a:defRPr sz="1800"/>
            </a:lvl3pPr>
            <a:lvl4pPr indent="-330200" lvl="3" marL="1828800" algn="l">
              <a:spcBef>
                <a:spcPts val="350"/>
              </a:spcBef>
              <a:spcAft>
                <a:spcPts val="0"/>
              </a:spcAft>
              <a:buSzPts val="1600"/>
              <a:buChar char="●"/>
              <a:defRPr sz="1600"/>
            </a:lvl4pPr>
            <a:lvl5pPr indent="-330200" lvl="4" marL="2286000" algn="l">
              <a:spcBef>
                <a:spcPts val="350"/>
              </a:spcBef>
              <a:spcAft>
                <a:spcPts val="0"/>
              </a:spcAft>
              <a:buSzPts val="1600"/>
              <a:buChar char="●"/>
              <a:defRPr sz="1600"/>
            </a:lvl5pPr>
            <a:lvl6pPr indent="-342900" lvl="5" marL="2743200" algn="l">
              <a:spcBef>
                <a:spcPts val="350"/>
              </a:spcBef>
              <a:spcAft>
                <a:spcPts val="0"/>
              </a:spcAft>
              <a:buSzPts val="1800"/>
              <a:buChar char="■"/>
              <a:defRPr/>
            </a:lvl6pPr>
            <a:lvl7pPr indent="-342900" lvl="6" marL="3200400" algn="l">
              <a:spcBef>
                <a:spcPts val="350"/>
              </a:spcBef>
              <a:spcAft>
                <a:spcPts val="0"/>
              </a:spcAft>
              <a:buSzPts val="1800"/>
              <a:buChar char="■"/>
              <a:defRPr/>
            </a:lvl7pPr>
            <a:lvl8pPr indent="-342900" lvl="7" marL="3657600" algn="l">
              <a:spcBef>
                <a:spcPts val="350"/>
              </a:spcBef>
              <a:spcAft>
                <a:spcPts val="0"/>
              </a:spcAft>
              <a:buSzPts val="1800"/>
              <a:buChar char="■"/>
              <a:defRPr/>
            </a:lvl8pPr>
            <a:lvl9pPr indent="-342900" lvl="8" marL="4114800" algn="l">
              <a:spcBef>
                <a:spcPts val="350"/>
              </a:spcBef>
              <a:spcAft>
                <a:spcPts val="0"/>
              </a:spcAft>
              <a:buSzPts val="1800"/>
              <a:buChar char="■"/>
              <a:defRPr/>
            </a:lvl9pPr>
          </a:lstStyle>
          <a:p/>
        </p:txBody>
      </p:sp>
      <p:sp>
        <p:nvSpPr>
          <p:cNvPr id="53" name="Google Shape;53;p25"/>
          <p:cNvSpPr txBox="1"/>
          <p:nvPr>
            <p:ph idx="4" type="body"/>
          </p:nvPr>
        </p:nvSpPr>
        <p:spPr>
          <a:xfrm>
            <a:off x="4645025" y="1444294"/>
            <a:ext cx="4041775" cy="3941763"/>
          </a:xfrm>
          <a:prstGeom prst="rect">
            <a:avLst/>
          </a:prstGeom>
          <a:noFill/>
          <a:ln>
            <a:noFill/>
          </a:ln>
        </p:spPr>
        <p:txBody>
          <a:bodyPr anchorCtr="0" anchor="t" bIns="45700" lIns="91425" spcFirstLastPara="1" rIns="91425" wrap="square" tIns="45700">
            <a:normAutofit/>
          </a:bodyPr>
          <a:lstStyle>
            <a:lvl1pPr indent="-332232" lvl="0" marL="457200" algn="l">
              <a:spcBef>
                <a:spcPts val="0"/>
              </a:spcBef>
              <a:spcAft>
                <a:spcPts val="0"/>
              </a:spcAft>
              <a:buSzPts val="1632"/>
              <a:buChar char="🞂"/>
              <a:defRPr sz="2400"/>
            </a:lvl1pPr>
            <a:lvl2pPr indent="-355600" lvl="1" marL="914400" algn="l">
              <a:spcBef>
                <a:spcPts val="324"/>
              </a:spcBef>
              <a:spcAft>
                <a:spcPts val="0"/>
              </a:spcAft>
              <a:buSzPts val="2000"/>
              <a:buChar char="◦"/>
              <a:defRPr sz="2000"/>
            </a:lvl2pPr>
            <a:lvl3pPr indent="-342900" lvl="2" marL="1371600" algn="l">
              <a:spcBef>
                <a:spcPts val="350"/>
              </a:spcBef>
              <a:spcAft>
                <a:spcPts val="0"/>
              </a:spcAft>
              <a:buSzPts val="1800"/>
              <a:buChar char="●"/>
              <a:defRPr sz="1800"/>
            </a:lvl3pPr>
            <a:lvl4pPr indent="-330200" lvl="3" marL="1828800" algn="l">
              <a:spcBef>
                <a:spcPts val="350"/>
              </a:spcBef>
              <a:spcAft>
                <a:spcPts val="0"/>
              </a:spcAft>
              <a:buSzPts val="1600"/>
              <a:buChar char="●"/>
              <a:defRPr sz="1600"/>
            </a:lvl4pPr>
            <a:lvl5pPr indent="-330200" lvl="4" marL="2286000" algn="l">
              <a:spcBef>
                <a:spcPts val="350"/>
              </a:spcBef>
              <a:spcAft>
                <a:spcPts val="0"/>
              </a:spcAft>
              <a:buSzPts val="1600"/>
              <a:buChar char="●"/>
              <a:defRPr sz="1600"/>
            </a:lvl5pPr>
            <a:lvl6pPr indent="-342900" lvl="5" marL="2743200" algn="l">
              <a:spcBef>
                <a:spcPts val="350"/>
              </a:spcBef>
              <a:spcAft>
                <a:spcPts val="0"/>
              </a:spcAft>
              <a:buSzPts val="1800"/>
              <a:buChar char="■"/>
              <a:defRPr/>
            </a:lvl6pPr>
            <a:lvl7pPr indent="-342900" lvl="6" marL="3200400" algn="l">
              <a:spcBef>
                <a:spcPts val="350"/>
              </a:spcBef>
              <a:spcAft>
                <a:spcPts val="0"/>
              </a:spcAft>
              <a:buSzPts val="1800"/>
              <a:buChar char="■"/>
              <a:defRPr/>
            </a:lvl7pPr>
            <a:lvl8pPr indent="-342900" lvl="7" marL="3657600" algn="l">
              <a:spcBef>
                <a:spcPts val="350"/>
              </a:spcBef>
              <a:spcAft>
                <a:spcPts val="0"/>
              </a:spcAft>
              <a:buSzPts val="1800"/>
              <a:buChar char="■"/>
              <a:defRPr/>
            </a:lvl8pPr>
            <a:lvl9pPr indent="-342900" lvl="8" marL="4114800" algn="l">
              <a:spcBef>
                <a:spcPts val="350"/>
              </a:spcBef>
              <a:spcAft>
                <a:spcPts val="0"/>
              </a:spcAft>
              <a:buSzPts val="1800"/>
              <a:buChar char="■"/>
              <a:defRPr/>
            </a:lvl9pPr>
          </a:lstStyle>
          <a:p/>
        </p:txBody>
      </p:sp>
      <p:sp>
        <p:nvSpPr>
          <p:cNvPr id="54" name="Google Shape;54;p25"/>
          <p:cNvSpPr txBox="1"/>
          <p:nvPr>
            <p:ph idx="10" type="dt"/>
          </p:nvPr>
        </p:nvSpPr>
        <p:spPr>
          <a:xfrm>
            <a:off x="6727032" y="6407944"/>
            <a:ext cx="1920240" cy="3657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25"/>
          <p:cNvSpPr txBox="1"/>
          <p:nvPr>
            <p:ph idx="11" type="ftr"/>
          </p:nvPr>
        </p:nvSpPr>
        <p:spPr>
          <a:xfrm>
            <a:off x="4380072" y="6407944"/>
            <a:ext cx="2350681" cy="365125"/>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25"/>
          <p:cNvSpPr txBox="1"/>
          <p:nvPr>
            <p:ph idx="12" type="sldNum"/>
          </p:nvPr>
        </p:nvSpPr>
        <p:spPr>
          <a:xfrm>
            <a:off x="8647272" y="6407944"/>
            <a:ext cx="365760" cy="365125"/>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gradFill>
          <a:gsLst>
            <a:gs pos="0">
              <a:srgbClr val="B1B1B1"/>
            </a:gs>
            <a:gs pos="40000">
              <a:srgbClr val="9E9E9E"/>
            </a:gs>
            <a:gs pos="100000">
              <a:schemeClr val="dk1"/>
            </a:gs>
          </a:gsLst>
          <a:path path="circle">
            <a:fillToRect b="100%" l="100%"/>
          </a:path>
          <a:tileRect r="-100%" t="-100%"/>
        </a:gradFill>
      </p:bgPr>
    </p:bg>
    <p:spTree>
      <p:nvGrpSpPr>
        <p:cNvPr id="57" name="Shape 57"/>
        <p:cNvGrpSpPr/>
        <p:nvPr/>
      </p:nvGrpSpPr>
      <p:grpSpPr>
        <a:xfrm>
          <a:off x="0" y="0"/>
          <a:ext cx="0" cy="0"/>
          <a:chOff x="0" y="0"/>
          <a:chExt cx="0" cy="0"/>
        </a:xfrm>
      </p:grpSpPr>
      <p:sp>
        <p:nvSpPr>
          <p:cNvPr id="58" name="Google Shape;58;p26"/>
          <p:cNvSpPr txBox="1"/>
          <p:nvPr>
            <p:ph idx="10" type="dt"/>
          </p:nvPr>
        </p:nvSpPr>
        <p:spPr>
          <a:xfrm>
            <a:off x="6727032" y="6407944"/>
            <a:ext cx="1920240" cy="3657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6"/>
          <p:cNvSpPr txBox="1"/>
          <p:nvPr>
            <p:ph idx="11" type="ftr"/>
          </p:nvPr>
        </p:nvSpPr>
        <p:spPr>
          <a:xfrm>
            <a:off x="4380072" y="6407944"/>
            <a:ext cx="2350681" cy="365125"/>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6"/>
          <p:cNvSpPr txBox="1"/>
          <p:nvPr>
            <p:ph idx="12" type="sldNum"/>
          </p:nvPr>
        </p:nvSpPr>
        <p:spPr>
          <a:xfrm>
            <a:off x="8647272" y="6407944"/>
            <a:ext cx="365760" cy="365125"/>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61" name="Google Shape;61;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l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2" name="Shape 62"/>
        <p:cNvGrpSpPr/>
        <p:nvPr/>
      </p:nvGrpSpPr>
      <p:grpSpPr>
        <a:xfrm>
          <a:off x="0" y="0"/>
          <a:ext cx="0" cy="0"/>
          <a:chOff x="0" y="0"/>
          <a:chExt cx="0" cy="0"/>
        </a:xfrm>
      </p:grpSpPr>
      <p:sp>
        <p:nvSpPr>
          <p:cNvPr id="63" name="Google Shape;63;p27"/>
          <p:cNvSpPr txBox="1"/>
          <p:nvPr>
            <p:ph idx="10" type="dt"/>
          </p:nvPr>
        </p:nvSpPr>
        <p:spPr>
          <a:xfrm>
            <a:off x="6727032" y="6407944"/>
            <a:ext cx="1920240" cy="3657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7"/>
          <p:cNvSpPr txBox="1"/>
          <p:nvPr>
            <p:ph idx="11" type="ftr"/>
          </p:nvPr>
        </p:nvSpPr>
        <p:spPr>
          <a:xfrm>
            <a:off x="4380072" y="6407944"/>
            <a:ext cx="2350681" cy="365125"/>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27"/>
          <p:cNvSpPr txBox="1"/>
          <p:nvPr>
            <p:ph idx="12" type="sldNum"/>
          </p:nvPr>
        </p:nvSpPr>
        <p:spPr>
          <a:xfrm>
            <a:off x="8647272" y="6407944"/>
            <a:ext cx="365760" cy="365125"/>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bg>
      <p:bgPr>
        <a:blipFill rotWithShape="1">
          <a:blip r:embed="rId2">
            <a:alphaModFix/>
          </a:blip>
          <a:tile algn="tl" flip="none" tx="0" sx="50000" ty="0" sy="50000"/>
        </a:blipFill>
      </p:bgPr>
    </p:bg>
    <p:spTree>
      <p:nvGrpSpPr>
        <p:cNvPr id="66" name="Shape 66"/>
        <p:cNvGrpSpPr/>
        <p:nvPr/>
      </p:nvGrpSpPr>
      <p:grpSpPr>
        <a:xfrm>
          <a:off x="0" y="0"/>
          <a:ext cx="0" cy="0"/>
          <a:chOff x="0" y="0"/>
          <a:chExt cx="0" cy="0"/>
        </a:xfrm>
      </p:grpSpPr>
      <p:sp>
        <p:nvSpPr>
          <p:cNvPr id="67" name="Google Shape;67;p28"/>
          <p:cNvSpPr txBox="1"/>
          <p:nvPr>
            <p:ph type="title"/>
          </p:nvPr>
        </p:nvSpPr>
        <p:spPr>
          <a:xfrm>
            <a:off x="914400" y="4876800"/>
            <a:ext cx="7481776" cy="45720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Clr>
                <a:schemeClr val="accent1"/>
              </a:buClr>
              <a:buSzPts val="2500"/>
              <a:buFont typeface="Lucida Sans"/>
              <a:buNone/>
              <a:defRPr b="0" sz="2500">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28"/>
          <p:cNvSpPr txBox="1"/>
          <p:nvPr>
            <p:ph idx="1" type="body"/>
          </p:nvPr>
        </p:nvSpPr>
        <p:spPr>
          <a:xfrm>
            <a:off x="4419600" y="5355102"/>
            <a:ext cx="3974592" cy="914400"/>
          </a:xfrm>
          <a:prstGeom prst="rect">
            <a:avLst/>
          </a:prstGeom>
          <a:noFill/>
          <a:ln>
            <a:noFill/>
          </a:ln>
        </p:spPr>
        <p:txBody>
          <a:bodyPr anchorCtr="0" anchor="t" bIns="45700" lIns="91425" spcFirstLastPara="1" rIns="91425" wrap="square" tIns="45700">
            <a:normAutofit/>
          </a:bodyPr>
          <a:lstStyle>
            <a:lvl1pPr indent="-228600" lvl="0" marL="457200" algn="r">
              <a:spcBef>
                <a:spcPts val="400"/>
              </a:spcBef>
              <a:spcAft>
                <a:spcPts val="0"/>
              </a:spcAft>
              <a:buSzPts val="1088"/>
              <a:buNone/>
              <a:defRPr sz="1600"/>
            </a:lvl1pPr>
            <a:lvl2pPr indent="-228600" lvl="1" marL="914400" algn="l">
              <a:spcBef>
                <a:spcPts val="324"/>
              </a:spcBef>
              <a:spcAft>
                <a:spcPts val="0"/>
              </a:spcAft>
              <a:buSzPts val="1200"/>
              <a:buNone/>
              <a:defRPr sz="1200"/>
            </a:lvl2pPr>
            <a:lvl3pPr indent="-228600" lvl="2" marL="1371600" algn="l">
              <a:spcBef>
                <a:spcPts val="350"/>
              </a:spcBef>
              <a:spcAft>
                <a:spcPts val="0"/>
              </a:spcAft>
              <a:buSzPts val="1000"/>
              <a:buNone/>
              <a:defRPr sz="1000"/>
            </a:lvl3pPr>
            <a:lvl4pPr indent="-228600" lvl="3" marL="1828800" algn="l">
              <a:spcBef>
                <a:spcPts val="350"/>
              </a:spcBef>
              <a:spcAft>
                <a:spcPts val="0"/>
              </a:spcAft>
              <a:buSzPts val="900"/>
              <a:buNone/>
              <a:defRPr sz="900"/>
            </a:lvl4pPr>
            <a:lvl5pPr indent="-228600" lvl="4" marL="2286000" algn="l">
              <a:spcBef>
                <a:spcPts val="350"/>
              </a:spcBef>
              <a:spcAft>
                <a:spcPts val="0"/>
              </a:spcAft>
              <a:buSzPts val="900"/>
              <a:buNone/>
              <a:defRPr sz="900"/>
            </a:lvl5pPr>
            <a:lvl6pPr indent="-342900" lvl="5" marL="2743200" algn="l">
              <a:spcBef>
                <a:spcPts val="350"/>
              </a:spcBef>
              <a:spcAft>
                <a:spcPts val="0"/>
              </a:spcAft>
              <a:buSzPts val="1800"/>
              <a:buChar char="■"/>
              <a:defRPr/>
            </a:lvl6pPr>
            <a:lvl7pPr indent="-342900" lvl="6" marL="3200400" algn="l">
              <a:spcBef>
                <a:spcPts val="350"/>
              </a:spcBef>
              <a:spcAft>
                <a:spcPts val="0"/>
              </a:spcAft>
              <a:buSzPts val="1800"/>
              <a:buChar char="■"/>
              <a:defRPr/>
            </a:lvl7pPr>
            <a:lvl8pPr indent="-342900" lvl="7" marL="3657600" algn="l">
              <a:spcBef>
                <a:spcPts val="350"/>
              </a:spcBef>
              <a:spcAft>
                <a:spcPts val="0"/>
              </a:spcAft>
              <a:buSzPts val="1800"/>
              <a:buChar char="■"/>
              <a:defRPr/>
            </a:lvl8pPr>
            <a:lvl9pPr indent="-342900" lvl="8" marL="4114800" algn="l">
              <a:spcBef>
                <a:spcPts val="350"/>
              </a:spcBef>
              <a:spcAft>
                <a:spcPts val="0"/>
              </a:spcAft>
              <a:buSzPts val="1800"/>
              <a:buChar char="■"/>
              <a:defRPr/>
            </a:lvl9pPr>
          </a:lstStyle>
          <a:p/>
        </p:txBody>
      </p:sp>
      <p:sp>
        <p:nvSpPr>
          <p:cNvPr id="69" name="Google Shape;69;p28"/>
          <p:cNvSpPr txBox="1"/>
          <p:nvPr>
            <p:ph idx="2" type="body"/>
          </p:nvPr>
        </p:nvSpPr>
        <p:spPr>
          <a:xfrm>
            <a:off x="914400" y="274320"/>
            <a:ext cx="7479792" cy="4572000"/>
          </a:xfrm>
          <a:prstGeom prst="rect">
            <a:avLst/>
          </a:prstGeom>
          <a:noFill/>
          <a:ln>
            <a:noFill/>
          </a:ln>
        </p:spPr>
        <p:txBody>
          <a:bodyPr anchorCtr="0" anchor="t" bIns="45700" lIns="91425" spcFirstLastPara="1" rIns="91425" wrap="square" tIns="45700">
            <a:normAutofit/>
          </a:bodyPr>
          <a:lstStyle>
            <a:lvl1pPr indent="-366776" lvl="0" marL="457200" algn="l">
              <a:spcBef>
                <a:spcPts val="400"/>
              </a:spcBef>
              <a:spcAft>
                <a:spcPts val="0"/>
              </a:spcAft>
              <a:buSzPts val="2176"/>
              <a:buChar char="🞂"/>
              <a:defRPr sz="3200"/>
            </a:lvl1pPr>
            <a:lvl2pPr indent="-406400" lvl="1" marL="914400" algn="l">
              <a:spcBef>
                <a:spcPts val="324"/>
              </a:spcBef>
              <a:spcAft>
                <a:spcPts val="0"/>
              </a:spcAft>
              <a:buSzPts val="2800"/>
              <a:buChar char="◦"/>
              <a:defRPr sz="2800"/>
            </a:lvl2pPr>
            <a:lvl3pPr indent="-381000" lvl="2" marL="1371600" algn="l">
              <a:spcBef>
                <a:spcPts val="350"/>
              </a:spcBef>
              <a:spcAft>
                <a:spcPts val="0"/>
              </a:spcAft>
              <a:buSzPts val="2400"/>
              <a:buChar char="●"/>
              <a:defRPr sz="2400"/>
            </a:lvl3pPr>
            <a:lvl4pPr indent="-355600" lvl="3" marL="1828800" algn="l">
              <a:spcBef>
                <a:spcPts val="350"/>
              </a:spcBef>
              <a:spcAft>
                <a:spcPts val="0"/>
              </a:spcAft>
              <a:buSzPts val="2000"/>
              <a:buChar char="●"/>
              <a:defRPr sz="2000"/>
            </a:lvl4pPr>
            <a:lvl5pPr indent="-355600" lvl="4" marL="2286000" algn="l">
              <a:spcBef>
                <a:spcPts val="350"/>
              </a:spcBef>
              <a:spcAft>
                <a:spcPts val="0"/>
              </a:spcAft>
              <a:buSzPts val="2000"/>
              <a:buChar char="●"/>
              <a:defRPr sz="2000"/>
            </a:lvl5pPr>
            <a:lvl6pPr indent="-342900" lvl="5" marL="2743200" algn="l">
              <a:spcBef>
                <a:spcPts val="350"/>
              </a:spcBef>
              <a:spcAft>
                <a:spcPts val="0"/>
              </a:spcAft>
              <a:buSzPts val="1800"/>
              <a:buChar char="■"/>
              <a:defRPr/>
            </a:lvl6pPr>
            <a:lvl7pPr indent="-342900" lvl="6" marL="3200400" algn="l">
              <a:spcBef>
                <a:spcPts val="350"/>
              </a:spcBef>
              <a:spcAft>
                <a:spcPts val="0"/>
              </a:spcAft>
              <a:buSzPts val="1800"/>
              <a:buChar char="■"/>
              <a:defRPr/>
            </a:lvl7pPr>
            <a:lvl8pPr indent="-342900" lvl="7" marL="3657600" algn="l">
              <a:spcBef>
                <a:spcPts val="350"/>
              </a:spcBef>
              <a:spcAft>
                <a:spcPts val="0"/>
              </a:spcAft>
              <a:buSzPts val="1800"/>
              <a:buChar char="■"/>
              <a:defRPr/>
            </a:lvl8pPr>
            <a:lvl9pPr indent="-342900" lvl="8" marL="4114800" algn="l">
              <a:spcBef>
                <a:spcPts val="350"/>
              </a:spcBef>
              <a:spcAft>
                <a:spcPts val="0"/>
              </a:spcAft>
              <a:buSzPts val="1800"/>
              <a:buChar char="■"/>
              <a:defRPr/>
            </a:lvl9pPr>
          </a:lstStyle>
          <a:p/>
        </p:txBody>
      </p:sp>
      <p:sp>
        <p:nvSpPr>
          <p:cNvPr id="70" name="Google Shape;70;p28"/>
          <p:cNvSpPr txBox="1"/>
          <p:nvPr>
            <p:ph idx="10" type="dt"/>
          </p:nvPr>
        </p:nvSpPr>
        <p:spPr>
          <a:xfrm>
            <a:off x="6727032" y="6407944"/>
            <a:ext cx="1920240" cy="3657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8"/>
          <p:cNvSpPr txBox="1"/>
          <p:nvPr>
            <p:ph idx="11" type="ftr"/>
          </p:nvPr>
        </p:nvSpPr>
        <p:spPr>
          <a:xfrm>
            <a:off x="4380072" y="6407944"/>
            <a:ext cx="2350681" cy="365125"/>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8"/>
          <p:cNvSpPr txBox="1"/>
          <p:nvPr>
            <p:ph idx="12" type="sldNum"/>
          </p:nvPr>
        </p:nvSpPr>
        <p:spPr>
          <a:xfrm>
            <a:off x="8647272" y="6407944"/>
            <a:ext cx="365760" cy="365125"/>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bg>
      <p:bgPr>
        <a:gradFill>
          <a:gsLst>
            <a:gs pos="0">
              <a:srgbClr val="B1B1B1"/>
            </a:gs>
            <a:gs pos="40000">
              <a:srgbClr val="9E9E9E"/>
            </a:gs>
            <a:gs pos="100000">
              <a:schemeClr val="dk1"/>
            </a:gs>
          </a:gsLst>
          <a:path path="circle">
            <a:fillToRect b="100%" l="100%"/>
          </a:path>
          <a:tileRect r="-100%" t="-100%"/>
        </a:gradFill>
      </p:bgPr>
    </p:bg>
    <p:spTree>
      <p:nvGrpSpPr>
        <p:cNvPr id="73" name="Shape 73"/>
        <p:cNvGrpSpPr/>
        <p:nvPr/>
      </p:nvGrpSpPr>
      <p:grpSpPr>
        <a:xfrm>
          <a:off x="0" y="0"/>
          <a:ext cx="0" cy="0"/>
          <a:chOff x="0" y="0"/>
          <a:chExt cx="0" cy="0"/>
        </a:xfrm>
      </p:grpSpPr>
      <p:sp>
        <p:nvSpPr>
          <p:cNvPr id="74" name="Google Shape;74;p29"/>
          <p:cNvSpPr txBox="1"/>
          <p:nvPr>
            <p:ph idx="1" type="body"/>
          </p:nvPr>
        </p:nvSpPr>
        <p:spPr>
          <a:xfrm>
            <a:off x="1141232" y="5443402"/>
            <a:ext cx="7162800" cy="648232"/>
          </a:xfrm>
          <a:prstGeom prst="rect">
            <a:avLst/>
          </a:prstGeom>
          <a:noFill/>
          <a:ln>
            <a:noFill/>
          </a:ln>
        </p:spPr>
        <p:txBody>
          <a:bodyPr anchorCtr="0" anchor="t" bIns="45700" lIns="91425" spcFirstLastPara="1" rIns="91425" wrap="square" tIns="0">
            <a:normAutofit/>
          </a:bodyPr>
          <a:lstStyle>
            <a:lvl1pPr indent="-228600" lvl="0" marL="457200" marR="18288" algn="r">
              <a:spcBef>
                <a:spcPts val="400"/>
              </a:spcBef>
              <a:spcAft>
                <a:spcPts val="0"/>
              </a:spcAft>
              <a:buSzPts val="952"/>
              <a:buNone/>
              <a:defRPr sz="1400"/>
            </a:lvl1pPr>
            <a:lvl2pPr indent="-304800" lvl="1" marL="914400" algn="l">
              <a:spcBef>
                <a:spcPts val="324"/>
              </a:spcBef>
              <a:spcAft>
                <a:spcPts val="0"/>
              </a:spcAft>
              <a:buSzPts val="1200"/>
              <a:buChar char="◦"/>
              <a:defRPr sz="1200"/>
            </a:lvl2pPr>
            <a:lvl3pPr indent="-292100" lvl="2" marL="1371600" algn="l">
              <a:spcBef>
                <a:spcPts val="350"/>
              </a:spcBef>
              <a:spcAft>
                <a:spcPts val="0"/>
              </a:spcAft>
              <a:buSzPts val="1000"/>
              <a:buChar char="●"/>
              <a:defRPr sz="1000"/>
            </a:lvl3pPr>
            <a:lvl4pPr indent="-285750" lvl="3" marL="1828800" algn="l">
              <a:spcBef>
                <a:spcPts val="350"/>
              </a:spcBef>
              <a:spcAft>
                <a:spcPts val="0"/>
              </a:spcAft>
              <a:buSzPts val="900"/>
              <a:buChar char="●"/>
              <a:defRPr sz="900"/>
            </a:lvl4pPr>
            <a:lvl5pPr indent="-285750" lvl="4" marL="2286000" algn="l">
              <a:spcBef>
                <a:spcPts val="350"/>
              </a:spcBef>
              <a:spcAft>
                <a:spcPts val="0"/>
              </a:spcAft>
              <a:buSzPts val="900"/>
              <a:buChar char="●"/>
              <a:defRPr sz="900"/>
            </a:lvl5pPr>
            <a:lvl6pPr indent="-342900" lvl="5" marL="2743200" algn="l">
              <a:spcBef>
                <a:spcPts val="350"/>
              </a:spcBef>
              <a:spcAft>
                <a:spcPts val="0"/>
              </a:spcAft>
              <a:buSzPts val="1800"/>
              <a:buChar char="■"/>
              <a:defRPr/>
            </a:lvl6pPr>
            <a:lvl7pPr indent="-342900" lvl="6" marL="3200400" algn="l">
              <a:spcBef>
                <a:spcPts val="350"/>
              </a:spcBef>
              <a:spcAft>
                <a:spcPts val="0"/>
              </a:spcAft>
              <a:buSzPts val="1800"/>
              <a:buChar char="■"/>
              <a:defRPr/>
            </a:lvl7pPr>
            <a:lvl8pPr indent="-342900" lvl="7" marL="3657600" algn="l">
              <a:spcBef>
                <a:spcPts val="350"/>
              </a:spcBef>
              <a:spcAft>
                <a:spcPts val="0"/>
              </a:spcAft>
              <a:buSzPts val="1800"/>
              <a:buChar char="■"/>
              <a:defRPr/>
            </a:lvl8pPr>
            <a:lvl9pPr indent="-342900" lvl="8" marL="4114800" algn="l">
              <a:spcBef>
                <a:spcPts val="350"/>
              </a:spcBef>
              <a:spcAft>
                <a:spcPts val="0"/>
              </a:spcAft>
              <a:buSzPts val="1800"/>
              <a:buChar char="■"/>
              <a:defRPr/>
            </a:lvl9pPr>
          </a:lstStyle>
          <a:p/>
        </p:txBody>
      </p:sp>
      <p:sp>
        <p:nvSpPr>
          <p:cNvPr id="75" name="Google Shape;75;p29"/>
          <p:cNvSpPr/>
          <p:nvPr>
            <p:ph idx="2" type="pic"/>
          </p:nvPr>
        </p:nvSpPr>
        <p:spPr>
          <a:xfrm>
            <a:off x="228600" y="189968"/>
            <a:ext cx="8686800" cy="4389120"/>
          </a:xfrm>
          <a:prstGeom prst="rect">
            <a:avLst/>
          </a:prstGeom>
          <a:solidFill>
            <a:schemeClr val="dk2"/>
          </a:solidFill>
          <a:ln cap="flat" cmpd="sng" w="9525">
            <a:solidFill>
              <a:schemeClr val="dk1"/>
            </a:solidFill>
            <a:prstDash val="solid"/>
            <a:round/>
            <a:headEnd len="sm" w="sm" type="none"/>
            <a:tailEnd len="sm" w="sm" type="none"/>
          </a:ln>
        </p:spPr>
      </p:sp>
      <p:sp>
        <p:nvSpPr>
          <p:cNvPr id="76" name="Google Shape;76;p29"/>
          <p:cNvSpPr txBox="1"/>
          <p:nvPr>
            <p:ph idx="10" type="dt"/>
          </p:nvPr>
        </p:nvSpPr>
        <p:spPr>
          <a:xfrm>
            <a:off x="6727032" y="6407944"/>
            <a:ext cx="1920240" cy="3657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9"/>
          <p:cNvSpPr txBox="1"/>
          <p:nvPr>
            <p:ph idx="11" type="ftr"/>
          </p:nvPr>
        </p:nvSpPr>
        <p:spPr>
          <a:xfrm>
            <a:off x="4380072" y="6407944"/>
            <a:ext cx="2350681" cy="365125"/>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9"/>
          <p:cNvSpPr txBox="1"/>
          <p:nvPr>
            <p:ph idx="12" type="sldNum"/>
          </p:nvPr>
        </p:nvSpPr>
        <p:spPr>
          <a:xfrm>
            <a:off x="8647272" y="6407944"/>
            <a:ext cx="365760" cy="365125"/>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b="0" sz="1000">
                <a:solidFill>
                  <a:schemeClr val="lt1"/>
                </a:solidFill>
                <a:latin typeface="Lucida Sans"/>
                <a:ea typeface="Lucida Sans"/>
                <a:cs typeface="Lucida Sans"/>
                <a:sym typeface="Lucida Sans"/>
              </a:defRPr>
            </a:lvl1pPr>
            <a:lvl2pPr indent="0" lvl="1" marL="0" algn="r">
              <a:spcBef>
                <a:spcPts val="0"/>
              </a:spcBef>
              <a:buNone/>
              <a:defRPr b="0" sz="1000">
                <a:solidFill>
                  <a:schemeClr val="lt1"/>
                </a:solidFill>
                <a:latin typeface="Lucida Sans"/>
                <a:ea typeface="Lucida Sans"/>
                <a:cs typeface="Lucida Sans"/>
                <a:sym typeface="Lucida Sans"/>
              </a:defRPr>
            </a:lvl2pPr>
            <a:lvl3pPr indent="0" lvl="2" marL="0" algn="r">
              <a:spcBef>
                <a:spcPts val="0"/>
              </a:spcBef>
              <a:buNone/>
              <a:defRPr b="0" sz="1000">
                <a:solidFill>
                  <a:schemeClr val="lt1"/>
                </a:solidFill>
                <a:latin typeface="Lucida Sans"/>
                <a:ea typeface="Lucida Sans"/>
                <a:cs typeface="Lucida Sans"/>
                <a:sym typeface="Lucida Sans"/>
              </a:defRPr>
            </a:lvl3pPr>
            <a:lvl4pPr indent="0" lvl="3" marL="0" algn="r">
              <a:spcBef>
                <a:spcPts val="0"/>
              </a:spcBef>
              <a:buNone/>
              <a:defRPr b="0" sz="1000">
                <a:solidFill>
                  <a:schemeClr val="lt1"/>
                </a:solidFill>
                <a:latin typeface="Lucida Sans"/>
                <a:ea typeface="Lucida Sans"/>
                <a:cs typeface="Lucida Sans"/>
                <a:sym typeface="Lucida Sans"/>
              </a:defRPr>
            </a:lvl4pPr>
            <a:lvl5pPr indent="0" lvl="4" marL="0" algn="r">
              <a:spcBef>
                <a:spcPts val="0"/>
              </a:spcBef>
              <a:buNone/>
              <a:defRPr b="0" sz="1000">
                <a:solidFill>
                  <a:schemeClr val="lt1"/>
                </a:solidFill>
                <a:latin typeface="Lucida Sans"/>
                <a:ea typeface="Lucida Sans"/>
                <a:cs typeface="Lucida Sans"/>
                <a:sym typeface="Lucida Sans"/>
              </a:defRPr>
            </a:lvl5pPr>
            <a:lvl6pPr indent="0" lvl="5" marL="0" algn="r">
              <a:spcBef>
                <a:spcPts val="0"/>
              </a:spcBef>
              <a:buNone/>
              <a:defRPr b="0" sz="1000">
                <a:solidFill>
                  <a:schemeClr val="lt1"/>
                </a:solidFill>
                <a:latin typeface="Lucida Sans"/>
                <a:ea typeface="Lucida Sans"/>
                <a:cs typeface="Lucida Sans"/>
                <a:sym typeface="Lucida Sans"/>
              </a:defRPr>
            </a:lvl6pPr>
            <a:lvl7pPr indent="0" lvl="6" marL="0" algn="r">
              <a:spcBef>
                <a:spcPts val="0"/>
              </a:spcBef>
              <a:buNone/>
              <a:defRPr b="0" sz="1000">
                <a:solidFill>
                  <a:schemeClr val="lt1"/>
                </a:solidFill>
                <a:latin typeface="Lucida Sans"/>
                <a:ea typeface="Lucida Sans"/>
                <a:cs typeface="Lucida Sans"/>
                <a:sym typeface="Lucida Sans"/>
              </a:defRPr>
            </a:lvl7pPr>
            <a:lvl8pPr indent="0" lvl="7" marL="0" algn="r">
              <a:spcBef>
                <a:spcPts val="0"/>
              </a:spcBef>
              <a:buNone/>
              <a:defRPr b="0" sz="1000">
                <a:solidFill>
                  <a:schemeClr val="lt1"/>
                </a:solidFill>
                <a:latin typeface="Lucida Sans"/>
                <a:ea typeface="Lucida Sans"/>
                <a:cs typeface="Lucida Sans"/>
                <a:sym typeface="Lucida Sans"/>
              </a:defRPr>
            </a:lvl8pPr>
            <a:lvl9pPr indent="0" lvl="8" marL="0" algn="r">
              <a:spcBef>
                <a:spcPts val="0"/>
              </a:spcBef>
              <a:buNone/>
              <a:defRPr b="0" sz="1000">
                <a:solidFill>
                  <a:schemeClr val="lt1"/>
                </a:solidFill>
                <a:latin typeface="Lucida Sans"/>
                <a:ea typeface="Lucida Sans"/>
                <a:cs typeface="Lucida Sans"/>
                <a:sym typeface="Lucida Sans"/>
              </a:defRPr>
            </a:lvl9pPr>
          </a:lstStyle>
          <a:p>
            <a:pPr indent="0" lvl="0" marL="0" rtl="0" algn="r">
              <a:spcBef>
                <a:spcPts val="0"/>
              </a:spcBef>
              <a:spcAft>
                <a:spcPts val="0"/>
              </a:spcAft>
              <a:buNone/>
            </a:pPr>
            <a:fld id="{00000000-1234-1234-1234-123412341234}" type="slidenum">
              <a:rPr lang="en-US"/>
              <a:t>‹#›</a:t>
            </a:fld>
            <a:endParaRPr/>
          </a:p>
        </p:txBody>
      </p:sp>
      <p:sp>
        <p:nvSpPr>
          <p:cNvPr id="79" name="Google Shape;79;p29"/>
          <p:cNvSpPr txBox="1"/>
          <p:nvPr>
            <p:ph type="title"/>
          </p:nvPr>
        </p:nvSpPr>
        <p:spPr>
          <a:xfrm>
            <a:off x="228600" y="4865122"/>
            <a:ext cx="8075432" cy="562672"/>
          </a:xfrm>
          <a:prstGeom prst="rect">
            <a:avLst/>
          </a:prstGeom>
          <a:noFill/>
          <a:ln>
            <a:noFill/>
          </a:ln>
        </p:spPr>
        <p:txBody>
          <a:bodyPr anchorCtr="0" anchor="t" bIns="45700" lIns="91425" spcFirstLastPara="1" rIns="91425" wrap="square" tIns="45700">
            <a:normAutofit/>
          </a:bodyPr>
          <a:lstStyle>
            <a:lvl1pPr lvl="0" marR="0" algn="r">
              <a:spcBef>
                <a:spcPts val="0"/>
              </a:spcBef>
              <a:spcAft>
                <a:spcPts val="0"/>
              </a:spcAft>
              <a:buClr>
                <a:schemeClr val="accent1"/>
              </a:buClr>
              <a:buSzPts val="3000"/>
              <a:buFont typeface="Lucida Sans"/>
              <a:buNone/>
              <a:defRPr b="0" sz="3000">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29"/>
          <p:cNvSpPr/>
          <p:nvPr/>
        </p:nvSpPr>
        <p:spPr>
          <a:xfrm>
            <a:off x="499273" y="5944936"/>
            <a:ext cx="4940624" cy="921076"/>
          </a:xfrm>
          <a:custGeom>
            <a:rect b="b" l="l" r="r" t="t"/>
            <a:pathLst>
              <a:path extrusionOk="0" h="337" w="7485">
                <a:moveTo>
                  <a:pt x="0" y="2"/>
                </a:moveTo>
                <a:lnTo>
                  <a:pt x="7485" y="337"/>
                </a:lnTo>
                <a:lnTo>
                  <a:pt x="5558" y="337"/>
                </a:lnTo>
                <a:lnTo>
                  <a:pt x="1" y="0"/>
                </a:lnTo>
              </a:path>
            </a:pathLst>
          </a:custGeom>
          <a:solidFill>
            <a:srgbClr val="9CCADC">
              <a:alpha val="4000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ucida Sans"/>
              <a:ea typeface="Lucida Sans"/>
              <a:cs typeface="Lucida Sans"/>
              <a:sym typeface="Lucida Sans"/>
            </a:endParaRPr>
          </a:p>
        </p:txBody>
      </p:sp>
      <p:sp>
        <p:nvSpPr>
          <p:cNvPr id="81" name="Google Shape;81;p29"/>
          <p:cNvSpPr/>
          <p:nvPr/>
        </p:nvSpPr>
        <p:spPr>
          <a:xfrm>
            <a:off x="485717" y="5939011"/>
            <a:ext cx="3690451" cy="933450"/>
          </a:xfrm>
          <a:custGeom>
            <a:rect b="b" l="l" r="r" t="t"/>
            <a:pathLst>
              <a:path extrusionOk="0" h="588" w="5591">
                <a:moveTo>
                  <a:pt x="0" y="0"/>
                </a:moveTo>
                <a:lnTo>
                  <a:pt x="5591" y="585"/>
                </a:lnTo>
                <a:lnTo>
                  <a:pt x="4415" y="588"/>
                </a:lnTo>
                <a:lnTo>
                  <a:pt x="12" y="4"/>
                </a:lnTo>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ucida Sans"/>
              <a:ea typeface="Lucida Sans"/>
              <a:cs typeface="Lucida Sans"/>
              <a:sym typeface="Lucida Sans"/>
            </a:endParaRPr>
          </a:p>
        </p:txBody>
      </p:sp>
      <p:sp>
        <p:nvSpPr>
          <p:cNvPr id="82" name="Google Shape;82;p29"/>
          <p:cNvSpPr/>
          <p:nvPr/>
        </p:nvSpPr>
        <p:spPr>
          <a:xfrm>
            <a:off x="-6042" y="5791253"/>
            <a:ext cx="3402314" cy="1080868"/>
          </a:xfrm>
          <a:prstGeom prst="rtTriangle">
            <a:avLst/>
          </a:prstGeom>
          <a:blipFill rotWithShape="1">
            <a:blip r:embed="rId2">
              <a:alphaModFix amt="50000"/>
            </a:blip>
            <a:tile algn="t" flip="none" tx="0" sx="50000" ty="0" sy="50000"/>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ucida Sans"/>
              <a:ea typeface="Lucida Sans"/>
              <a:cs typeface="Lucida Sans"/>
              <a:sym typeface="Lucida Sans"/>
            </a:endParaRPr>
          </a:p>
        </p:txBody>
      </p:sp>
      <p:cxnSp>
        <p:nvCxnSpPr>
          <p:cNvPr id="83" name="Google Shape;83;p29"/>
          <p:cNvCxnSpPr/>
          <p:nvPr/>
        </p:nvCxnSpPr>
        <p:spPr>
          <a:xfrm>
            <a:off x="-9237" y="5787738"/>
            <a:ext cx="3405509" cy="1084383"/>
          </a:xfrm>
          <a:prstGeom prst="straightConnector1">
            <a:avLst/>
          </a:prstGeom>
          <a:noFill/>
          <a:ln cap="flat" cmpd="sng" w="12050">
            <a:solidFill>
              <a:srgbClr val="93C5D8"/>
            </a:solidFill>
            <a:prstDash val="solid"/>
            <a:miter lim="800000"/>
            <a:headEnd len="sm" w="sm" type="none"/>
            <a:tailEnd len="sm" w="sm" type="none"/>
          </a:ln>
        </p:spPr>
      </p:cxnSp>
      <p:sp>
        <p:nvSpPr>
          <p:cNvPr id="84" name="Google Shape;84;p29"/>
          <p:cNvSpPr/>
          <p:nvPr/>
        </p:nvSpPr>
        <p:spPr>
          <a:xfrm>
            <a:off x="8664112" y="4988440"/>
            <a:ext cx="182880" cy="228600"/>
          </a:xfrm>
          <a:prstGeom prst="chevron">
            <a:avLst>
              <a:gd fmla="val 50000" name="adj"/>
            </a:avLst>
          </a:prstGeom>
          <a:gradFill>
            <a:gsLst>
              <a:gs pos="0">
                <a:srgbClr val="1488A5"/>
              </a:gs>
              <a:gs pos="72000">
                <a:srgbClr val="4DB7DA"/>
              </a:gs>
              <a:gs pos="100000">
                <a:srgbClr val="7CC2DD"/>
              </a:gs>
            </a:gsLst>
            <a:lin ang="16200000" scaled="0"/>
          </a:gradFill>
          <a:ln cap="rnd" cmpd="sng" w="9525">
            <a:solidFill>
              <a:srgbClr val="20768B"/>
            </a:solidFill>
            <a:prstDash val="solid"/>
            <a:round/>
            <a:headEnd len="sm" w="sm" type="none"/>
            <a:tailEnd len="sm" w="sm" type="none"/>
          </a:ln>
          <a:effectLst>
            <a:outerShdw blurRad="50800" dir="5400000" dist="25400">
              <a:srgbClr val="000000">
                <a:alpha val="45882"/>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ucida Sans"/>
              <a:ea typeface="Lucida Sans"/>
              <a:cs typeface="Lucida Sans"/>
              <a:sym typeface="Lucida Sans"/>
            </a:endParaRPr>
          </a:p>
        </p:txBody>
      </p:sp>
      <p:sp>
        <p:nvSpPr>
          <p:cNvPr id="85" name="Google Shape;85;p29"/>
          <p:cNvSpPr/>
          <p:nvPr/>
        </p:nvSpPr>
        <p:spPr>
          <a:xfrm>
            <a:off x="8477696" y="4988440"/>
            <a:ext cx="182880" cy="228600"/>
          </a:xfrm>
          <a:prstGeom prst="chevron">
            <a:avLst>
              <a:gd fmla="val 50000" name="adj"/>
            </a:avLst>
          </a:prstGeom>
          <a:gradFill>
            <a:gsLst>
              <a:gs pos="0">
                <a:srgbClr val="1488A5"/>
              </a:gs>
              <a:gs pos="72000">
                <a:srgbClr val="4DB7DA"/>
              </a:gs>
              <a:gs pos="100000">
                <a:srgbClr val="7CC2DD"/>
              </a:gs>
            </a:gsLst>
            <a:lin ang="16200000" scaled="0"/>
          </a:gradFill>
          <a:ln cap="rnd" cmpd="sng" w="9525">
            <a:solidFill>
              <a:srgbClr val="20768B"/>
            </a:solidFill>
            <a:prstDash val="solid"/>
            <a:round/>
            <a:headEnd len="sm" w="sm" type="none"/>
            <a:tailEnd len="sm" w="sm" type="none"/>
          </a:ln>
          <a:effectLst>
            <a:outerShdw blurRad="50800" dir="5400000" dist="25400">
              <a:srgbClr val="000000">
                <a:alpha val="45882"/>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ucida Sans"/>
              <a:ea typeface="Lucida Sans"/>
              <a:cs typeface="Lucida Sans"/>
              <a:sym typeface="Lucida San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6" name="Shape 86"/>
        <p:cNvGrpSpPr/>
        <p:nvPr/>
      </p:nvGrpSpPr>
      <p:grpSpPr>
        <a:xfrm>
          <a:off x="0" y="0"/>
          <a:ext cx="0" cy="0"/>
          <a:chOff x="0" y="0"/>
          <a:chExt cx="0" cy="0"/>
        </a:xfrm>
      </p:grpSpPr>
      <p:sp>
        <p:nvSpPr>
          <p:cNvPr id="87" name="Google Shape;87;p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8" name="Google Shape;88;p30"/>
          <p:cNvSpPr txBox="1"/>
          <p:nvPr>
            <p:ph idx="1" type="body"/>
          </p:nvPr>
        </p:nvSpPr>
        <p:spPr>
          <a:xfrm rot="5400000">
            <a:off x="2378965" y="-440435"/>
            <a:ext cx="4386071" cy="8229600"/>
          </a:xfrm>
          <a:prstGeom prst="rect">
            <a:avLst/>
          </a:prstGeom>
          <a:noFill/>
          <a:ln>
            <a:noFill/>
          </a:ln>
        </p:spPr>
        <p:txBody>
          <a:bodyPr anchorCtr="0" anchor="t" bIns="45700" lIns="91425" spcFirstLastPara="1" rIns="91425" wrap="square" tIns="45700">
            <a:normAutofit/>
          </a:bodyPr>
          <a:lstStyle>
            <a:lvl1pPr indent="-306324" lvl="0" marL="457200" algn="l">
              <a:spcBef>
                <a:spcPts val="400"/>
              </a:spcBef>
              <a:spcAft>
                <a:spcPts val="0"/>
              </a:spcAft>
              <a:buSzPts val="1224"/>
              <a:buChar char="🞂"/>
              <a:defRPr/>
            </a:lvl1pPr>
            <a:lvl2pPr indent="-342900" lvl="1" marL="914400" algn="l">
              <a:spcBef>
                <a:spcPts val="324"/>
              </a:spcBef>
              <a:spcAft>
                <a:spcPts val="0"/>
              </a:spcAft>
              <a:buSzPts val="1800"/>
              <a:buChar char="◦"/>
              <a:defRPr/>
            </a:lvl2pPr>
            <a:lvl3pPr indent="-342900" lvl="2" marL="1371600" algn="l">
              <a:spcBef>
                <a:spcPts val="350"/>
              </a:spcBef>
              <a:spcAft>
                <a:spcPts val="0"/>
              </a:spcAft>
              <a:buSzPts val="1800"/>
              <a:buChar char="●"/>
              <a:defRPr/>
            </a:lvl3pPr>
            <a:lvl4pPr indent="-342900" lvl="3" marL="1828800" algn="l">
              <a:spcBef>
                <a:spcPts val="350"/>
              </a:spcBef>
              <a:spcAft>
                <a:spcPts val="0"/>
              </a:spcAft>
              <a:buSzPts val="1800"/>
              <a:buChar char="●"/>
              <a:defRPr/>
            </a:lvl4pPr>
            <a:lvl5pPr indent="-342900" lvl="4" marL="2286000" algn="l">
              <a:spcBef>
                <a:spcPts val="350"/>
              </a:spcBef>
              <a:spcAft>
                <a:spcPts val="0"/>
              </a:spcAft>
              <a:buSzPts val="1800"/>
              <a:buChar char="●"/>
              <a:defRPr/>
            </a:lvl5pPr>
            <a:lvl6pPr indent="-342900" lvl="5" marL="2743200" algn="l">
              <a:spcBef>
                <a:spcPts val="350"/>
              </a:spcBef>
              <a:spcAft>
                <a:spcPts val="0"/>
              </a:spcAft>
              <a:buSzPts val="1800"/>
              <a:buChar char="■"/>
              <a:defRPr/>
            </a:lvl6pPr>
            <a:lvl7pPr indent="-342900" lvl="6" marL="3200400" algn="l">
              <a:spcBef>
                <a:spcPts val="350"/>
              </a:spcBef>
              <a:spcAft>
                <a:spcPts val="0"/>
              </a:spcAft>
              <a:buSzPts val="1800"/>
              <a:buChar char="■"/>
              <a:defRPr/>
            </a:lvl7pPr>
            <a:lvl8pPr indent="-342900" lvl="7" marL="3657600" algn="l">
              <a:spcBef>
                <a:spcPts val="350"/>
              </a:spcBef>
              <a:spcAft>
                <a:spcPts val="0"/>
              </a:spcAft>
              <a:buSzPts val="1800"/>
              <a:buChar char="■"/>
              <a:defRPr/>
            </a:lvl8pPr>
            <a:lvl9pPr indent="-342900" lvl="8" marL="4114800" algn="l">
              <a:spcBef>
                <a:spcPts val="350"/>
              </a:spcBef>
              <a:spcAft>
                <a:spcPts val="0"/>
              </a:spcAft>
              <a:buSzPts val="1800"/>
              <a:buChar char="■"/>
              <a:defRPr/>
            </a:lvl9pPr>
          </a:lstStyle>
          <a:p/>
        </p:txBody>
      </p:sp>
      <p:sp>
        <p:nvSpPr>
          <p:cNvPr id="89" name="Google Shape;89;p30"/>
          <p:cNvSpPr txBox="1"/>
          <p:nvPr>
            <p:ph idx="10" type="dt"/>
          </p:nvPr>
        </p:nvSpPr>
        <p:spPr>
          <a:xfrm>
            <a:off x="6727032" y="6407944"/>
            <a:ext cx="1920240" cy="3657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30"/>
          <p:cNvSpPr txBox="1"/>
          <p:nvPr>
            <p:ph idx="11" type="ftr"/>
          </p:nvPr>
        </p:nvSpPr>
        <p:spPr>
          <a:xfrm>
            <a:off x="4380072" y="6407944"/>
            <a:ext cx="2350681" cy="365125"/>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30"/>
          <p:cNvSpPr txBox="1"/>
          <p:nvPr>
            <p:ph idx="12" type="sldNum"/>
          </p:nvPr>
        </p:nvSpPr>
        <p:spPr>
          <a:xfrm>
            <a:off x="8647272" y="6407944"/>
            <a:ext cx="365760" cy="365125"/>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2" name="Shape 92"/>
        <p:cNvGrpSpPr/>
        <p:nvPr/>
      </p:nvGrpSpPr>
      <p:grpSpPr>
        <a:xfrm>
          <a:off x="0" y="0"/>
          <a:ext cx="0" cy="0"/>
          <a:chOff x="0" y="0"/>
          <a:chExt cx="0" cy="0"/>
        </a:xfrm>
      </p:grpSpPr>
      <p:sp>
        <p:nvSpPr>
          <p:cNvPr id="93" name="Google Shape;93;p31"/>
          <p:cNvSpPr txBox="1"/>
          <p:nvPr>
            <p:ph type="title"/>
          </p:nvPr>
        </p:nvSpPr>
        <p:spPr>
          <a:xfrm rot="5400000">
            <a:off x="4936367" y="2182286"/>
            <a:ext cx="5592761" cy="177747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4" name="Google Shape;94;p31"/>
          <p:cNvSpPr txBox="1"/>
          <p:nvPr>
            <p:ph idx="1" type="body"/>
          </p:nvPr>
        </p:nvSpPr>
        <p:spPr>
          <a:xfrm rot="5400000">
            <a:off x="823120" y="-91279"/>
            <a:ext cx="5592760" cy="6324600"/>
          </a:xfrm>
          <a:prstGeom prst="rect">
            <a:avLst/>
          </a:prstGeom>
          <a:noFill/>
          <a:ln>
            <a:noFill/>
          </a:ln>
        </p:spPr>
        <p:txBody>
          <a:bodyPr anchorCtr="0" anchor="t" bIns="45700" lIns="91425" spcFirstLastPara="1" rIns="91425" wrap="square" tIns="45700">
            <a:normAutofit/>
          </a:bodyPr>
          <a:lstStyle>
            <a:lvl1pPr indent="-306324" lvl="0" marL="457200" algn="l">
              <a:spcBef>
                <a:spcPts val="400"/>
              </a:spcBef>
              <a:spcAft>
                <a:spcPts val="0"/>
              </a:spcAft>
              <a:buSzPts val="1224"/>
              <a:buChar char="🞂"/>
              <a:defRPr/>
            </a:lvl1pPr>
            <a:lvl2pPr indent="-342900" lvl="1" marL="914400" algn="l">
              <a:spcBef>
                <a:spcPts val="324"/>
              </a:spcBef>
              <a:spcAft>
                <a:spcPts val="0"/>
              </a:spcAft>
              <a:buSzPts val="1800"/>
              <a:buChar char="◦"/>
              <a:defRPr/>
            </a:lvl2pPr>
            <a:lvl3pPr indent="-342900" lvl="2" marL="1371600" algn="l">
              <a:spcBef>
                <a:spcPts val="350"/>
              </a:spcBef>
              <a:spcAft>
                <a:spcPts val="0"/>
              </a:spcAft>
              <a:buSzPts val="1800"/>
              <a:buChar char="●"/>
              <a:defRPr/>
            </a:lvl3pPr>
            <a:lvl4pPr indent="-342900" lvl="3" marL="1828800" algn="l">
              <a:spcBef>
                <a:spcPts val="350"/>
              </a:spcBef>
              <a:spcAft>
                <a:spcPts val="0"/>
              </a:spcAft>
              <a:buSzPts val="1800"/>
              <a:buChar char="●"/>
              <a:defRPr/>
            </a:lvl4pPr>
            <a:lvl5pPr indent="-342900" lvl="4" marL="2286000" algn="l">
              <a:spcBef>
                <a:spcPts val="350"/>
              </a:spcBef>
              <a:spcAft>
                <a:spcPts val="0"/>
              </a:spcAft>
              <a:buSzPts val="1800"/>
              <a:buChar char="●"/>
              <a:defRPr/>
            </a:lvl5pPr>
            <a:lvl6pPr indent="-342900" lvl="5" marL="2743200" algn="l">
              <a:spcBef>
                <a:spcPts val="350"/>
              </a:spcBef>
              <a:spcAft>
                <a:spcPts val="0"/>
              </a:spcAft>
              <a:buSzPts val="1800"/>
              <a:buChar char="■"/>
              <a:defRPr/>
            </a:lvl6pPr>
            <a:lvl7pPr indent="-342900" lvl="6" marL="3200400" algn="l">
              <a:spcBef>
                <a:spcPts val="350"/>
              </a:spcBef>
              <a:spcAft>
                <a:spcPts val="0"/>
              </a:spcAft>
              <a:buSzPts val="1800"/>
              <a:buChar char="■"/>
              <a:defRPr/>
            </a:lvl7pPr>
            <a:lvl8pPr indent="-342900" lvl="7" marL="3657600" algn="l">
              <a:spcBef>
                <a:spcPts val="350"/>
              </a:spcBef>
              <a:spcAft>
                <a:spcPts val="0"/>
              </a:spcAft>
              <a:buSzPts val="1800"/>
              <a:buChar char="■"/>
              <a:defRPr/>
            </a:lvl8pPr>
            <a:lvl9pPr indent="-342900" lvl="8" marL="4114800" algn="l">
              <a:spcBef>
                <a:spcPts val="350"/>
              </a:spcBef>
              <a:spcAft>
                <a:spcPts val="0"/>
              </a:spcAft>
              <a:buSzPts val="1800"/>
              <a:buChar char="■"/>
              <a:defRPr/>
            </a:lvl9pPr>
          </a:lstStyle>
          <a:p/>
        </p:txBody>
      </p:sp>
      <p:sp>
        <p:nvSpPr>
          <p:cNvPr id="95" name="Google Shape;95;p31"/>
          <p:cNvSpPr txBox="1"/>
          <p:nvPr>
            <p:ph idx="10" type="dt"/>
          </p:nvPr>
        </p:nvSpPr>
        <p:spPr>
          <a:xfrm>
            <a:off x="6727032" y="6407944"/>
            <a:ext cx="1920240" cy="3657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31"/>
          <p:cNvSpPr txBox="1"/>
          <p:nvPr>
            <p:ph idx="11" type="ftr"/>
          </p:nvPr>
        </p:nvSpPr>
        <p:spPr>
          <a:xfrm>
            <a:off x="4380072" y="6407944"/>
            <a:ext cx="2350681" cy="365125"/>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31"/>
          <p:cNvSpPr txBox="1"/>
          <p:nvPr>
            <p:ph idx="12" type="sldNum"/>
          </p:nvPr>
        </p:nvSpPr>
        <p:spPr>
          <a:xfrm>
            <a:off x="8647272" y="6407944"/>
            <a:ext cx="365760" cy="365125"/>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0"/>
          <p:cNvSpPr/>
          <p:nvPr/>
        </p:nvSpPr>
        <p:spPr>
          <a:xfrm>
            <a:off x="499273" y="5944936"/>
            <a:ext cx="4940624" cy="921076"/>
          </a:xfrm>
          <a:custGeom>
            <a:rect b="b" l="l" r="r" t="t"/>
            <a:pathLst>
              <a:path extrusionOk="0" h="337" w="7485">
                <a:moveTo>
                  <a:pt x="0" y="2"/>
                </a:moveTo>
                <a:lnTo>
                  <a:pt x="7485" y="337"/>
                </a:lnTo>
                <a:lnTo>
                  <a:pt x="5558" y="337"/>
                </a:lnTo>
                <a:lnTo>
                  <a:pt x="1" y="0"/>
                </a:lnTo>
              </a:path>
            </a:pathLst>
          </a:custGeom>
          <a:solidFill>
            <a:srgbClr val="9CCADC">
              <a:alpha val="4000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Lucida Sans"/>
              <a:ea typeface="Lucida Sans"/>
              <a:cs typeface="Lucida Sans"/>
              <a:sym typeface="Lucida Sans"/>
            </a:endParaRPr>
          </a:p>
        </p:txBody>
      </p:sp>
      <p:sp>
        <p:nvSpPr>
          <p:cNvPr id="7" name="Google Shape;7;p20"/>
          <p:cNvSpPr/>
          <p:nvPr/>
        </p:nvSpPr>
        <p:spPr>
          <a:xfrm>
            <a:off x="485717" y="5939011"/>
            <a:ext cx="3690451" cy="933450"/>
          </a:xfrm>
          <a:custGeom>
            <a:rect b="b" l="l" r="r" t="t"/>
            <a:pathLst>
              <a:path extrusionOk="0" h="588" w="5591">
                <a:moveTo>
                  <a:pt x="0" y="0"/>
                </a:moveTo>
                <a:lnTo>
                  <a:pt x="5591" y="585"/>
                </a:lnTo>
                <a:lnTo>
                  <a:pt x="4415" y="588"/>
                </a:lnTo>
                <a:lnTo>
                  <a:pt x="12" y="4"/>
                </a:lnTo>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Lucida Sans"/>
              <a:ea typeface="Lucida Sans"/>
              <a:cs typeface="Lucida Sans"/>
              <a:sym typeface="Lucida Sans"/>
            </a:endParaRPr>
          </a:p>
        </p:txBody>
      </p:sp>
      <p:sp>
        <p:nvSpPr>
          <p:cNvPr id="8" name="Google Shape;8;p20"/>
          <p:cNvSpPr/>
          <p:nvPr/>
        </p:nvSpPr>
        <p:spPr>
          <a:xfrm>
            <a:off x="-6042" y="5791253"/>
            <a:ext cx="3402314" cy="1080868"/>
          </a:xfrm>
          <a:prstGeom prst="rtTriangle">
            <a:avLst/>
          </a:prstGeom>
          <a:blipFill rotWithShape="1">
            <a:blip r:embed="rId1">
              <a:alphaModFix amt="50000"/>
            </a:blip>
            <a:tile algn="t" flip="none" tx="0" sx="50000" ty="0" sy="50000"/>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ucida Sans"/>
              <a:ea typeface="Lucida Sans"/>
              <a:cs typeface="Lucida Sans"/>
              <a:sym typeface="Lucida Sans"/>
            </a:endParaRPr>
          </a:p>
        </p:txBody>
      </p:sp>
      <p:cxnSp>
        <p:nvCxnSpPr>
          <p:cNvPr id="9" name="Google Shape;9;p20"/>
          <p:cNvCxnSpPr/>
          <p:nvPr/>
        </p:nvCxnSpPr>
        <p:spPr>
          <a:xfrm>
            <a:off x="-9237" y="5787738"/>
            <a:ext cx="3405509" cy="1084383"/>
          </a:xfrm>
          <a:prstGeom prst="straightConnector1">
            <a:avLst/>
          </a:prstGeom>
          <a:noFill/>
          <a:ln cap="flat" cmpd="sng" w="12050">
            <a:solidFill>
              <a:srgbClr val="93C5D8"/>
            </a:solidFill>
            <a:prstDash val="solid"/>
            <a:miter lim="800000"/>
            <a:headEnd len="sm" w="sm" type="none"/>
            <a:tailEnd len="sm" w="sm" type="none"/>
          </a:ln>
        </p:spPr>
      </p:cxnSp>
      <p:sp>
        <p:nvSpPr>
          <p:cNvPr id="10" name="Google Shape;10;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l">
              <a:spcBef>
                <a:spcPts val="0"/>
              </a:spcBef>
              <a:spcAft>
                <a:spcPts val="0"/>
              </a:spcAft>
              <a:buClr>
                <a:schemeClr val="dk2"/>
              </a:buClr>
              <a:buSzPts val="4100"/>
              <a:buFont typeface="Lucida Sans"/>
              <a:buNone/>
              <a:defRPr b="1" i="0" sz="4100" u="none" cap="none" strike="noStrike">
                <a:solidFill>
                  <a:schemeClr val="dk2"/>
                </a:solidFill>
                <a:latin typeface="Lucida Sans"/>
                <a:ea typeface="Lucida Sans"/>
                <a:cs typeface="Lucida Sans"/>
                <a:sym typeface="Lucida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0"/>
          <p:cNvSpPr txBox="1"/>
          <p:nvPr>
            <p:ph idx="1" type="body"/>
          </p:nvPr>
        </p:nvSpPr>
        <p:spPr>
          <a:xfrm>
            <a:off x="457200" y="1481328"/>
            <a:ext cx="8229600" cy="4525963"/>
          </a:xfrm>
          <a:prstGeom prst="rect">
            <a:avLst/>
          </a:prstGeom>
          <a:noFill/>
          <a:ln>
            <a:noFill/>
          </a:ln>
        </p:spPr>
        <p:txBody>
          <a:bodyPr anchorCtr="0" anchor="t" bIns="45700" lIns="91425" spcFirstLastPara="1" rIns="91425" wrap="square" tIns="45700">
            <a:normAutofit/>
          </a:bodyPr>
          <a:lstStyle>
            <a:lvl1pPr indent="-345186" lvl="0" marL="457200" marR="0" rtl="0" algn="l">
              <a:spcBef>
                <a:spcPts val="400"/>
              </a:spcBef>
              <a:spcAft>
                <a:spcPts val="0"/>
              </a:spcAft>
              <a:buClr>
                <a:schemeClr val="accent1"/>
              </a:buClr>
              <a:buSzPts val="1836"/>
              <a:buFont typeface="Noto Sans Symbols"/>
              <a:buChar char="🞂"/>
              <a:defRPr b="0" i="0" sz="2700" u="none" cap="none" strike="noStrike">
                <a:solidFill>
                  <a:schemeClr val="dk1"/>
                </a:solidFill>
                <a:latin typeface="Lucida Sans"/>
                <a:ea typeface="Lucida Sans"/>
                <a:cs typeface="Lucida Sans"/>
                <a:sym typeface="Lucida Sans"/>
              </a:defRPr>
            </a:lvl1pPr>
            <a:lvl2pPr indent="-374650" lvl="1" marL="914400" marR="0" rtl="0" algn="l">
              <a:spcBef>
                <a:spcPts val="324"/>
              </a:spcBef>
              <a:spcAft>
                <a:spcPts val="0"/>
              </a:spcAft>
              <a:buClr>
                <a:schemeClr val="accent1"/>
              </a:buClr>
              <a:buSzPts val="2300"/>
              <a:buFont typeface="Verdana"/>
              <a:buChar char="◦"/>
              <a:defRPr b="0" i="0" sz="2300" u="none" cap="none" strike="noStrike">
                <a:solidFill>
                  <a:schemeClr val="dk1"/>
                </a:solidFill>
                <a:latin typeface="Lucida Sans"/>
                <a:ea typeface="Lucida Sans"/>
                <a:cs typeface="Lucida Sans"/>
                <a:sym typeface="Lucida Sans"/>
              </a:defRPr>
            </a:lvl2pPr>
            <a:lvl3pPr indent="-361950" lvl="2" marL="1371600" marR="0" rtl="0" algn="l">
              <a:spcBef>
                <a:spcPts val="350"/>
              </a:spcBef>
              <a:spcAft>
                <a:spcPts val="0"/>
              </a:spcAft>
              <a:buClr>
                <a:schemeClr val="accent2"/>
              </a:buClr>
              <a:buSzPts val="2100"/>
              <a:buFont typeface="Noto Sans Symbols"/>
              <a:buChar char="●"/>
              <a:defRPr b="0" i="0" sz="2100" u="none" cap="none" strike="noStrike">
                <a:solidFill>
                  <a:schemeClr val="dk1"/>
                </a:solidFill>
                <a:latin typeface="Lucida Sans"/>
                <a:ea typeface="Lucida Sans"/>
                <a:cs typeface="Lucida Sans"/>
                <a:sym typeface="Lucida Sans"/>
              </a:defRPr>
            </a:lvl3pPr>
            <a:lvl4pPr indent="-349250" lvl="3" marL="1828800" marR="0" rtl="0" algn="l">
              <a:spcBef>
                <a:spcPts val="350"/>
              </a:spcBef>
              <a:spcAft>
                <a:spcPts val="0"/>
              </a:spcAft>
              <a:buClr>
                <a:schemeClr val="accent2"/>
              </a:buClr>
              <a:buSzPts val="1900"/>
              <a:buFont typeface="Noto Sans Symbols"/>
              <a:buChar char="●"/>
              <a:defRPr b="0" i="0" sz="1900" u="none" cap="none" strike="noStrike">
                <a:solidFill>
                  <a:schemeClr val="dk1"/>
                </a:solidFill>
                <a:latin typeface="Lucida Sans"/>
                <a:ea typeface="Lucida Sans"/>
                <a:cs typeface="Lucida Sans"/>
                <a:sym typeface="Lucida Sans"/>
              </a:defRPr>
            </a:lvl4pPr>
            <a:lvl5pPr indent="-342900" lvl="4" marL="2286000" marR="0" rtl="0" algn="l">
              <a:spcBef>
                <a:spcPts val="350"/>
              </a:spcBef>
              <a:spcAft>
                <a:spcPts val="0"/>
              </a:spcAft>
              <a:buClr>
                <a:schemeClr val="accent2"/>
              </a:buClr>
              <a:buSzPts val="1800"/>
              <a:buFont typeface="Noto Sans Symbols"/>
              <a:buChar char="●"/>
              <a:defRPr b="0" i="0" sz="1800" u="none" cap="none" strike="noStrike">
                <a:solidFill>
                  <a:schemeClr val="dk1"/>
                </a:solidFill>
                <a:latin typeface="Lucida Sans"/>
                <a:ea typeface="Lucida Sans"/>
                <a:cs typeface="Lucida Sans"/>
                <a:sym typeface="Lucida Sans"/>
              </a:defRPr>
            </a:lvl5pPr>
            <a:lvl6pPr indent="-342900" lvl="5" marL="2743200" marR="0" rtl="0" algn="l">
              <a:spcBef>
                <a:spcPts val="350"/>
              </a:spcBef>
              <a:spcAft>
                <a:spcPts val="0"/>
              </a:spcAft>
              <a:buClr>
                <a:schemeClr val="accent3"/>
              </a:buClr>
              <a:buSzPts val="1800"/>
              <a:buFont typeface="Noto Sans Symbols"/>
              <a:buChar char="■"/>
              <a:defRPr b="0" i="0" sz="1800" u="none" cap="none" strike="noStrike">
                <a:solidFill>
                  <a:schemeClr val="dk1"/>
                </a:solidFill>
                <a:latin typeface="Lucida Sans"/>
                <a:ea typeface="Lucida Sans"/>
                <a:cs typeface="Lucida Sans"/>
                <a:sym typeface="Lucida Sans"/>
              </a:defRPr>
            </a:lvl6pPr>
            <a:lvl7pPr indent="-330200" lvl="6" marL="3200400" marR="0" rtl="0" algn="l">
              <a:spcBef>
                <a:spcPts val="350"/>
              </a:spcBef>
              <a:spcAft>
                <a:spcPts val="0"/>
              </a:spcAft>
              <a:buClr>
                <a:schemeClr val="accent3"/>
              </a:buClr>
              <a:buSzPts val="1600"/>
              <a:buFont typeface="Noto Sans Symbols"/>
              <a:buChar char="■"/>
              <a:defRPr b="0" i="0" sz="1600" u="none" cap="none" strike="noStrike">
                <a:solidFill>
                  <a:schemeClr val="dk1"/>
                </a:solidFill>
                <a:latin typeface="Lucida Sans"/>
                <a:ea typeface="Lucida Sans"/>
                <a:cs typeface="Lucida Sans"/>
                <a:sym typeface="Lucida Sans"/>
              </a:defRPr>
            </a:lvl7pPr>
            <a:lvl8pPr indent="-330200" lvl="7" marL="3657600" marR="0" rtl="0" algn="l">
              <a:spcBef>
                <a:spcPts val="350"/>
              </a:spcBef>
              <a:spcAft>
                <a:spcPts val="0"/>
              </a:spcAft>
              <a:buClr>
                <a:schemeClr val="accent3"/>
              </a:buClr>
              <a:buSzPts val="1600"/>
              <a:buFont typeface="Noto Sans Symbols"/>
              <a:buChar char="■"/>
              <a:defRPr b="0" i="0" sz="1600" u="none" cap="none" strike="noStrike">
                <a:solidFill>
                  <a:schemeClr val="dk1"/>
                </a:solidFill>
                <a:latin typeface="Lucida Sans"/>
                <a:ea typeface="Lucida Sans"/>
                <a:cs typeface="Lucida Sans"/>
                <a:sym typeface="Lucida Sans"/>
              </a:defRPr>
            </a:lvl8pPr>
            <a:lvl9pPr indent="-330200" lvl="8" marL="4114800" marR="0" rtl="0" algn="l">
              <a:spcBef>
                <a:spcPts val="350"/>
              </a:spcBef>
              <a:spcAft>
                <a:spcPts val="0"/>
              </a:spcAft>
              <a:buClr>
                <a:schemeClr val="accent3"/>
              </a:buClr>
              <a:buSzPts val="1600"/>
              <a:buFont typeface="Noto Sans Symbols"/>
              <a:buChar char="■"/>
              <a:defRPr b="0" i="0" sz="1600" u="none" cap="none" strike="noStrike">
                <a:solidFill>
                  <a:schemeClr val="dk1"/>
                </a:solidFill>
                <a:latin typeface="Lucida Sans"/>
                <a:ea typeface="Lucida Sans"/>
                <a:cs typeface="Lucida Sans"/>
                <a:sym typeface="Lucida Sans"/>
              </a:defRPr>
            </a:lvl9pPr>
          </a:lstStyle>
          <a:p/>
        </p:txBody>
      </p:sp>
      <p:sp>
        <p:nvSpPr>
          <p:cNvPr id="12" name="Google Shape;12;p20"/>
          <p:cNvSpPr txBox="1"/>
          <p:nvPr>
            <p:ph idx="10" type="dt"/>
          </p:nvPr>
        </p:nvSpPr>
        <p:spPr>
          <a:xfrm>
            <a:off x="6727032" y="6407944"/>
            <a:ext cx="1920240" cy="36576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sz="1000">
                <a:solidFill>
                  <a:schemeClr val="dk1"/>
                </a:solidFill>
                <a:latin typeface="Lucida Sans"/>
                <a:ea typeface="Lucida Sans"/>
                <a:cs typeface="Lucida Sans"/>
                <a:sym typeface="Lucida Sans"/>
              </a:defRPr>
            </a:lvl1pPr>
            <a:lvl2pPr lvl="1" marR="0" rtl="0" algn="l">
              <a:spcBef>
                <a:spcPts val="0"/>
              </a:spcBef>
              <a:spcAft>
                <a:spcPts val="0"/>
              </a:spcAft>
              <a:buSzPts val="1400"/>
              <a:buNone/>
              <a:defRPr b="0" i="0" sz="1800" u="none" cap="none" strike="noStrike">
                <a:solidFill>
                  <a:schemeClr val="dk1"/>
                </a:solidFill>
                <a:latin typeface="Lucida Sans"/>
                <a:ea typeface="Lucida Sans"/>
                <a:cs typeface="Lucida Sans"/>
                <a:sym typeface="Lucida Sans"/>
              </a:defRPr>
            </a:lvl2pPr>
            <a:lvl3pPr lvl="2" marR="0" rtl="0" algn="l">
              <a:spcBef>
                <a:spcPts val="0"/>
              </a:spcBef>
              <a:spcAft>
                <a:spcPts val="0"/>
              </a:spcAft>
              <a:buSzPts val="1400"/>
              <a:buNone/>
              <a:defRPr b="0" i="0" sz="1800" u="none" cap="none" strike="noStrike">
                <a:solidFill>
                  <a:schemeClr val="dk1"/>
                </a:solidFill>
                <a:latin typeface="Lucida Sans"/>
                <a:ea typeface="Lucida Sans"/>
                <a:cs typeface="Lucida Sans"/>
                <a:sym typeface="Lucida Sans"/>
              </a:defRPr>
            </a:lvl3pPr>
            <a:lvl4pPr lvl="3" marR="0" rtl="0" algn="l">
              <a:spcBef>
                <a:spcPts val="0"/>
              </a:spcBef>
              <a:spcAft>
                <a:spcPts val="0"/>
              </a:spcAft>
              <a:buSzPts val="1400"/>
              <a:buNone/>
              <a:defRPr b="0" i="0" sz="1800" u="none" cap="none" strike="noStrike">
                <a:solidFill>
                  <a:schemeClr val="dk1"/>
                </a:solidFill>
                <a:latin typeface="Lucida Sans"/>
                <a:ea typeface="Lucida Sans"/>
                <a:cs typeface="Lucida Sans"/>
                <a:sym typeface="Lucida Sans"/>
              </a:defRPr>
            </a:lvl4pPr>
            <a:lvl5pPr lvl="4" marR="0" rtl="0" algn="l">
              <a:spcBef>
                <a:spcPts val="0"/>
              </a:spcBef>
              <a:spcAft>
                <a:spcPts val="0"/>
              </a:spcAft>
              <a:buSzPts val="1400"/>
              <a:buNone/>
              <a:defRPr b="0" i="0" sz="1800" u="none" cap="none" strike="noStrike">
                <a:solidFill>
                  <a:schemeClr val="dk1"/>
                </a:solidFill>
                <a:latin typeface="Lucida Sans"/>
                <a:ea typeface="Lucida Sans"/>
                <a:cs typeface="Lucida Sans"/>
                <a:sym typeface="Lucida Sans"/>
              </a:defRPr>
            </a:lvl5pPr>
            <a:lvl6pPr lvl="5" marR="0" rtl="0" algn="l">
              <a:spcBef>
                <a:spcPts val="0"/>
              </a:spcBef>
              <a:spcAft>
                <a:spcPts val="0"/>
              </a:spcAft>
              <a:buSzPts val="1400"/>
              <a:buNone/>
              <a:defRPr b="0" i="0" sz="1800" u="none" cap="none" strike="noStrike">
                <a:solidFill>
                  <a:schemeClr val="dk1"/>
                </a:solidFill>
                <a:latin typeface="Lucida Sans"/>
                <a:ea typeface="Lucida Sans"/>
                <a:cs typeface="Lucida Sans"/>
                <a:sym typeface="Lucida Sans"/>
              </a:defRPr>
            </a:lvl6pPr>
            <a:lvl7pPr lvl="6" marR="0" rtl="0" algn="l">
              <a:spcBef>
                <a:spcPts val="0"/>
              </a:spcBef>
              <a:spcAft>
                <a:spcPts val="0"/>
              </a:spcAft>
              <a:buSzPts val="1400"/>
              <a:buNone/>
              <a:defRPr b="0" i="0" sz="1800" u="none" cap="none" strike="noStrike">
                <a:solidFill>
                  <a:schemeClr val="dk1"/>
                </a:solidFill>
                <a:latin typeface="Lucida Sans"/>
                <a:ea typeface="Lucida Sans"/>
                <a:cs typeface="Lucida Sans"/>
                <a:sym typeface="Lucida Sans"/>
              </a:defRPr>
            </a:lvl7pPr>
            <a:lvl8pPr lvl="7" marR="0" rtl="0" algn="l">
              <a:spcBef>
                <a:spcPts val="0"/>
              </a:spcBef>
              <a:spcAft>
                <a:spcPts val="0"/>
              </a:spcAft>
              <a:buSzPts val="1400"/>
              <a:buNone/>
              <a:defRPr b="0" i="0" sz="1800" u="none" cap="none" strike="noStrike">
                <a:solidFill>
                  <a:schemeClr val="dk1"/>
                </a:solidFill>
                <a:latin typeface="Lucida Sans"/>
                <a:ea typeface="Lucida Sans"/>
                <a:cs typeface="Lucida Sans"/>
                <a:sym typeface="Lucida Sans"/>
              </a:defRPr>
            </a:lvl8pPr>
            <a:lvl9pPr lvl="8" marR="0" rtl="0" algn="l">
              <a:spcBef>
                <a:spcPts val="0"/>
              </a:spcBef>
              <a:spcAft>
                <a:spcPts val="0"/>
              </a:spcAft>
              <a:buSzPts val="1400"/>
              <a:buNone/>
              <a:defRPr b="0" i="0" sz="1800" u="none" cap="none" strike="noStrike">
                <a:solidFill>
                  <a:schemeClr val="dk1"/>
                </a:solidFill>
                <a:latin typeface="Lucida Sans"/>
                <a:ea typeface="Lucida Sans"/>
                <a:cs typeface="Lucida Sans"/>
                <a:sym typeface="Lucida Sans"/>
              </a:defRPr>
            </a:lvl9pPr>
          </a:lstStyle>
          <a:p/>
        </p:txBody>
      </p:sp>
      <p:sp>
        <p:nvSpPr>
          <p:cNvPr id="13" name="Google Shape;13;p20"/>
          <p:cNvSpPr txBox="1"/>
          <p:nvPr>
            <p:ph idx="11" type="ftr"/>
          </p:nvPr>
        </p:nvSpPr>
        <p:spPr>
          <a:xfrm>
            <a:off x="4380072" y="6407944"/>
            <a:ext cx="2350681" cy="365125"/>
          </a:xfrm>
          <a:prstGeom prst="rect">
            <a:avLst/>
          </a:prstGeom>
          <a:noFill/>
          <a:ln>
            <a:noFill/>
          </a:ln>
        </p:spPr>
        <p:txBody>
          <a:bodyPr anchorCtr="0" anchor="b" bIns="45700" lIns="91425" spcFirstLastPara="1" rIns="91425" wrap="square" tIns="45700">
            <a:noAutofit/>
          </a:bodyPr>
          <a:lstStyle>
            <a:lvl1pPr lvl="0" marR="0" rtl="0" algn="r">
              <a:spcBef>
                <a:spcPts val="0"/>
              </a:spcBef>
              <a:spcAft>
                <a:spcPts val="0"/>
              </a:spcAft>
              <a:buSzPts val="1400"/>
              <a:buNone/>
              <a:defRPr sz="1000">
                <a:solidFill>
                  <a:schemeClr val="dk1"/>
                </a:solidFill>
                <a:latin typeface="Lucida Sans"/>
                <a:ea typeface="Lucida Sans"/>
                <a:cs typeface="Lucida Sans"/>
                <a:sym typeface="Lucida Sans"/>
              </a:defRPr>
            </a:lvl1pPr>
            <a:lvl2pPr lvl="1" marR="0" rtl="0" algn="l">
              <a:spcBef>
                <a:spcPts val="0"/>
              </a:spcBef>
              <a:spcAft>
                <a:spcPts val="0"/>
              </a:spcAft>
              <a:buSzPts val="1400"/>
              <a:buNone/>
              <a:defRPr b="0" i="0" sz="1800" u="none" cap="none" strike="noStrike">
                <a:solidFill>
                  <a:schemeClr val="dk1"/>
                </a:solidFill>
                <a:latin typeface="Lucida Sans"/>
                <a:ea typeface="Lucida Sans"/>
                <a:cs typeface="Lucida Sans"/>
                <a:sym typeface="Lucida Sans"/>
              </a:defRPr>
            </a:lvl2pPr>
            <a:lvl3pPr lvl="2" marR="0" rtl="0" algn="l">
              <a:spcBef>
                <a:spcPts val="0"/>
              </a:spcBef>
              <a:spcAft>
                <a:spcPts val="0"/>
              </a:spcAft>
              <a:buSzPts val="1400"/>
              <a:buNone/>
              <a:defRPr b="0" i="0" sz="1800" u="none" cap="none" strike="noStrike">
                <a:solidFill>
                  <a:schemeClr val="dk1"/>
                </a:solidFill>
                <a:latin typeface="Lucida Sans"/>
                <a:ea typeface="Lucida Sans"/>
                <a:cs typeface="Lucida Sans"/>
                <a:sym typeface="Lucida Sans"/>
              </a:defRPr>
            </a:lvl3pPr>
            <a:lvl4pPr lvl="3" marR="0" rtl="0" algn="l">
              <a:spcBef>
                <a:spcPts val="0"/>
              </a:spcBef>
              <a:spcAft>
                <a:spcPts val="0"/>
              </a:spcAft>
              <a:buSzPts val="1400"/>
              <a:buNone/>
              <a:defRPr b="0" i="0" sz="1800" u="none" cap="none" strike="noStrike">
                <a:solidFill>
                  <a:schemeClr val="dk1"/>
                </a:solidFill>
                <a:latin typeface="Lucida Sans"/>
                <a:ea typeface="Lucida Sans"/>
                <a:cs typeface="Lucida Sans"/>
                <a:sym typeface="Lucida Sans"/>
              </a:defRPr>
            </a:lvl4pPr>
            <a:lvl5pPr lvl="4" marR="0" rtl="0" algn="l">
              <a:spcBef>
                <a:spcPts val="0"/>
              </a:spcBef>
              <a:spcAft>
                <a:spcPts val="0"/>
              </a:spcAft>
              <a:buSzPts val="1400"/>
              <a:buNone/>
              <a:defRPr b="0" i="0" sz="1800" u="none" cap="none" strike="noStrike">
                <a:solidFill>
                  <a:schemeClr val="dk1"/>
                </a:solidFill>
                <a:latin typeface="Lucida Sans"/>
                <a:ea typeface="Lucida Sans"/>
                <a:cs typeface="Lucida Sans"/>
                <a:sym typeface="Lucida Sans"/>
              </a:defRPr>
            </a:lvl5pPr>
            <a:lvl6pPr lvl="5" marR="0" rtl="0" algn="l">
              <a:spcBef>
                <a:spcPts val="0"/>
              </a:spcBef>
              <a:spcAft>
                <a:spcPts val="0"/>
              </a:spcAft>
              <a:buSzPts val="1400"/>
              <a:buNone/>
              <a:defRPr b="0" i="0" sz="1800" u="none" cap="none" strike="noStrike">
                <a:solidFill>
                  <a:schemeClr val="dk1"/>
                </a:solidFill>
                <a:latin typeface="Lucida Sans"/>
                <a:ea typeface="Lucida Sans"/>
                <a:cs typeface="Lucida Sans"/>
                <a:sym typeface="Lucida Sans"/>
              </a:defRPr>
            </a:lvl6pPr>
            <a:lvl7pPr lvl="6" marR="0" rtl="0" algn="l">
              <a:spcBef>
                <a:spcPts val="0"/>
              </a:spcBef>
              <a:spcAft>
                <a:spcPts val="0"/>
              </a:spcAft>
              <a:buSzPts val="1400"/>
              <a:buNone/>
              <a:defRPr b="0" i="0" sz="1800" u="none" cap="none" strike="noStrike">
                <a:solidFill>
                  <a:schemeClr val="dk1"/>
                </a:solidFill>
                <a:latin typeface="Lucida Sans"/>
                <a:ea typeface="Lucida Sans"/>
                <a:cs typeface="Lucida Sans"/>
                <a:sym typeface="Lucida Sans"/>
              </a:defRPr>
            </a:lvl7pPr>
            <a:lvl8pPr lvl="7" marR="0" rtl="0" algn="l">
              <a:spcBef>
                <a:spcPts val="0"/>
              </a:spcBef>
              <a:spcAft>
                <a:spcPts val="0"/>
              </a:spcAft>
              <a:buSzPts val="1400"/>
              <a:buNone/>
              <a:defRPr b="0" i="0" sz="1800" u="none" cap="none" strike="noStrike">
                <a:solidFill>
                  <a:schemeClr val="dk1"/>
                </a:solidFill>
                <a:latin typeface="Lucida Sans"/>
                <a:ea typeface="Lucida Sans"/>
                <a:cs typeface="Lucida Sans"/>
                <a:sym typeface="Lucida Sans"/>
              </a:defRPr>
            </a:lvl8pPr>
            <a:lvl9pPr lvl="8" marR="0" rtl="0" algn="l">
              <a:spcBef>
                <a:spcPts val="0"/>
              </a:spcBef>
              <a:spcAft>
                <a:spcPts val="0"/>
              </a:spcAft>
              <a:buSzPts val="1400"/>
              <a:buNone/>
              <a:defRPr b="0" i="0" sz="1800" u="none" cap="none" strike="noStrike">
                <a:solidFill>
                  <a:schemeClr val="dk1"/>
                </a:solidFill>
                <a:latin typeface="Lucida Sans"/>
                <a:ea typeface="Lucida Sans"/>
                <a:cs typeface="Lucida Sans"/>
                <a:sym typeface="Lucida Sans"/>
              </a:defRPr>
            </a:lvl9pPr>
          </a:lstStyle>
          <a:p/>
        </p:txBody>
      </p:sp>
      <p:sp>
        <p:nvSpPr>
          <p:cNvPr id="14" name="Google Shape;14;p20"/>
          <p:cNvSpPr txBox="1"/>
          <p:nvPr>
            <p:ph idx="12" type="sldNum"/>
          </p:nvPr>
        </p:nvSpPr>
        <p:spPr>
          <a:xfrm>
            <a:off x="8647272" y="6407944"/>
            <a:ext cx="365760" cy="365125"/>
          </a:xfrm>
          <a:prstGeom prst="rect">
            <a:avLst/>
          </a:prstGeom>
          <a:noFill/>
          <a:ln>
            <a:noFill/>
          </a:ln>
        </p:spPr>
        <p:txBody>
          <a:bodyPr anchorCtr="0" anchor="b" bIns="45700" lIns="91425" spcFirstLastPara="1" rIns="91425" wrap="square" tIns="45700">
            <a:noAutofit/>
          </a:bodyPr>
          <a:lstStyle>
            <a:lvl1pPr indent="0" lvl="0" marL="0" marR="0" rtl="0" algn="r">
              <a:spcBef>
                <a:spcPts val="0"/>
              </a:spcBef>
              <a:buNone/>
              <a:defRPr b="0" sz="1000" u="none">
                <a:solidFill>
                  <a:schemeClr val="dk1"/>
                </a:solidFill>
                <a:latin typeface="Lucida Sans"/>
                <a:ea typeface="Lucida Sans"/>
                <a:cs typeface="Lucida Sans"/>
                <a:sym typeface="Lucida Sans"/>
              </a:defRPr>
            </a:lvl1pPr>
            <a:lvl2pPr indent="0" lvl="1" marL="0" marR="0" rtl="0" algn="r">
              <a:spcBef>
                <a:spcPts val="0"/>
              </a:spcBef>
              <a:buNone/>
              <a:defRPr b="0" sz="1000" u="none">
                <a:solidFill>
                  <a:schemeClr val="dk1"/>
                </a:solidFill>
                <a:latin typeface="Lucida Sans"/>
                <a:ea typeface="Lucida Sans"/>
                <a:cs typeface="Lucida Sans"/>
                <a:sym typeface="Lucida Sans"/>
              </a:defRPr>
            </a:lvl2pPr>
            <a:lvl3pPr indent="0" lvl="2" marL="0" marR="0" rtl="0" algn="r">
              <a:spcBef>
                <a:spcPts val="0"/>
              </a:spcBef>
              <a:buNone/>
              <a:defRPr b="0" sz="1000" u="none">
                <a:solidFill>
                  <a:schemeClr val="dk1"/>
                </a:solidFill>
                <a:latin typeface="Lucida Sans"/>
                <a:ea typeface="Lucida Sans"/>
                <a:cs typeface="Lucida Sans"/>
                <a:sym typeface="Lucida Sans"/>
              </a:defRPr>
            </a:lvl3pPr>
            <a:lvl4pPr indent="0" lvl="3" marL="0" marR="0" rtl="0" algn="r">
              <a:spcBef>
                <a:spcPts val="0"/>
              </a:spcBef>
              <a:buNone/>
              <a:defRPr b="0" sz="1000" u="none">
                <a:solidFill>
                  <a:schemeClr val="dk1"/>
                </a:solidFill>
                <a:latin typeface="Lucida Sans"/>
                <a:ea typeface="Lucida Sans"/>
                <a:cs typeface="Lucida Sans"/>
                <a:sym typeface="Lucida Sans"/>
              </a:defRPr>
            </a:lvl4pPr>
            <a:lvl5pPr indent="0" lvl="4" marL="0" marR="0" rtl="0" algn="r">
              <a:spcBef>
                <a:spcPts val="0"/>
              </a:spcBef>
              <a:buNone/>
              <a:defRPr b="0" sz="1000" u="none">
                <a:solidFill>
                  <a:schemeClr val="dk1"/>
                </a:solidFill>
                <a:latin typeface="Lucida Sans"/>
                <a:ea typeface="Lucida Sans"/>
                <a:cs typeface="Lucida Sans"/>
                <a:sym typeface="Lucida Sans"/>
              </a:defRPr>
            </a:lvl5pPr>
            <a:lvl6pPr indent="0" lvl="5" marL="0" marR="0" rtl="0" algn="r">
              <a:spcBef>
                <a:spcPts val="0"/>
              </a:spcBef>
              <a:buNone/>
              <a:defRPr b="0" sz="1000" u="none">
                <a:solidFill>
                  <a:schemeClr val="dk1"/>
                </a:solidFill>
                <a:latin typeface="Lucida Sans"/>
                <a:ea typeface="Lucida Sans"/>
                <a:cs typeface="Lucida Sans"/>
                <a:sym typeface="Lucida Sans"/>
              </a:defRPr>
            </a:lvl6pPr>
            <a:lvl7pPr indent="0" lvl="6" marL="0" marR="0" rtl="0" algn="r">
              <a:spcBef>
                <a:spcPts val="0"/>
              </a:spcBef>
              <a:buNone/>
              <a:defRPr b="0" sz="1000" u="none">
                <a:solidFill>
                  <a:schemeClr val="dk1"/>
                </a:solidFill>
                <a:latin typeface="Lucida Sans"/>
                <a:ea typeface="Lucida Sans"/>
                <a:cs typeface="Lucida Sans"/>
                <a:sym typeface="Lucida Sans"/>
              </a:defRPr>
            </a:lvl7pPr>
            <a:lvl8pPr indent="0" lvl="7" marL="0" marR="0" rtl="0" algn="r">
              <a:spcBef>
                <a:spcPts val="0"/>
              </a:spcBef>
              <a:buNone/>
              <a:defRPr b="0" sz="1000" u="none">
                <a:solidFill>
                  <a:schemeClr val="dk1"/>
                </a:solidFill>
                <a:latin typeface="Lucida Sans"/>
                <a:ea typeface="Lucida Sans"/>
                <a:cs typeface="Lucida Sans"/>
                <a:sym typeface="Lucida Sans"/>
              </a:defRPr>
            </a:lvl8pPr>
            <a:lvl9pPr indent="0" lvl="8" marL="0" marR="0" rtl="0" algn="r">
              <a:spcBef>
                <a:spcPts val="0"/>
              </a:spcBef>
              <a:buNone/>
              <a:defRPr b="0" sz="1000" u="none">
                <a:solidFill>
                  <a:schemeClr val="dk1"/>
                </a:solidFill>
                <a:latin typeface="Lucida Sans"/>
                <a:ea typeface="Lucida Sans"/>
                <a:cs typeface="Lucida Sans"/>
                <a:sym typeface="Lucida Sans"/>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13.png"/><Relationship Id="rId5"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4.png"/><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3.png"/><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
          <p:cNvSpPr txBox="1"/>
          <p:nvPr>
            <p:ph type="ctrTitle"/>
          </p:nvPr>
        </p:nvSpPr>
        <p:spPr>
          <a:xfrm>
            <a:off x="685800" y="1752601"/>
            <a:ext cx="7772400" cy="1829761"/>
          </a:xfrm>
          <a:prstGeom prst="rect">
            <a:avLst/>
          </a:prstGeom>
          <a:noFill/>
          <a:ln>
            <a:noFill/>
          </a:ln>
        </p:spPr>
        <p:txBody>
          <a:bodyPr anchorCtr="0" anchor="b" bIns="45700" lIns="91425" spcFirstLastPara="1" rIns="91425" wrap="square" tIns="45700">
            <a:normAutofit/>
          </a:bodyPr>
          <a:lstStyle/>
          <a:p>
            <a:pPr indent="0" lvl="0" marL="0" rtl="0" algn="r">
              <a:spcBef>
                <a:spcPts val="0"/>
              </a:spcBef>
              <a:spcAft>
                <a:spcPts val="0"/>
              </a:spcAft>
              <a:buClr>
                <a:schemeClr val="dk2"/>
              </a:buClr>
              <a:buSzPts val="4800"/>
              <a:buFont typeface="Lucida Sans"/>
              <a:buNone/>
            </a:pPr>
            <a:r>
              <a:rPr lang="en-US"/>
              <a:t>Hashing</a:t>
            </a:r>
            <a:endParaRPr/>
          </a:p>
        </p:txBody>
      </p:sp>
      <p:sp>
        <p:nvSpPr>
          <p:cNvPr id="103" name="Google Shape;103;p1"/>
          <p:cNvSpPr txBox="1"/>
          <p:nvPr>
            <p:ph idx="1" type="subTitle"/>
          </p:nvPr>
        </p:nvSpPr>
        <p:spPr>
          <a:xfrm>
            <a:off x="685800" y="3611607"/>
            <a:ext cx="7772400" cy="1199704"/>
          </a:xfrm>
          <a:prstGeom prst="rect">
            <a:avLst/>
          </a:prstGeom>
          <a:noFill/>
          <a:ln>
            <a:noFill/>
          </a:ln>
        </p:spPr>
        <p:txBody>
          <a:bodyPr anchorCtr="0" anchor="t" bIns="45700" lIns="45700" spcFirstLastPara="1" rIns="45700" wrap="square" tIns="45700">
            <a:normAutofit/>
          </a:bodyPr>
          <a:lstStyle/>
          <a:p>
            <a:pPr indent="0" lvl="0" marL="0" marR="64008" rtl="0" algn="r">
              <a:spcBef>
                <a:spcPts val="0"/>
              </a:spcBef>
              <a:spcAft>
                <a:spcPts val="0"/>
              </a:spcAft>
              <a:buSzPts val="1836"/>
              <a:buNone/>
            </a:pPr>
            <a:r>
              <a:rPr lang="en-US"/>
              <a:t>4.2</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
          <p:cNvSpPr txBox="1"/>
          <p:nvPr>
            <p:ph idx="1" type="body"/>
          </p:nvPr>
        </p:nvSpPr>
        <p:spPr>
          <a:xfrm>
            <a:off x="467544" y="1340768"/>
            <a:ext cx="8435280" cy="4853136"/>
          </a:xfrm>
          <a:prstGeom prst="rect">
            <a:avLst/>
          </a:prstGeom>
          <a:noFill/>
          <a:ln>
            <a:noFill/>
          </a:ln>
        </p:spPr>
        <p:txBody>
          <a:bodyPr anchorCtr="0" anchor="t" bIns="45700" lIns="91425" spcFirstLastPara="1" rIns="91425" wrap="square" tIns="45700">
            <a:normAutofit fontScale="85000" lnSpcReduction="10000"/>
          </a:bodyPr>
          <a:lstStyle/>
          <a:p>
            <a:pPr indent="-256032" lvl="0" marL="365760" rtl="0" algn="l">
              <a:spcBef>
                <a:spcPts val="0"/>
              </a:spcBef>
              <a:spcAft>
                <a:spcPts val="0"/>
              </a:spcAft>
              <a:buSzPct val="68000"/>
              <a:buChar char="🞂"/>
            </a:pPr>
            <a:r>
              <a:rPr lang="en-US"/>
              <a:t>Hashing technique is used to calculate the direct location of a data record on the disk without using index structure.</a:t>
            </a:r>
            <a:endParaRPr/>
          </a:p>
          <a:p>
            <a:pPr indent="-256032" lvl="0" marL="365760" rtl="0" algn="l">
              <a:spcBef>
                <a:spcPts val="400"/>
              </a:spcBef>
              <a:spcAft>
                <a:spcPts val="0"/>
              </a:spcAft>
              <a:buSzPct val="68000"/>
              <a:buChar char="🞂"/>
            </a:pPr>
            <a:r>
              <a:rPr lang="en-US"/>
              <a:t>In this technique, data is stored at the data blocks whose address is generated by using the hashing function. </a:t>
            </a:r>
            <a:endParaRPr/>
          </a:p>
          <a:p>
            <a:pPr indent="-256032" lvl="0" marL="365760" rtl="0" algn="l">
              <a:spcBef>
                <a:spcPts val="400"/>
              </a:spcBef>
              <a:spcAft>
                <a:spcPts val="0"/>
              </a:spcAft>
              <a:buSzPct val="68000"/>
              <a:buChar char="🞂"/>
            </a:pPr>
            <a:r>
              <a:rPr lang="en-US"/>
              <a:t>The memory location where these records are stored is known as data bucket or data blocks.</a:t>
            </a:r>
            <a:endParaRPr/>
          </a:p>
          <a:p>
            <a:pPr indent="-256032" lvl="0" marL="365760" rtl="0" algn="l">
              <a:spcBef>
                <a:spcPts val="400"/>
              </a:spcBef>
              <a:spcAft>
                <a:spcPts val="0"/>
              </a:spcAft>
              <a:buSzPct val="68000"/>
              <a:buChar char="🞂"/>
            </a:pPr>
            <a:r>
              <a:rPr lang="en-US"/>
              <a:t>In this, a hash function can choose any of the column value to generate the address. </a:t>
            </a:r>
            <a:endParaRPr/>
          </a:p>
          <a:p>
            <a:pPr indent="-256032" lvl="0" marL="365760" rtl="0" algn="l">
              <a:spcBef>
                <a:spcPts val="400"/>
              </a:spcBef>
              <a:spcAft>
                <a:spcPts val="0"/>
              </a:spcAft>
              <a:buSzPct val="68000"/>
              <a:buChar char="🞂"/>
            </a:pPr>
            <a:r>
              <a:rPr lang="en-US"/>
              <a:t>Most of the time, the hash function uses the primary key to generate the address of the data block. </a:t>
            </a:r>
            <a:endParaRPr/>
          </a:p>
          <a:p>
            <a:pPr indent="-256032" lvl="0" marL="365760" rtl="0" algn="l">
              <a:spcBef>
                <a:spcPts val="400"/>
              </a:spcBef>
              <a:spcAft>
                <a:spcPts val="0"/>
              </a:spcAft>
              <a:buSzPct val="68000"/>
              <a:buChar char="🞂"/>
            </a:pPr>
            <a:r>
              <a:rPr lang="en-US"/>
              <a:t>A hash function is a simple mathematical function to any complex mathematical function</a:t>
            </a:r>
            <a:endParaRPr/>
          </a:p>
        </p:txBody>
      </p:sp>
      <p:sp>
        <p:nvSpPr>
          <p:cNvPr id="109" name="Google Shape;109;p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100"/>
              <a:buFont typeface="Lucida Sans"/>
              <a:buNone/>
            </a:pPr>
            <a:r>
              <a:rPr lang="en-US"/>
              <a:t>hashing</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3"/>
          <p:cNvSpPr txBox="1"/>
          <p:nvPr>
            <p:ph idx="1" type="body"/>
          </p:nvPr>
        </p:nvSpPr>
        <p:spPr>
          <a:xfrm>
            <a:off x="457200" y="1481328"/>
            <a:ext cx="8229600" cy="4525963"/>
          </a:xfrm>
          <a:prstGeom prst="rect">
            <a:avLst/>
          </a:prstGeom>
          <a:noFill/>
          <a:ln>
            <a:noFill/>
          </a:ln>
        </p:spPr>
        <p:txBody>
          <a:bodyPr anchorCtr="0" anchor="t" bIns="45700" lIns="91425" spcFirstLastPara="1" rIns="91425" wrap="square" tIns="45700">
            <a:normAutofit fontScale="92500" lnSpcReduction="20000"/>
          </a:bodyPr>
          <a:lstStyle/>
          <a:p>
            <a:pPr indent="-256053" lvl="0" marL="365760" rtl="0" algn="l">
              <a:spcBef>
                <a:spcPts val="0"/>
              </a:spcBef>
              <a:spcAft>
                <a:spcPts val="0"/>
              </a:spcAft>
              <a:buSzPct val="68000"/>
              <a:buChar char="🞂"/>
            </a:pPr>
            <a:r>
              <a:rPr lang="en-US"/>
              <a:t>For a huge database structure, it’s tough to search all the index values through all its level and then you need to reach the destination data block to get the desired data.</a:t>
            </a:r>
            <a:endParaRPr/>
          </a:p>
          <a:p>
            <a:pPr indent="-256053" lvl="0" marL="365760" rtl="0" algn="l">
              <a:spcBef>
                <a:spcPts val="400"/>
              </a:spcBef>
              <a:spcAft>
                <a:spcPts val="0"/>
              </a:spcAft>
              <a:buSzPct val="68000"/>
              <a:buChar char="🞂"/>
            </a:pPr>
            <a:r>
              <a:rPr lang="en-US"/>
              <a:t>Hashing method is used to index and retrieve items in a database as it is faster to search that specific item using the shorter hashed key instead of using its original value.</a:t>
            </a:r>
            <a:endParaRPr/>
          </a:p>
          <a:p>
            <a:pPr indent="-256053" lvl="0" marL="365760" rtl="0" algn="l">
              <a:spcBef>
                <a:spcPts val="400"/>
              </a:spcBef>
              <a:spcAft>
                <a:spcPts val="0"/>
              </a:spcAft>
              <a:buSzPct val="68000"/>
              <a:buChar char="🞂"/>
            </a:pPr>
            <a:r>
              <a:rPr lang="en-US"/>
              <a:t>Hashing is an ideal method to calculate the direct location of a data record on the disk without using index structure.</a:t>
            </a:r>
            <a:endParaRPr/>
          </a:p>
          <a:p>
            <a:pPr indent="-256053" lvl="0" marL="365760" rtl="0" algn="l">
              <a:spcBef>
                <a:spcPts val="400"/>
              </a:spcBef>
              <a:spcAft>
                <a:spcPts val="0"/>
              </a:spcAft>
              <a:buSzPct val="68000"/>
              <a:buChar char="🞂"/>
            </a:pPr>
            <a:r>
              <a:rPr lang="en-US"/>
              <a:t>It is also a helpful technique for implementing dictionaries.</a:t>
            </a:r>
            <a:endParaRPr/>
          </a:p>
          <a:p>
            <a:pPr indent="-148211" lvl="0" marL="365760" rtl="0" algn="l">
              <a:spcBef>
                <a:spcPts val="400"/>
              </a:spcBef>
              <a:spcAft>
                <a:spcPts val="0"/>
              </a:spcAft>
              <a:buSzPct val="68000"/>
              <a:buNone/>
            </a:pPr>
            <a:r>
              <a:t/>
            </a:r>
            <a:endParaRPr/>
          </a:p>
        </p:txBody>
      </p:sp>
      <p:sp>
        <p:nvSpPr>
          <p:cNvPr id="115" name="Google Shape;115;p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100"/>
              <a:buFont typeface="Lucida Sans"/>
              <a:buNone/>
            </a:pPr>
            <a:r>
              <a:rPr lang="en-US"/>
              <a:t>Why do we need Hashing?</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4"/>
          <p:cNvSpPr txBox="1"/>
          <p:nvPr>
            <p:ph idx="1" type="body"/>
          </p:nvPr>
        </p:nvSpPr>
        <p:spPr>
          <a:xfrm>
            <a:off x="457200" y="1481328"/>
            <a:ext cx="8363272" cy="4755984"/>
          </a:xfrm>
          <a:prstGeom prst="rect">
            <a:avLst/>
          </a:prstGeom>
          <a:noFill/>
          <a:ln>
            <a:noFill/>
          </a:ln>
        </p:spPr>
        <p:txBody>
          <a:bodyPr anchorCtr="0" anchor="t" bIns="45700" lIns="91425" spcFirstLastPara="1" rIns="91425" wrap="square" tIns="45700">
            <a:normAutofit fontScale="55000" lnSpcReduction="20000"/>
          </a:bodyPr>
          <a:lstStyle/>
          <a:p>
            <a:pPr indent="-256032" lvl="0" marL="365760" rtl="0" algn="l">
              <a:spcBef>
                <a:spcPts val="0"/>
              </a:spcBef>
              <a:spcAft>
                <a:spcPts val="0"/>
              </a:spcAft>
              <a:buSzPct val="68000"/>
              <a:buChar char="🞂"/>
            </a:pPr>
            <a:r>
              <a:rPr b="1" lang="en-US"/>
              <a:t>Data bucket</a:t>
            </a:r>
            <a:r>
              <a:rPr lang="en-US"/>
              <a:t> – </a:t>
            </a:r>
            <a:endParaRPr/>
          </a:p>
          <a:p>
            <a:pPr indent="-256032" lvl="0" marL="365760" rtl="0" algn="l">
              <a:spcBef>
                <a:spcPts val="400"/>
              </a:spcBef>
              <a:spcAft>
                <a:spcPts val="0"/>
              </a:spcAft>
              <a:buSzPct val="68000"/>
              <a:buChar char="🞂"/>
            </a:pPr>
            <a:r>
              <a:rPr lang="en-US"/>
              <a:t>Data buckets are memory locations where the records are stored. It is also known as Unit Of Storage. It refers to a specific slot or location within a hash table where data elements are stored.</a:t>
            </a:r>
            <a:endParaRPr/>
          </a:p>
          <a:p>
            <a:pPr indent="-256032" lvl="0" marL="365760" rtl="0" algn="l">
              <a:spcBef>
                <a:spcPts val="400"/>
              </a:spcBef>
              <a:spcAft>
                <a:spcPts val="0"/>
              </a:spcAft>
              <a:buSzPct val="68000"/>
              <a:buChar char="🞂"/>
            </a:pPr>
            <a:r>
              <a:rPr lang="en-US"/>
              <a:t> </a:t>
            </a:r>
            <a:endParaRPr/>
          </a:p>
          <a:p>
            <a:pPr indent="-256032" lvl="0" marL="365760" rtl="0" algn="l">
              <a:spcBef>
                <a:spcPts val="400"/>
              </a:spcBef>
              <a:spcAft>
                <a:spcPts val="0"/>
              </a:spcAft>
              <a:buSzPct val="68000"/>
              <a:buChar char="🞂"/>
            </a:pPr>
            <a:r>
              <a:rPr b="1" lang="en-US"/>
              <a:t>Hash function</a:t>
            </a:r>
            <a:r>
              <a:rPr lang="en-US"/>
              <a:t>: A hash function, is a mapping function which maps all the set of search keys to the address where actual records are placed.</a:t>
            </a:r>
            <a:endParaRPr/>
          </a:p>
          <a:p>
            <a:pPr indent="-191909" lvl="0" marL="365760" rtl="0" algn="l">
              <a:spcBef>
                <a:spcPts val="400"/>
              </a:spcBef>
              <a:spcAft>
                <a:spcPts val="0"/>
              </a:spcAft>
              <a:buSzPct val="68000"/>
              <a:buNone/>
            </a:pPr>
            <a:r>
              <a:t/>
            </a:r>
            <a:endParaRPr b="1"/>
          </a:p>
          <a:p>
            <a:pPr indent="-256032" lvl="0" marL="365760" rtl="0" algn="l">
              <a:spcBef>
                <a:spcPts val="400"/>
              </a:spcBef>
              <a:spcAft>
                <a:spcPts val="0"/>
              </a:spcAft>
              <a:buSzPct val="68000"/>
              <a:buChar char="🞂"/>
            </a:pPr>
            <a:r>
              <a:rPr b="1" lang="en-US"/>
              <a:t>Linear Probing</a:t>
            </a:r>
            <a:r>
              <a:rPr lang="en-US"/>
              <a:t> – Linear probing is a fixed interval between probes. </a:t>
            </a:r>
            <a:endParaRPr/>
          </a:p>
          <a:p>
            <a:pPr indent="-256032" lvl="0" marL="365760" rtl="0" algn="l">
              <a:spcBef>
                <a:spcPts val="400"/>
              </a:spcBef>
              <a:spcAft>
                <a:spcPts val="0"/>
              </a:spcAft>
              <a:buSzPct val="68000"/>
              <a:buChar char="🞂"/>
            </a:pPr>
            <a:r>
              <a:rPr lang="en-US"/>
              <a:t>In this method, the next available data block is used to enter the new record, instead of overwriting on the older record.</a:t>
            </a:r>
            <a:endParaRPr/>
          </a:p>
          <a:p>
            <a:pPr indent="-191909" lvl="0" marL="365760" rtl="0" algn="l">
              <a:spcBef>
                <a:spcPts val="400"/>
              </a:spcBef>
              <a:spcAft>
                <a:spcPts val="0"/>
              </a:spcAft>
              <a:buSzPct val="68000"/>
              <a:buNone/>
            </a:pPr>
            <a:r>
              <a:t/>
            </a:r>
            <a:endParaRPr b="1"/>
          </a:p>
          <a:p>
            <a:pPr indent="-256032" lvl="0" marL="365760" rtl="0" algn="l">
              <a:spcBef>
                <a:spcPts val="400"/>
              </a:spcBef>
              <a:spcAft>
                <a:spcPts val="0"/>
              </a:spcAft>
              <a:buSzPct val="68000"/>
              <a:buChar char="🞂"/>
            </a:pPr>
            <a:r>
              <a:rPr b="1" lang="en-US"/>
              <a:t>Hash index</a:t>
            </a:r>
            <a:r>
              <a:rPr lang="en-US"/>
              <a:t> – It is an address of the data block. A hash function could be a simple mathematical function to even a complex mathematical function.</a:t>
            </a:r>
            <a:endParaRPr/>
          </a:p>
          <a:p>
            <a:pPr indent="-191909" lvl="0" marL="365760" rtl="0" algn="l">
              <a:spcBef>
                <a:spcPts val="400"/>
              </a:spcBef>
              <a:spcAft>
                <a:spcPts val="0"/>
              </a:spcAft>
              <a:buSzPct val="68000"/>
              <a:buNone/>
            </a:pPr>
            <a:r>
              <a:t/>
            </a:r>
            <a:endParaRPr b="1"/>
          </a:p>
          <a:p>
            <a:pPr indent="-256032" lvl="0" marL="365760" rtl="0" algn="l">
              <a:spcBef>
                <a:spcPts val="400"/>
              </a:spcBef>
              <a:spcAft>
                <a:spcPts val="0"/>
              </a:spcAft>
              <a:buSzPct val="68000"/>
              <a:buChar char="🞂"/>
            </a:pPr>
            <a:r>
              <a:rPr b="1" lang="en-US"/>
              <a:t>Double Hashing –</a:t>
            </a:r>
            <a:r>
              <a:rPr lang="en-US"/>
              <a:t>Double hashing is a computer programming method used in hash tables to resolve the issues of has a collision.</a:t>
            </a:r>
            <a:endParaRPr/>
          </a:p>
          <a:p>
            <a:pPr indent="-191909" lvl="0" marL="365760" rtl="0" algn="l">
              <a:spcBef>
                <a:spcPts val="400"/>
              </a:spcBef>
              <a:spcAft>
                <a:spcPts val="0"/>
              </a:spcAft>
              <a:buSzPct val="68000"/>
              <a:buNone/>
            </a:pPr>
            <a:r>
              <a:t/>
            </a:r>
            <a:endParaRPr b="1"/>
          </a:p>
          <a:p>
            <a:pPr indent="-256032" lvl="0" marL="365760" rtl="0" algn="l">
              <a:spcBef>
                <a:spcPts val="400"/>
              </a:spcBef>
              <a:spcAft>
                <a:spcPts val="0"/>
              </a:spcAft>
              <a:buSzPct val="68000"/>
              <a:buChar char="🞂"/>
            </a:pPr>
            <a:r>
              <a:rPr b="1" lang="en-US"/>
              <a:t>Bucket Overflow</a:t>
            </a:r>
            <a:r>
              <a:rPr lang="en-US"/>
              <a:t>: The condition of bucket-overflow is called collision. This is a fatal stage for any static has to function.</a:t>
            </a:r>
            <a:endParaRPr/>
          </a:p>
          <a:p>
            <a:pPr indent="-191909" lvl="0" marL="365760" rtl="0" algn="l">
              <a:spcBef>
                <a:spcPts val="400"/>
              </a:spcBef>
              <a:spcAft>
                <a:spcPts val="0"/>
              </a:spcAft>
              <a:buSzPct val="68000"/>
              <a:buNone/>
            </a:pPr>
            <a:r>
              <a:t/>
            </a:r>
            <a:endParaRPr/>
          </a:p>
          <a:p>
            <a:pPr indent="-191909" lvl="0" marL="365760" rtl="0" algn="l">
              <a:spcBef>
                <a:spcPts val="400"/>
              </a:spcBef>
              <a:spcAft>
                <a:spcPts val="0"/>
              </a:spcAft>
              <a:buSzPct val="68000"/>
              <a:buNone/>
            </a:pPr>
            <a:r>
              <a:t/>
            </a:r>
            <a:endParaRPr/>
          </a:p>
        </p:txBody>
      </p:sp>
      <p:sp>
        <p:nvSpPr>
          <p:cNvPr id="121" name="Google Shape;121;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100"/>
              <a:buFont typeface="Lucida Sans"/>
              <a:buNone/>
            </a:pPr>
            <a:r>
              <a:rPr lang="en-US"/>
              <a:t> Terminologies in Hashing</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0">
                                            <p:txEl>
                                              <p:pRg end="0" st="0"/>
                                            </p:txEl>
                                          </p:spTgt>
                                        </p:tgtEl>
                                        <p:attrNameLst>
                                          <p:attrName>style.visibility</p:attrName>
                                        </p:attrNameLst>
                                      </p:cBhvr>
                                      <p:to>
                                        <p:strVal val="visible"/>
                                      </p:to>
                                    </p:set>
                                    <p:anim calcmode="lin" valueType="num">
                                      <p:cBhvr additive="base">
                                        <p:cTn dur="500"/>
                                        <p:tgtEl>
                                          <p:spTgt spid="120">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0">
                                            <p:txEl>
                                              <p:pRg end="1" st="1"/>
                                            </p:txEl>
                                          </p:spTgt>
                                        </p:tgtEl>
                                        <p:attrNameLst>
                                          <p:attrName>style.visibility</p:attrName>
                                        </p:attrNameLst>
                                      </p:cBhvr>
                                      <p:to>
                                        <p:strVal val="visible"/>
                                      </p:to>
                                    </p:set>
                                    <p:anim calcmode="lin" valueType="num">
                                      <p:cBhvr additive="base">
                                        <p:cTn dur="500"/>
                                        <p:tgtEl>
                                          <p:spTgt spid="120">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0">
                                            <p:txEl>
                                              <p:pRg end="2" st="2"/>
                                            </p:txEl>
                                          </p:spTgt>
                                        </p:tgtEl>
                                        <p:attrNameLst>
                                          <p:attrName>style.visibility</p:attrName>
                                        </p:attrNameLst>
                                      </p:cBhvr>
                                      <p:to>
                                        <p:strVal val="visible"/>
                                      </p:to>
                                    </p:set>
                                    <p:anim calcmode="lin" valueType="num">
                                      <p:cBhvr additive="base">
                                        <p:cTn dur="500"/>
                                        <p:tgtEl>
                                          <p:spTgt spid="120">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0">
                                            <p:txEl>
                                              <p:pRg end="3" st="3"/>
                                            </p:txEl>
                                          </p:spTgt>
                                        </p:tgtEl>
                                        <p:attrNameLst>
                                          <p:attrName>style.visibility</p:attrName>
                                        </p:attrNameLst>
                                      </p:cBhvr>
                                      <p:to>
                                        <p:strVal val="visible"/>
                                      </p:to>
                                    </p:set>
                                    <p:anim calcmode="lin" valueType="num">
                                      <p:cBhvr additive="base">
                                        <p:cTn dur="500"/>
                                        <p:tgtEl>
                                          <p:spTgt spid="120">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0">
                                            <p:txEl>
                                              <p:pRg end="4" st="4"/>
                                            </p:txEl>
                                          </p:spTgt>
                                        </p:tgtEl>
                                        <p:attrNameLst>
                                          <p:attrName>style.visibility</p:attrName>
                                        </p:attrNameLst>
                                      </p:cBhvr>
                                      <p:to>
                                        <p:strVal val="visible"/>
                                      </p:to>
                                    </p:set>
                                    <p:anim calcmode="lin" valueType="num">
                                      <p:cBhvr additive="base">
                                        <p:cTn dur="500"/>
                                        <p:tgtEl>
                                          <p:spTgt spid="120">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0">
                                            <p:txEl>
                                              <p:pRg end="5" st="5"/>
                                            </p:txEl>
                                          </p:spTgt>
                                        </p:tgtEl>
                                        <p:attrNameLst>
                                          <p:attrName>style.visibility</p:attrName>
                                        </p:attrNameLst>
                                      </p:cBhvr>
                                      <p:to>
                                        <p:strVal val="visible"/>
                                      </p:to>
                                    </p:set>
                                    <p:anim calcmode="lin" valueType="num">
                                      <p:cBhvr additive="base">
                                        <p:cTn dur="500"/>
                                        <p:tgtEl>
                                          <p:spTgt spid="120">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0">
                                            <p:txEl>
                                              <p:pRg end="6" st="6"/>
                                            </p:txEl>
                                          </p:spTgt>
                                        </p:tgtEl>
                                        <p:attrNameLst>
                                          <p:attrName>style.visibility</p:attrName>
                                        </p:attrNameLst>
                                      </p:cBhvr>
                                      <p:to>
                                        <p:strVal val="visible"/>
                                      </p:to>
                                    </p:set>
                                    <p:anim calcmode="lin" valueType="num">
                                      <p:cBhvr additive="base">
                                        <p:cTn dur="500"/>
                                        <p:tgtEl>
                                          <p:spTgt spid="120">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0">
                                            <p:txEl>
                                              <p:pRg end="7" st="7"/>
                                            </p:txEl>
                                          </p:spTgt>
                                        </p:tgtEl>
                                        <p:attrNameLst>
                                          <p:attrName>style.visibility</p:attrName>
                                        </p:attrNameLst>
                                      </p:cBhvr>
                                      <p:to>
                                        <p:strVal val="visible"/>
                                      </p:to>
                                    </p:set>
                                    <p:anim calcmode="lin" valueType="num">
                                      <p:cBhvr additive="base">
                                        <p:cTn dur="500"/>
                                        <p:tgtEl>
                                          <p:spTgt spid="120">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0">
                                            <p:txEl>
                                              <p:pRg end="8" st="8"/>
                                            </p:txEl>
                                          </p:spTgt>
                                        </p:tgtEl>
                                        <p:attrNameLst>
                                          <p:attrName>style.visibility</p:attrName>
                                        </p:attrNameLst>
                                      </p:cBhvr>
                                      <p:to>
                                        <p:strVal val="visible"/>
                                      </p:to>
                                    </p:set>
                                    <p:anim calcmode="lin" valueType="num">
                                      <p:cBhvr additive="base">
                                        <p:cTn dur="500"/>
                                        <p:tgtEl>
                                          <p:spTgt spid="120">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0">
                                            <p:txEl>
                                              <p:pRg end="9" st="9"/>
                                            </p:txEl>
                                          </p:spTgt>
                                        </p:tgtEl>
                                        <p:attrNameLst>
                                          <p:attrName>style.visibility</p:attrName>
                                        </p:attrNameLst>
                                      </p:cBhvr>
                                      <p:to>
                                        <p:strVal val="visible"/>
                                      </p:to>
                                    </p:set>
                                    <p:anim calcmode="lin" valueType="num">
                                      <p:cBhvr additive="base">
                                        <p:cTn dur="500"/>
                                        <p:tgtEl>
                                          <p:spTgt spid="120">
                                            <p:txEl>
                                              <p:pRg end="9" st="9"/>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0">
                                            <p:txEl>
                                              <p:pRg end="10" st="10"/>
                                            </p:txEl>
                                          </p:spTgt>
                                        </p:tgtEl>
                                        <p:attrNameLst>
                                          <p:attrName>style.visibility</p:attrName>
                                        </p:attrNameLst>
                                      </p:cBhvr>
                                      <p:to>
                                        <p:strVal val="visible"/>
                                      </p:to>
                                    </p:set>
                                    <p:anim calcmode="lin" valueType="num">
                                      <p:cBhvr additive="base">
                                        <p:cTn dur="500"/>
                                        <p:tgtEl>
                                          <p:spTgt spid="120">
                                            <p:txEl>
                                              <p:pRg end="10" st="1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0">
                                            <p:txEl>
                                              <p:pRg end="11" st="11"/>
                                            </p:txEl>
                                          </p:spTgt>
                                        </p:tgtEl>
                                        <p:attrNameLst>
                                          <p:attrName>style.visibility</p:attrName>
                                        </p:attrNameLst>
                                      </p:cBhvr>
                                      <p:to>
                                        <p:strVal val="visible"/>
                                      </p:to>
                                    </p:set>
                                    <p:anim calcmode="lin" valueType="num">
                                      <p:cBhvr additive="base">
                                        <p:cTn dur="500"/>
                                        <p:tgtEl>
                                          <p:spTgt spid="120">
                                            <p:txEl>
                                              <p:pRg end="11" st="1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0">
                                            <p:txEl>
                                              <p:pRg end="12" st="12"/>
                                            </p:txEl>
                                          </p:spTgt>
                                        </p:tgtEl>
                                        <p:attrNameLst>
                                          <p:attrName>style.visibility</p:attrName>
                                        </p:attrNameLst>
                                      </p:cBhvr>
                                      <p:to>
                                        <p:strVal val="visible"/>
                                      </p:to>
                                    </p:set>
                                    <p:anim calcmode="lin" valueType="num">
                                      <p:cBhvr additive="base">
                                        <p:cTn dur="500"/>
                                        <p:tgtEl>
                                          <p:spTgt spid="120">
                                            <p:txEl>
                                              <p:pRg end="12" st="1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0">
                                            <p:txEl>
                                              <p:pRg end="13" st="13"/>
                                            </p:txEl>
                                          </p:spTgt>
                                        </p:tgtEl>
                                        <p:attrNameLst>
                                          <p:attrName>style.visibility</p:attrName>
                                        </p:attrNameLst>
                                      </p:cBhvr>
                                      <p:to>
                                        <p:strVal val="visible"/>
                                      </p:to>
                                    </p:set>
                                    <p:anim calcmode="lin" valueType="num">
                                      <p:cBhvr additive="base">
                                        <p:cTn dur="500"/>
                                        <p:tgtEl>
                                          <p:spTgt spid="120">
                                            <p:txEl>
                                              <p:pRg end="13" st="1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0">
                                            <p:txEl>
                                              <p:pRg end="14" st="14"/>
                                            </p:txEl>
                                          </p:spTgt>
                                        </p:tgtEl>
                                        <p:attrNameLst>
                                          <p:attrName>style.visibility</p:attrName>
                                        </p:attrNameLst>
                                      </p:cBhvr>
                                      <p:to>
                                        <p:strVal val="visible"/>
                                      </p:to>
                                    </p:set>
                                    <p:anim calcmode="lin" valueType="num">
                                      <p:cBhvr additive="base">
                                        <p:cTn dur="500"/>
                                        <p:tgtEl>
                                          <p:spTgt spid="120">
                                            <p:txEl>
                                              <p:pRg end="14" st="14"/>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5"/>
          <p:cNvSpPr txBox="1"/>
          <p:nvPr>
            <p:ph idx="1" type="body"/>
          </p:nvPr>
        </p:nvSpPr>
        <p:spPr>
          <a:xfrm>
            <a:off x="457200" y="1481328"/>
            <a:ext cx="8229600" cy="4525963"/>
          </a:xfrm>
          <a:prstGeom prst="rect">
            <a:avLst/>
          </a:prstGeom>
          <a:noFill/>
          <a:ln>
            <a:noFill/>
          </a:ln>
        </p:spPr>
        <p:txBody>
          <a:bodyPr anchorCtr="0" anchor="t" bIns="45700" lIns="91425" spcFirstLastPara="1" rIns="91425" wrap="square" tIns="45700">
            <a:normAutofit/>
          </a:bodyPr>
          <a:lstStyle/>
          <a:p>
            <a:pPr indent="-139446" lvl="0" marL="365760" rtl="0" algn="l">
              <a:spcBef>
                <a:spcPts val="0"/>
              </a:spcBef>
              <a:spcAft>
                <a:spcPts val="0"/>
              </a:spcAft>
              <a:buSzPts val="1836"/>
              <a:buNone/>
            </a:pPr>
            <a:r>
              <a:t/>
            </a:r>
            <a:endParaRPr/>
          </a:p>
          <a:p>
            <a:pPr indent="-139446" lvl="0" marL="365760" rtl="0" algn="l">
              <a:spcBef>
                <a:spcPts val="400"/>
              </a:spcBef>
              <a:spcAft>
                <a:spcPts val="0"/>
              </a:spcAft>
              <a:buSzPts val="1836"/>
              <a:buNone/>
            </a:pPr>
            <a:r>
              <a:t/>
            </a:r>
            <a:endParaRPr/>
          </a:p>
          <a:p>
            <a:pPr indent="-139446" lvl="0" marL="365760" rtl="0" algn="l">
              <a:spcBef>
                <a:spcPts val="400"/>
              </a:spcBef>
              <a:spcAft>
                <a:spcPts val="0"/>
              </a:spcAft>
              <a:buSzPts val="1836"/>
              <a:buNone/>
            </a:pPr>
            <a:r>
              <a:t/>
            </a:r>
            <a:endParaRPr/>
          </a:p>
          <a:p>
            <a:pPr indent="-139446" lvl="0" marL="365760" rtl="0" algn="l">
              <a:spcBef>
                <a:spcPts val="400"/>
              </a:spcBef>
              <a:spcAft>
                <a:spcPts val="0"/>
              </a:spcAft>
              <a:buSzPts val="1836"/>
              <a:buNone/>
            </a:pPr>
            <a:r>
              <a:t/>
            </a:r>
            <a:endParaRPr/>
          </a:p>
          <a:p>
            <a:pPr indent="-139446" lvl="0" marL="365760" rtl="0" algn="l">
              <a:spcBef>
                <a:spcPts val="400"/>
              </a:spcBef>
              <a:spcAft>
                <a:spcPts val="0"/>
              </a:spcAft>
              <a:buSzPts val="1836"/>
              <a:buNone/>
            </a:pPr>
            <a:r>
              <a:t/>
            </a:r>
            <a:endParaRPr/>
          </a:p>
          <a:p>
            <a:pPr indent="-139446" lvl="0" marL="365760" rtl="0" algn="l">
              <a:spcBef>
                <a:spcPts val="400"/>
              </a:spcBef>
              <a:spcAft>
                <a:spcPts val="0"/>
              </a:spcAft>
              <a:buSzPts val="1836"/>
              <a:buNone/>
            </a:pPr>
            <a:r>
              <a:t/>
            </a:r>
            <a:endParaRPr/>
          </a:p>
          <a:p>
            <a:pPr indent="-256032" lvl="0" marL="365760" rtl="0" algn="l">
              <a:spcBef>
                <a:spcPts val="400"/>
              </a:spcBef>
              <a:spcAft>
                <a:spcPts val="0"/>
              </a:spcAft>
              <a:buSzPts val="1836"/>
              <a:buChar char="🞂"/>
            </a:pPr>
            <a:r>
              <a:rPr lang="en-US"/>
              <a:t>Types of Hashing:</a:t>
            </a:r>
            <a:endParaRPr/>
          </a:p>
          <a:p>
            <a:pPr indent="-139446" lvl="0" marL="365760" rtl="0" algn="l">
              <a:spcBef>
                <a:spcPts val="400"/>
              </a:spcBef>
              <a:spcAft>
                <a:spcPts val="0"/>
              </a:spcAft>
              <a:buSzPts val="1836"/>
              <a:buNone/>
            </a:pPr>
            <a:r>
              <a:t/>
            </a:r>
            <a:endParaRPr/>
          </a:p>
        </p:txBody>
      </p:sp>
      <p:sp>
        <p:nvSpPr>
          <p:cNvPr id="127" name="Google Shape;127;p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100"/>
              <a:buFont typeface="Lucida Sans"/>
              <a:buNone/>
            </a:pPr>
            <a:r>
              <a:rPr lang="en-US"/>
              <a:t>Hashing mechanism</a:t>
            </a:r>
            <a:endParaRPr/>
          </a:p>
        </p:txBody>
      </p:sp>
      <p:pic>
        <p:nvPicPr>
          <p:cNvPr descr="https://lh7-us.googleusercontent.com/eyrjYSM28fHuZNIA4lKD59__quF7ZDk00oA4wB-arwZUb1_LKa8I0teeAWpl3oZm959SGwKHA-JZuDDgO5GU1ICQF_qDZc-1TeQXg1u9awtREolTmWOvOFLaUWcZ7dHNQKemc0QWWwPOwHWN2H25uP8" id="128" name="Google Shape;128;p5"/>
          <p:cNvPicPr preferRelativeResize="0"/>
          <p:nvPr/>
        </p:nvPicPr>
        <p:blipFill rotWithShape="1">
          <a:blip r:embed="rId3">
            <a:alphaModFix/>
          </a:blip>
          <a:srcRect b="0" l="0" r="0" t="0"/>
          <a:stretch/>
        </p:blipFill>
        <p:spPr>
          <a:xfrm>
            <a:off x="611559" y="1484784"/>
            <a:ext cx="4567365" cy="2664296"/>
          </a:xfrm>
          <a:prstGeom prst="rect">
            <a:avLst/>
          </a:prstGeom>
          <a:noFill/>
          <a:ln>
            <a:noFill/>
          </a:ln>
        </p:spPr>
      </p:pic>
      <p:pic>
        <p:nvPicPr>
          <p:cNvPr descr="https://lh7-us.googleusercontent.com/sUoWO4ovXUNiC4YwiGPNYSkCbS0F7y8V-UIgXQ4IbrJdAaDe0KhrKJaG-lQGbA_u53BWhrQjsiboWixAuh_pe5E_yMy8kA-48MAul7VkUw6W8-kYCJ1zPF-hOlbuQtZrfcLZNEz6s85oyPavyaUakp4" id="129" name="Google Shape;129;p5"/>
          <p:cNvPicPr preferRelativeResize="0"/>
          <p:nvPr/>
        </p:nvPicPr>
        <p:blipFill rotWithShape="1">
          <a:blip r:embed="rId4">
            <a:alphaModFix/>
          </a:blip>
          <a:srcRect b="0" l="0" r="0" t="0"/>
          <a:stretch/>
        </p:blipFill>
        <p:spPr>
          <a:xfrm>
            <a:off x="5407495" y="1484784"/>
            <a:ext cx="3527893" cy="2664296"/>
          </a:xfrm>
          <a:prstGeom prst="rect">
            <a:avLst/>
          </a:prstGeom>
          <a:noFill/>
          <a:ln>
            <a:noFill/>
          </a:ln>
        </p:spPr>
      </p:pic>
      <p:pic>
        <p:nvPicPr>
          <p:cNvPr descr="DBMS Hashing" id="130" name="Google Shape;130;p5"/>
          <p:cNvPicPr preferRelativeResize="0"/>
          <p:nvPr/>
        </p:nvPicPr>
        <p:blipFill rotWithShape="1">
          <a:blip r:embed="rId5">
            <a:alphaModFix/>
          </a:blip>
          <a:srcRect b="0" l="0" r="0" t="0"/>
          <a:stretch/>
        </p:blipFill>
        <p:spPr>
          <a:xfrm>
            <a:off x="3563888" y="4681281"/>
            <a:ext cx="3528392" cy="198807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
                                        </p:tgtEl>
                                        <p:attrNameLst>
                                          <p:attrName>style.visibility</p:attrName>
                                        </p:attrNameLst>
                                      </p:cBhvr>
                                      <p:to>
                                        <p:strVal val="visible"/>
                                      </p:to>
                                    </p:set>
                                    <p:animEffect filter="fade" transition="in">
                                      <p:cBhvr>
                                        <p:cTn dur="500"/>
                                        <p:tgtEl>
                                          <p:spTgt spid="1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
                                        </p:tgtEl>
                                        <p:attrNameLst>
                                          <p:attrName>style.visibility</p:attrName>
                                        </p:attrNameLst>
                                      </p:cBhvr>
                                      <p:to>
                                        <p:strVal val="visible"/>
                                      </p:to>
                                    </p:set>
                                    <p:animEffect filter="fade" transition="in">
                                      <p:cBhvr>
                                        <p:cTn dur="500"/>
                                        <p:tgtEl>
                                          <p:spTgt spid="1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
                                        </p:tgtEl>
                                        <p:attrNameLst>
                                          <p:attrName>style.visibility</p:attrName>
                                        </p:attrNameLst>
                                      </p:cBhvr>
                                      <p:to>
                                        <p:strVal val="visible"/>
                                      </p:to>
                                    </p:set>
                                    <p:animEffect filter="fade" transition="in">
                                      <p:cBhvr>
                                        <p:cTn dur="500"/>
                                        <p:tgtEl>
                                          <p:spTgt spid="13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6"/>
          <p:cNvSpPr txBox="1"/>
          <p:nvPr>
            <p:ph idx="1" type="body"/>
          </p:nvPr>
        </p:nvSpPr>
        <p:spPr>
          <a:xfrm>
            <a:off x="457200" y="1481328"/>
            <a:ext cx="8229600" cy="4525963"/>
          </a:xfrm>
          <a:prstGeom prst="rect">
            <a:avLst/>
          </a:prstGeom>
          <a:noFill/>
          <a:ln>
            <a:noFill/>
          </a:ln>
        </p:spPr>
        <p:txBody>
          <a:bodyPr anchorCtr="0" anchor="t" bIns="45700" lIns="91425" spcFirstLastPara="1" rIns="91425" wrap="square" tIns="45700">
            <a:normAutofit fontScale="92500" lnSpcReduction="20000"/>
          </a:bodyPr>
          <a:lstStyle/>
          <a:p>
            <a:pPr indent="-256053" lvl="0" marL="365760" rtl="0" algn="l">
              <a:spcBef>
                <a:spcPts val="0"/>
              </a:spcBef>
              <a:spcAft>
                <a:spcPts val="0"/>
              </a:spcAft>
              <a:buSzPct val="68000"/>
              <a:buChar char="🞂"/>
            </a:pPr>
            <a:r>
              <a:rPr lang="en-US"/>
              <a:t>In the static hashing, the resultant data bucket address will always remain the same.</a:t>
            </a:r>
            <a:endParaRPr/>
          </a:p>
          <a:p>
            <a:pPr indent="-256053" lvl="0" marL="365760" rtl="0" algn="l">
              <a:spcBef>
                <a:spcPts val="400"/>
              </a:spcBef>
              <a:spcAft>
                <a:spcPts val="0"/>
              </a:spcAft>
              <a:buSzPct val="68000"/>
              <a:buChar char="🞂"/>
            </a:pPr>
            <a:r>
              <a:rPr lang="en-US"/>
              <a:t>In this, the number of data buckets in memory remains constant throughout.</a:t>
            </a:r>
            <a:endParaRPr/>
          </a:p>
          <a:p>
            <a:pPr indent="-256053" lvl="0" marL="365760" rtl="0" algn="l">
              <a:spcBef>
                <a:spcPts val="400"/>
              </a:spcBef>
              <a:spcAft>
                <a:spcPts val="0"/>
              </a:spcAft>
              <a:buSzPct val="68000"/>
              <a:buChar char="🞂"/>
            </a:pPr>
            <a:r>
              <a:rPr lang="en-US"/>
              <a:t>Example:</a:t>
            </a:r>
            <a:endParaRPr/>
          </a:p>
          <a:p>
            <a:pPr indent="-256053" lvl="0" marL="365760" rtl="0" algn="l">
              <a:spcBef>
                <a:spcPts val="400"/>
              </a:spcBef>
              <a:spcAft>
                <a:spcPts val="0"/>
              </a:spcAft>
              <a:buSzPct val="68000"/>
              <a:buChar char="🞂"/>
            </a:pPr>
            <a:r>
              <a:rPr lang="en-US">
                <a:solidFill>
                  <a:srgbClr val="FF0000"/>
                </a:solidFill>
              </a:rPr>
              <a:t>if we have a data record for employee_id = 107, the hash function is mod-5 </a:t>
            </a:r>
            <a:endParaRPr>
              <a:solidFill>
                <a:srgbClr val="FF0000"/>
              </a:solidFill>
            </a:endParaRPr>
          </a:p>
          <a:p>
            <a:pPr indent="-256053" lvl="0" marL="365760" rtl="0" algn="l">
              <a:spcBef>
                <a:spcPts val="400"/>
              </a:spcBef>
              <a:spcAft>
                <a:spcPts val="0"/>
              </a:spcAft>
              <a:buSzPct val="68000"/>
              <a:buChar char="🞂"/>
            </a:pPr>
            <a:r>
              <a:rPr lang="en-US">
                <a:solidFill>
                  <a:srgbClr val="FF0000"/>
                </a:solidFill>
              </a:rPr>
              <a:t>which is – H(x) % 5, where x = id. </a:t>
            </a:r>
            <a:endParaRPr>
              <a:solidFill>
                <a:srgbClr val="FF0000"/>
              </a:solidFill>
            </a:endParaRPr>
          </a:p>
          <a:p>
            <a:pPr indent="-256053" lvl="0" marL="365760" rtl="0" algn="l">
              <a:spcBef>
                <a:spcPts val="400"/>
              </a:spcBef>
              <a:spcAft>
                <a:spcPts val="0"/>
              </a:spcAft>
              <a:buSzPct val="68000"/>
              <a:buChar char="🞂"/>
            </a:pPr>
            <a:r>
              <a:rPr lang="en-US">
                <a:solidFill>
                  <a:srgbClr val="FF0000"/>
                </a:solidFill>
              </a:rPr>
              <a:t>Then the operation will take place like this:</a:t>
            </a:r>
            <a:endParaRPr/>
          </a:p>
          <a:p>
            <a:pPr indent="-256053" lvl="0" marL="365760" rtl="0" algn="l">
              <a:spcBef>
                <a:spcPts val="400"/>
              </a:spcBef>
              <a:spcAft>
                <a:spcPts val="0"/>
              </a:spcAft>
              <a:buSzPct val="68000"/>
              <a:buChar char="🞂"/>
            </a:pPr>
            <a:r>
              <a:rPr lang="en-US">
                <a:solidFill>
                  <a:srgbClr val="FF0000"/>
                </a:solidFill>
              </a:rPr>
              <a:t>H(106) % 5 = 1.</a:t>
            </a:r>
            <a:br>
              <a:rPr lang="en-US">
                <a:solidFill>
                  <a:srgbClr val="FF0000"/>
                </a:solidFill>
              </a:rPr>
            </a:br>
            <a:r>
              <a:rPr lang="en-US"/>
              <a:t>This indicates that the data record should be placed or searched in the 1st bucket (or 1st hash index) in the hash table.</a:t>
            </a:r>
            <a:endParaRPr/>
          </a:p>
        </p:txBody>
      </p:sp>
      <p:sp>
        <p:nvSpPr>
          <p:cNvPr id="136" name="Google Shape;136;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100"/>
              <a:buFont typeface="Lucida Sans"/>
              <a:buNone/>
            </a:pPr>
            <a:r>
              <a:rPr lang="en-US"/>
              <a:t>Static Hashing</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7"/>
          <p:cNvSpPr txBox="1"/>
          <p:nvPr>
            <p:ph idx="1" type="body"/>
          </p:nvPr>
        </p:nvSpPr>
        <p:spPr>
          <a:xfrm>
            <a:off x="457200" y="1481328"/>
            <a:ext cx="8229600" cy="4525963"/>
          </a:xfrm>
          <a:prstGeom prst="rect">
            <a:avLst/>
          </a:prstGeom>
          <a:noFill/>
          <a:ln>
            <a:noFill/>
          </a:ln>
        </p:spPr>
        <p:txBody>
          <a:bodyPr anchorCtr="0" anchor="t" bIns="45700" lIns="91425" spcFirstLastPara="1" rIns="91425" wrap="square" tIns="45700">
            <a:normAutofit/>
          </a:bodyPr>
          <a:lstStyle/>
          <a:p>
            <a:pPr indent="-139446" lvl="0" marL="365760" rtl="0" algn="l">
              <a:spcBef>
                <a:spcPts val="0"/>
              </a:spcBef>
              <a:spcAft>
                <a:spcPts val="0"/>
              </a:spcAft>
              <a:buSzPts val="1836"/>
              <a:buNone/>
            </a:pPr>
            <a:r>
              <a:t/>
            </a:r>
            <a:endParaRPr/>
          </a:p>
        </p:txBody>
      </p:sp>
      <p:sp>
        <p:nvSpPr>
          <p:cNvPr id="142" name="Google Shape;142;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100"/>
              <a:buFont typeface="Lucida Sans"/>
              <a:buNone/>
            </a:pPr>
            <a:r>
              <a:t/>
            </a:r>
            <a:endParaRPr/>
          </a:p>
        </p:txBody>
      </p:sp>
      <p:pic>
        <p:nvPicPr>
          <p:cNvPr descr="static-hash" id="143" name="Google Shape;143;p7"/>
          <p:cNvPicPr preferRelativeResize="0"/>
          <p:nvPr/>
        </p:nvPicPr>
        <p:blipFill rotWithShape="1">
          <a:blip r:embed="rId3">
            <a:alphaModFix/>
          </a:blip>
          <a:srcRect b="0" l="0" r="0" t="0"/>
          <a:stretch/>
        </p:blipFill>
        <p:spPr>
          <a:xfrm>
            <a:off x="251520" y="1772816"/>
            <a:ext cx="8463404" cy="280831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3"/>
                                        </p:tgtEl>
                                        <p:attrNameLst>
                                          <p:attrName>style.visibility</p:attrName>
                                        </p:attrNameLst>
                                      </p:cBhvr>
                                      <p:to>
                                        <p:strVal val="visible"/>
                                      </p:to>
                                    </p:set>
                                    <p:animEffect filter="fade" transition="in">
                                      <p:cBhvr>
                                        <p:cTn dur="500"/>
                                        <p:tgtEl>
                                          <p:spTgt spid="14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8"/>
          <p:cNvSpPr txBox="1"/>
          <p:nvPr>
            <p:ph idx="1" type="body"/>
          </p:nvPr>
        </p:nvSpPr>
        <p:spPr>
          <a:xfrm>
            <a:off x="457200" y="1481328"/>
            <a:ext cx="8229600" cy="4525963"/>
          </a:xfrm>
          <a:prstGeom prst="rect">
            <a:avLst/>
          </a:prstGeom>
          <a:noFill/>
          <a:ln>
            <a:noFill/>
          </a:ln>
        </p:spPr>
        <p:txBody>
          <a:bodyPr anchorCtr="0" anchor="t" bIns="45700" lIns="91425" spcFirstLastPara="1" rIns="91425" wrap="square" tIns="45700">
            <a:normAutofit fontScale="85000" lnSpcReduction="20000"/>
          </a:bodyPr>
          <a:lstStyle/>
          <a:p>
            <a:pPr indent="-256032" lvl="0" marL="365760" rtl="0" algn="l">
              <a:spcBef>
                <a:spcPts val="0"/>
              </a:spcBef>
              <a:spcAft>
                <a:spcPts val="0"/>
              </a:spcAft>
              <a:buSzPct val="68000"/>
              <a:buChar char="🞂"/>
            </a:pPr>
            <a:r>
              <a:rPr b="1" lang="en-US"/>
              <a:t>Inserting a record</a:t>
            </a:r>
            <a:r>
              <a:rPr lang="en-US"/>
              <a:t>: </a:t>
            </a:r>
            <a:endParaRPr/>
          </a:p>
          <a:p>
            <a:pPr indent="-256032" lvl="0" marL="365760" rtl="0" algn="l">
              <a:spcBef>
                <a:spcPts val="400"/>
              </a:spcBef>
              <a:spcAft>
                <a:spcPts val="0"/>
              </a:spcAft>
              <a:buSzPct val="68000"/>
              <a:buChar char="🞂"/>
            </a:pPr>
            <a:r>
              <a:rPr lang="en-US"/>
              <a:t>When a new record requires to be inserted into the table, you can generate an address for the new record using its hash key. </a:t>
            </a:r>
            <a:endParaRPr/>
          </a:p>
          <a:p>
            <a:pPr indent="-256032" lvl="0" marL="365760" rtl="0" algn="l">
              <a:spcBef>
                <a:spcPts val="400"/>
              </a:spcBef>
              <a:spcAft>
                <a:spcPts val="0"/>
              </a:spcAft>
              <a:buSzPct val="68000"/>
              <a:buChar char="🞂"/>
            </a:pPr>
            <a:r>
              <a:rPr lang="en-US"/>
              <a:t>When the address is generated, the record is automatically stored in that location.</a:t>
            </a:r>
            <a:endParaRPr/>
          </a:p>
          <a:p>
            <a:pPr indent="-256032" lvl="0" marL="365760" rtl="0" algn="l">
              <a:spcBef>
                <a:spcPts val="400"/>
              </a:spcBef>
              <a:spcAft>
                <a:spcPts val="0"/>
              </a:spcAft>
              <a:buSzPct val="68000"/>
              <a:buChar char="🞂"/>
            </a:pPr>
            <a:r>
              <a:rPr b="1" lang="en-US"/>
              <a:t>Searching</a:t>
            </a:r>
            <a:r>
              <a:rPr lang="en-US"/>
              <a:t>: </a:t>
            </a:r>
            <a:endParaRPr/>
          </a:p>
          <a:p>
            <a:pPr indent="-256032" lvl="0" marL="365760" rtl="0" algn="l">
              <a:spcBef>
                <a:spcPts val="400"/>
              </a:spcBef>
              <a:spcAft>
                <a:spcPts val="0"/>
              </a:spcAft>
              <a:buSzPct val="68000"/>
              <a:buChar char="🞂"/>
            </a:pPr>
            <a:r>
              <a:rPr lang="en-US"/>
              <a:t>When you need to retrieve the record, the same hash function should be helpful to retrieve the address of the bucket where data should be stored.</a:t>
            </a:r>
            <a:endParaRPr/>
          </a:p>
          <a:p>
            <a:pPr indent="-256032" lvl="0" marL="365760" rtl="0" algn="l">
              <a:spcBef>
                <a:spcPts val="400"/>
              </a:spcBef>
              <a:spcAft>
                <a:spcPts val="0"/>
              </a:spcAft>
              <a:buSzPct val="68000"/>
              <a:buChar char="🞂"/>
            </a:pPr>
            <a:r>
              <a:rPr b="1" lang="en-US"/>
              <a:t>Delete a record</a:t>
            </a:r>
            <a:r>
              <a:rPr lang="en-US"/>
              <a:t>: </a:t>
            </a:r>
            <a:endParaRPr/>
          </a:p>
          <a:p>
            <a:pPr indent="-256032" lvl="0" marL="365760" rtl="0" algn="l">
              <a:spcBef>
                <a:spcPts val="400"/>
              </a:spcBef>
              <a:spcAft>
                <a:spcPts val="0"/>
              </a:spcAft>
              <a:buSzPct val="68000"/>
              <a:buChar char="🞂"/>
            </a:pPr>
            <a:r>
              <a:rPr lang="en-US"/>
              <a:t>Using the hash function, you can first fetch the record which is you wants to delete. Then you can remove the records for that address in memory.</a:t>
            </a:r>
            <a:endParaRPr/>
          </a:p>
          <a:p>
            <a:pPr indent="-156933" lvl="0" marL="365760" rtl="0" algn="l">
              <a:spcBef>
                <a:spcPts val="400"/>
              </a:spcBef>
              <a:spcAft>
                <a:spcPts val="0"/>
              </a:spcAft>
              <a:buSzPct val="68000"/>
              <a:buNone/>
            </a:pPr>
            <a:r>
              <a:t/>
            </a:r>
            <a:endParaRPr/>
          </a:p>
        </p:txBody>
      </p:sp>
      <p:sp>
        <p:nvSpPr>
          <p:cNvPr id="149" name="Google Shape;149;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100"/>
              <a:buFont typeface="Lucida Sans"/>
              <a:buNone/>
            </a:pPr>
            <a:r>
              <a:rPr lang="en-US"/>
              <a:t>Static Hash Functions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9"/>
          <p:cNvSpPr txBox="1"/>
          <p:nvPr>
            <p:ph idx="1" type="body"/>
          </p:nvPr>
        </p:nvSpPr>
        <p:spPr>
          <a:xfrm>
            <a:off x="457200" y="1481328"/>
            <a:ext cx="8229600" cy="4525963"/>
          </a:xfrm>
          <a:prstGeom prst="rect">
            <a:avLst/>
          </a:prstGeom>
          <a:noFill/>
          <a:ln>
            <a:noFill/>
          </a:ln>
        </p:spPr>
        <p:txBody>
          <a:bodyPr anchorCtr="0" anchor="t" bIns="45700" lIns="91425" spcFirstLastPara="1" rIns="91425" wrap="square" tIns="45700">
            <a:normAutofit/>
          </a:bodyPr>
          <a:lstStyle/>
          <a:p>
            <a:pPr indent="-139446" lvl="0" marL="365760" rtl="0" algn="l">
              <a:spcBef>
                <a:spcPts val="0"/>
              </a:spcBef>
              <a:spcAft>
                <a:spcPts val="0"/>
              </a:spcAft>
              <a:buSzPts val="1836"/>
              <a:buNone/>
            </a:pPr>
            <a:r>
              <a:t/>
            </a:r>
            <a:endParaRPr/>
          </a:p>
          <a:p>
            <a:pPr indent="-139446" lvl="0" marL="365760" rtl="0" algn="l">
              <a:spcBef>
                <a:spcPts val="400"/>
              </a:spcBef>
              <a:spcAft>
                <a:spcPts val="0"/>
              </a:spcAft>
              <a:buSzPts val="1836"/>
              <a:buNone/>
            </a:pPr>
            <a:r>
              <a:t/>
            </a:r>
            <a:endParaRPr/>
          </a:p>
          <a:p>
            <a:pPr indent="-139446" lvl="0" marL="365760" rtl="0" algn="l">
              <a:spcBef>
                <a:spcPts val="400"/>
              </a:spcBef>
              <a:spcAft>
                <a:spcPts val="0"/>
              </a:spcAft>
              <a:buSzPts val="1836"/>
              <a:buNone/>
            </a:pPr>
            <a:r>
              <a:t/>
            </a:r>
            <a:endParaRPr/>
          </a:p>
          <a:p>
            <a:pPr indent="-139446" lvl="0" marL="365760" rtl="0" algn="l">
              <a:spcBef>
                <a:spcPts val="400"/>
              </a:spcBef>
              <a:spcAft>
                <a:spcPts val="0"/>
              </a:spcAft>
              <a:buSzPts val="1836"/>
              <a:buNone/>
            </a:pPr>
            <a:r>
              <a:t/>
            </a:r>
            <a:endParaRPr/>
          </a:p>
          <a:p>
            <a:pPr indent="-139446" lvl="0" marL="365760" rtl="0" algn="l">
              <a:spcBef>
                <a:spcPts val="400"/>
              </a:spcBef>
              <a:spcAft>
                <a:spcPts val="0"/>
              </a:spcAft>
              <a:buSzPts val="1836"/>
              <a:buNone/>
            </a:pPr>
            <a:r>
              <a:t/>
            </a:r>
            <a:endParaRPr/>
          </a:p>
          <a:p>
            <a:pPr indent="-256032" lvl="0" marL="365760" rtl="0" algn="l">
              <a:spcBef>
                <a:spcPts val="400"/>
              </a:spcBef>
              <a:spcAft>
                <a:spcPts val="0"/>
              </a:spcAft>
              <a:buSzPts val="1836"/>
              <a:buChar char="🞂"/>
            </a:pPr>
            <a:r>
              <a:rPr lang="en-US"/>
              <a:t>To resolve this problem of bucket overflow, techniques are used such as </a:t>
            </a:r>
            <a:endParaRPr/>
          </a:p>
          <a:p>
            <a:pPr indent="-256032" lvl="0" marL="365760" rtl="0" algn="l">
              <a:spcBef>
                <a:spcPts val="400"/>
              </a:spcBef>
              <a:spcAft>
                <a:spcPts val="0"/>
              </a:spcAft>
              <a:buSzPts val="1836"/>
              <a:buChar char="🞂"/>
            </a:pPr>
            <a:r>
              <a:rPr lang="en-US"/>
              <a:t>chaining (closed hashing) </a:t>
            </a:r>
            <a:endParaRPr/>
          </a:p>
          <a:p>
            <a:pPr indent="-256032" lvl="0" marL="365760" rtl="0" algn="l">
              <a:spcBef>
                <a:spcPts val="400"/>
              </a:spcBef>
              <a:spcAft>
                <a:spcPts val="0"/>
              </a:spcAft>
              <a:buSzPts val="1836"/>
              <a:buChar char="🞂"/>
            </a:pPr>
            <a:r>
              <a:rPr lang="en-US"/>
              <a:t>open addressing</a:t>
            </a:r>
            <a:endParaRPr/>
          </a:p>
        </p:txBody>
      </p:sp>
      <p:sp>
        <p:nvSpPr>
          <p:cNvPr id="155" name="Google Shape;155;p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100"/>
              <a:buFont typeface="Lucida Sans"/>
              <a:buNone/>
            </a:pPr>
            <a:r>
              <a:rPr lang="en-US"/>
              <a:t>Bucket overflow/Collision</a:t>
            </a:r>
            <a:endParaRPr/>
          </a:p>
        </p:txBody>
      </p:sp>
      <p:pic>
        <p:nvPicPr>
          <p:cNvPr id="156" name="Google Shape;156;p9"/>
          <p:cNvPicPr preferRelativeResize="0"/>
          <p:nvPr/>
        </p:nvPicPr>
        <p:blipFill rotWithShape="1">
          <a:blip r:embed="rId3">
            <a:alphaModFix/>
          </a:blip>
          <a:srcRect b="0" l="0" r="0" t="0"/>
          <a:stretch/>
        </p:blipFill>
        <p:spPr>
          <a:xfrm>
            <a:off x="611560" y="1628800"/>
            <a:ext cx="7872706" cy="18002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6"/>
                                        </p:tgtEl>
                                        <p:attrNameLst>
                                          <p:attrName>style.visibility</p:attrName>
                                        </p:attrNameLst>
                                      </p:cBhvr>
                                      <p:to>
                                        <p:strVal val="visible"/>
                                      </p:to>
                                    </p:set>
                                    <p:animEffect filter="fade" transition="in">
                                      <p:cBhvr>
                                        <p:cTn dur="500"/>
                                        <p:tgtEl>
                                          <p:spTgt spid="15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10"/>
          <p:cNvSpPr txBox="1"/>
          <p:nvPr>
            <p:ph idx="1" type="body"/>
          </p:nvPr>
        </p:nvSpPr>
        <p:spPr>
          <a:xfrm>
            <a:off x="457200" y="1481328"/>
            <a:ext cx="8229600" cy="4525963"/>
          </a:xfrm>
          <a:prstGeom prst="rect">
            <a:avLst/>
          </a:prstGeom>
          <a:noFill/>
          <a:ln>
            <a:noFill/>
          </a:ln>
        </p:spPr>
        <p:txBody>
          <a:bodyPr anchorCtr="0" anchor="t" bIns="45700" lIns="91425" spcFirstLastPara="1" rIns="91425" wrap="square" tIns="45700">
            <a:normAutofit/>
          </a:bodyPr>
          <a:lstStyle/>
          <a:p>
            <a:pPr indent="-256032" lvl="0" marL="365760" rtl="0" algn="l">
              <a:spcBef>
                <a:spcPts val="0"/>
              </a:spcBef>
              <a:spcAft>
                <a:spcPts val="0"/>
              </a:spcAft>
              <a:buSzPts val="1836"/>
              <a:buChar char="🞂"/>
            </a:pPr>
            <a:r>
              <a:rPr lang="en-US"/>
              <a:t>In Open hashing method, Instead of overwriting older one the next available data block is used to enter the new record, </a:t>
            </a:r>
            <a:endParaRPr/>
          </a:p>
          <a:p>
            <a:pPr indent="-256032" lvl="0" marL="365760" rtl="0" algn="l">
              <a:spcBef>
                <a:spcPts val="400"/>
              </a:spcBef>
              <a:spcAft>
                <a:spcPts val="0"/>
              </a:spcAft>
              <a:buSzPts val="1836"/>
              <a:buChar char="🞂"/>
            </a:pPr>
            <a:r>
              <a:rPr lang="en-US"/>
              <a:t>This method is also known as linear probing.</a:t>
            </a:r>
            <a:endParaRPr/>
          </a:p>
          <a:p>
            <a:pPr indent="-256032" lvl="0" marL="365760" rtl="0" algn="l">
              <a:spcBef>
                <a:spcPts val="400"/>
              </a:spcBef>
              <a:spcAft>
                <a:spcPts val="0"/>
              </a:spcAft>
              <a:buSzPts val="1836"/>
              <a:buChar char="🞂"/>
            </a:pPr>
            <a:r>
              <a:rPr b="1" lang="en-US"/>
              <a:t>For example</a:t>
            </a:r>
            <a:r>
              <a:rPr lang="en-US"/>
              <a:t>, </a:t>
            </a:r>
            <a:endParaRPr/>
          </a:p>
          <a:p>
            <a:pPr indent="-256032" lvl="0" marL="365760" rtl="0" algn="l">
              <a:spcBef>
                <a:spcPts val="400"/>
              </a:spcBef>
              <a:spcAft>
                <a:spcPts val="0"/>
              </a:spcAft>
              <a:buSzPts val="1836"/>
              <a:buChar char="🞂"/>
            </a:pPr>
            <a:r>
              <a:rPr lang="en-US"/>
              <a:t>A2 is a new record which you wants to insert. The hash function generates address as 222. But it is already occupied by some other value. That’s why the system looks for the next data bucket 501 and assigns A2 to it</a:t>
            </a:r>
            <a:endParaRPr/>
          </a:p>
        </p:txBody>
      </p:sp>
      <p:sp>
        <p:nvSpPr>
          <p:cNvPr id="162" name="Google Shape;162;p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100"/>
              <a:buFont typeface="Lucida Sans"/>
              <a:buNone/>
            </a:pPr>
            <a:r>
              <a:rPr lang="en-US"/>
              <a:t>Open Hashing</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1"/>
          <p:cNvSpPr txBox="1"/>
          <p:nvPr>
            <p:ph idx="1" type="body"/>
          </p:nvPr>
        </p:nvSpPr>
        <p:spPr>
          <a:xfrm>
            <a:off x="457200" y="1481328"/>
            <a:ext cx="8229600" cy="4525963"/>
          </a:xfrm>
          <a:prstGeom prst="rect">
            <a:avLst/>
          </a:prstGeom>
          <a:noFill/>
          <a:ln>
            <a:noFill/>
          </a:ln>
        </p:spPr>
        <p:txBody>
          <a:bodyPr anchorCtr="0" anchor="t" bIns="45700" lIns="91425" spcFirstLastPara="1" rIns="91425" wrap="square" tIns="45700">
            <a:normAutofit/>
          </a:bodyPr>
          <a:lstStyle/>
          <a:p>
            <a:pPr indent="-139446" lvl="0" marL="365760" rtl="0" algn="l">
              <a:spcBef>
                <a:spcPts val="0"/>
              </a:spcBef>
              <a:spcAft>
                <a:spcPts val="0"/>
              </a:spcAft>
              <a:buSzPts val="1836"/>
              <a:buNone/>
            </a:pPr>
            <a:r>
              <a:t/>
            </a:r>
            <a:endParaRPr/>
          </a:p>
        </p:txBody>
      </p:sp>
      <p:sp>
        <p:nvSpPr>
          <p:cNvPr id="168" name="Google Shape;168;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100"/>
              <a:buFont typeface="Lucida Sans"/>
              <a:buNone/>
            </a:pPr>
            <a:r>
              <a:rPr lang="en-US"/>
              <a:t>Example:</a:t>
            </a:r>
            <a:endParaRPr/>
          </a:p>
        </p:txBody>
      </p:sp>
      <p:pic>
        <p:nvPicPr>
          <p:cNvPr descr="Open Hashing" id="169" name="Google Shape;169;p11"/>
          <p:cNvPicPr preferRelativeResize="0"/>
          <p:nvPr/>
        </p:nvPicPr>
        <p:blipFill rotWithShape="1">
          <a:blip r:embed="rId3">
            <a:alphaModFix/>
          </a:blip>
          <a:srcRect b="0" l="0" r="0" t="0"/>
          <a:stretch/>
        </p:blipFill>
        <p:spPr>
          <a:xfrm>
            <a:off x="827584" y="1844824"/>
            <a:ext cx="7930370" cy="3528392"/>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2"/>
          <p:cNvSpPr txBox="1"/>
          <p:nvPr>
            <p:ph idx="1" type="body"/>
          </p:nvPr>
        </p:nvSpPr>
        <p:spPr>
          <a:xfrm>
            <a:off x="457200" y="1481328"/>
            <a:ext cx="8229600" cy="4525963"/>
          </a:xfrm>
          <a:prstGeom prst="rect">
            <a:avLst/>
          </a:prstGeom>
          <a:noFill/>
          <a:ln>
            <a:noFill/>
          </a:ln>
        </p:spPr>
        <p:txBody>
          <a:bodyPr anchorCtr="0" anchor="t" bIns="45700" lIns="91425" spcFirstLastPara="1" rIns="91425" wrap="square" tIns="45700">
            <a:normAutofit/>
          </a:bodyPr>
          <a:lstStyle/>
          <a:p>
            <a:pPr indent="-256032" lvl="0" marL="365760" rtl="0" algn="l">
              <a:spcBef>
                <a:spcPts val="0"/>
              </a:spcBef>
              <a:spcAft>
                <a:spcPts val="0"/>
              </a:spcAft>
              <a:buSzPts val="1836"/>
              <a:buChar char="🞂"/>
            </a:pPr>
            <a:r>
              <a:rPr lang="en-US"/>
              <a:t>In the close hashing method, when buckets are full, a new bucket is allocated for the same hash and result are linked after the previous one.</a:t>
            </a:r>
            <a:endParaRPr/>
          </a:p>
        </p:txBody>
      </p:sp>
      <p:sp>
        <p:nvSpPr>
          <p:cNvPr id="175" name="Google Shape;175;p1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100"/>
              <a:buFont typeface="Lucida Sans"/>
              <a:buNone/>
            </a:pPr>
            <a:r>
              <a:rPr lang="en-US"/>
              <a:t>Chaining/closed hashing</a:t>
            </a:r>
            <a:endParaRPr/>
          </a:p>
        </p:txBody>
      </p:sp>
      <p:pic>
        <p:nvPicPr>
          <p:cNvPr descr="https://lh7-us.googleusercontent.com/_fja9gBJFN3vuzuqpxm0SfvFDr19Lee5VWXtf7cAmf9hPT9lIsip49igiNGDHGjyqfcEo9WVBTnh1fYZdNr0AiTXtbt3rXfiM9S1cMGr2CMIQ44he1m3DZ-JzoG9p8SKkdsJ0KyXOvuZgz9KgjM3KfU" id="176" name="Google Shape;176;p12"/>
          <p:cNvPicPr preferRelativeResize="0"/>
          <p:nvPr/>
        </p:nvPicPr>
        <p:blipFill rotWithShape="1">
          <a:blip r:embed="rId3">
            <a:alphaModFix/>
          </a:blip>
          <a:srcRect b="0" l="0" r="0" t="0"/>
          <a:stretch/>
        </p:blipFill>
        <p:spPr>
          <a:xfrm>
            <a:off x="1907704" y="3356992"/>
            <a:ext cx="5987250" cy="237626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
                                            <p:txEl>
                                              <p:pRg end="0" st="0"/>
                                            </p:txEl>
                                          </p:spTgt>
                                        </p:tgtEl>
                                        <p:attrNameLst>
                                          <p:attrName>style.visibility</p:attrName>
                                        </p:attrNameLst>
                                      </p:cBhvr>
                                      <p:to>
                                        <p:strVal val="visible"/>
                                      </p:to>
                                    </p:set>
                                    <p:animEffect filter="fade" transition="in">
                                      <p:cBhvr>
                                        <p:cTn dur="1000"/>
                                        <p:tgtEl>
                                          <p:spTgt spid="17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6"/>
                                        </p:tgtEl>
                                        <p:attrNameLst>
                                          <p:attrName>style.visibility</p:attrName>
                                        </p:attrNameLst>
                                      </p:cBhvr>
                                      <p:to>
                                        <p:strVal val="visible"/>
                                      </p:to>
                                    </p:set>
                                    <p:animEffect filter="fade" transition="in">
                                      <p:cBhvr>
                                        <p:cTn dur="500"/>
                                        <p:tgtEl>
                                          <p:spTgt spid="17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13"/>
          <p:cNvSpPr txBox="1"/>
          <p:nvPr>
            <p:ph idx="1" type="body"/>
          </p:nvPr>
        </p:nvSpPr>
        <p:spPr>
          <a:xfrm>
            <a:off x="457200" y="1481328"/>
            <a:ext cx="8229600" cy="4525963"/>
          </a:xfrm>
          <a:prstGeom prst="rect">
            <a:avLst/>
          </a:prstGeom>
          <a:noFill/>
          <a:ln>
            <a:noFill/>
          </a:ln>
        </p:spPr>
        <p:txBody>
          <a:bodyPr anchorCtr="0" anchor="t" bIns="45700" lIns="91425" spcFirstLastPara="1" rIns="91425" wrap="square" tIns="45700">
            <a:normAutofit/>
          </a:bodyPr>
          <a:lstStyle/>
          <a:p>
            <a:pPr indent="-139446" lvl="0" marL="365760" rtl="0" algn="l">
              <a:spcBef>
                <a:spcPts val="0"/>
              </a:spcBef>
              <a:spcAft>
                <a:spcPts val="0"/>
              </a:spcAft>
              <a:buSzPts val="1836"/>
              <a:buNone/>
            </a:pPr>
            <a:r>
              <a:t/>
            </a:r>
            <a:endParaRPr/>
          </a:p>
        </p:txBody>
      </p:sp>
      <p:sp>
        <p:nvSpPr>
          <p:cNvPr id="182" name="Google Shape;182;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100"/>
              <a:buFont typeface="Lucida Sans"/>
              <a:buNone/>
            </a:pPr>
            <a:r>
              <a:rPr lang="en-US"/>
              <a:t>Example 2</a:t>
            </a:r>
            <a:endParaRPr/>
          </a:p>
        </p:txBody>
      </p:sp>
      <p:pic>
        <p:nvPicPr>
          <p:cNvPr id="183" name="Google Shape;183;p13"/>
          <p:cNvPicPr preferRelativeResize="0"/>
          <p:nvPr/>
        </p:nvPicPr>
        <p:blipFill rotWithShape="1">
          <a:blip r:embed="rId3">
            <a:alphaModFix/>
          </a:blip>
          <a:srcRect b="0" l="0" r="0" t="0"/>
          <a:stretch/>
        </p:blipFill>
        <p:spPr>
          <a:xfrm>
            <a:off x="971600" y="1672375"/>
            <a:ext cx="5703193" cy="2946801"/>
          </a:xfrm>
          <a:prstGeom prst="rect">
            <a:avLst/>
          </a:prstGeom>
          <a:noFill/>
          <a:ln>
            <a:noFill/>
          </a:ln>
          <a:effectLst>
            <a:outerShdw blurRad="292100" rotWithShape="0" algn="tl" dir="2700000" dist="139700">
              <a:srgbClr val="333333">
                <a:alpha val="64705"/>
              </a:srgbClr>
            </a:outerShdw>
          </a:effectLst>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3"/>
                                        </p:tgtEl>
                                        <p:attrNameLst>
                                          <p:attrName>style.visibility</p:attrName>
                                        </p:attrNameLst>
                                      </p:cBhvr>
                                      <p:to>
                                        <p:strVal val="visible"/>
                                      </p:to>
                                    </p:set>
                                    <p:animEffect filter="fade" transition="in">
                                      <p:cBhvr>
                                        <p:cTn dur="2000"/>
                                        <p:tgtEl>
                                          <p:spTgt spid="18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4"/>
          <p:cNvSpPr txBox="1"/>
          <p:nvPr>
            <p:ph idx="1" type="body"/>
          </p:nvPr>
        </p:nvSpPr>
        <p:spPr>
          <a:xfrm>
            <a:off x="457200" y="1481328"/>
            <a:ext cx="8229600" cy="4525963"/>
          </a:xfrm>
          <a:prstGeom prst="rect">
            <a:avLst/>
          </a:prstGeom>
          <a:noFill/>
          <a:ln>
            <a:noFill/>
          </a:ln>
        </p:spPr>
        <p:txBody>
          <a:bodyPr anchorCtr="0" anchor="t" bIns="45700" lIns="91425" spcFirstLastPara="1" rIns="91425" wrap="square" tIns="45700">
            <a:normAutofit/>
          </a:bodyPr>
          <a:lstStyle/>
          <a:p>
            <a:pPr indent="-256032" lvl="0" marL="365760" rtl="0" algn="l">
              <a:spcBef>
                <a:spcPts val="0"/>
              </a:spcBef>
              <a:spcAft>
                <a:spcPts val="0"/>
              </a:spcAft>
              <a:buSzPts val="1836"/>
              <a:buChar char="🞂"/>
            </a:pPr>
            <a:r>
              <a:rPr lang="en-US"/>
              <a:t>Dynamic hashing offers a mechanism in which data buckets are added and removed dynamically and on demand. </a:t>
            </a:r>
            <a:endParaRPr/>
          </a:p>
          <a:p>
            <a:pPr indent="-256032" lvl="0" marL="365760" rtl="0" algn="l">
              <a:spcBef>
                <a:spcPts val="400"/>
              </a:spcBef>
              <a:spcAft>
                <a:spcPts val="0"/>
              </a:spcAft>
              <a:buSzPts val="1836"/>
              <a:buChar char="🞂"/>
            </a:pPr>
            <a:r>
              <a:rPr lang="en-US"/>
              <a:t>In this hashing, the hash function helps you to create a large number of values.</a:t>
            </a:r>
            <a:endParaRPr/>
          </a:p>
        </p:txBody>
      </p:sp>
      <p:sp>
        <p:nvSpPr>
          <p:cNvPr id="189" name="Google Shape;189;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100"/>
              <a:buFont typeface="Lucida Sans"/>
              <a:buNone/>
            </a:pPr>
            <a:r>
              <a:rPr lang="en-US"/>
              <a:t>Dynamic Hashing</a:t>
            </a:r>
            <a:endParaRPr/>
          </a:p>
        </p:txBody>
      </p:sp>
      <p:pic>
        <p:nvPicPr>
          <p:cNvPr id="190" name="Google Shape;190;p14"/>
          <p:cNvPicPr preferRelativeResize="0"/>
          <p:nvPr/>
        </p:nvPicPr>
        <p:blipFill rotWithShape="1">
          <a:blip r:embed="rId3">
            <a:alphaModFix/>
          </a:blip>
          <a:srcRect b="0" l="0" r="0" t="0"/>
          <a:stretch/>
        </p:blipFill>
        <p:spPr>
          <a:xfrm>
            <a:off x="1115616" y="3933622"/>
            <a:ext cx="7338050" cy="187220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8">
                                            <p:txEl>
                                              <p:pRg end="0" st="0"/>
                                            </p:txEl>
                                          </p:spTgt>
                                        </p:tgtEl>
                                        <p:attrNameLst>
                                          <p:attrName>style.visibility</p:attrName>
                                        </p:attrNameLst>
                                      </p:cBhvr>
                                      <p:to>
                                        <p:strVal val="visible"/>
                                      </p:to>
                                    </p:set>
                                    <p:anim calcmode="lin" valueType="num">
                                      <p:cBhvr additive="base">
                                        <p:cTn dur="500"/>
                                        <p:tgtEl>
                                          <p:spTgt spid="188">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8">
                                            <p:txEl>
                                              <p:pRg end="1" st="1"/>
                                            </p:txEl>
                                          </p:spTgt>
                                        </p:tgtEl>
                                        <p:attrNameLst>
                                          <p:attrName>style.visibility</p:attrName>
                                        </p:attrNameLst>
                                      </p:cBhvr>
                                      <p:to>
                                        <p:strVal val="visible"/>
                                      </p:to>
                                    </p:set>
                                    <p:anim calcmode="lin" valueType="num">
                                      <p:cBhvr additive="base">
                                        <p:cTn dur="500"/>
                                        <p:tgtEl>
                                          <p:spTgt spid="188">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15"/>
          <p:cNvSpPr txBox="1"/>
          <p:nvPr>
            <p:ph idx="1" type="body"/>
          </p:nvPr>
        </p:nvSpPr>
        <p:spPr>
          <a:xfrm>
            <a:off x="457200" y="1481328"/>
            <a:ext cx="8229600" cy="4525963"/>
          </a:xfrm>
          <a:prstGeom prst="rect">
            <a:avLst/>
          </a:prstGeom>
          <a:noFill/>
          <a:ln>
            <a:noFill/>
          </a:ln>
        </p:spPr>
        <p:txBody>
          <a:bodyPr anchorCtr="0" anchor="t" bIns="45700" lIns="91425" spcFirstLastPara="1" rIns="91425" wrap="square" tIns="45700">
            <a:noAutofit/>
          </a:bodyPr>
          <a:lstStyle/>
          <a:p>
            <a:pPr indent="-256032" lvl="0" marL="365760" rtl="0" algn="l">
              <a:spcBef>
                <a:spcPts val="0"/>
              </a:spcBef>
              <a:spcAft>
                <a:spcPts val="0"/>
              </a:spcAft>
              <a:buSzPts val="1360"/>
              <a:buChar char="🞂"/>
            </a:pPr>
            <a:r>
              <a:rPr lang="en-US" sz="2000"/>
              <a:t>Consider the following grouping of keys into bucket, depending on the prefix of their hash address.</a:t>
            </a:r>
            <a:endParaRPr/>
          </a:p>
          <a:p>
            <a:pPr indent="-169671" lvl="0" marL="365760" rtl="0" algn="l">
              <a:spcBef>
                <a:spcPts val="400"/>
              </a:spcBef>
              <a:spcAft>
                <a:spcPts val="0"/>
              </a:spcAft>
              <a:buSzPts val="1360"/>
              <a:buNone/>
            </a:pPr>
            <a:r>
              <a:t/>
            </a:r>
            <a:endParaRPr sz="2000"/>
          </a:p>
          <a:p>
            <a:pPr indent="-169671" lvl="0" marL="365760" rtl="0" algn="l">
              <a:spcBef>
                <a:spcPts val="400"/>
              </a:spcBef>
              <a:spcAft>
                <a:spcPts val="0"/>
              </a:spcAft>
              <a:buSzPts val="1360"/>
              <a:buNone/>
            </a:pPr>
            <a:r>
              <a:t/>
            </a:r>
            <a:endParaRPr sz="2000"/>
          </a:p>
          <a:p>
            <a:pPr indent="-169671" lvl="0" marL="365760" rtl="0" algn="l">
              <a:spcBef>
                <a:spcPts val="400"/>
              </a:spcBef>
              <a:spcAft>
                <a:spcPts val="0"/>
              </a:spcAft>
              <a:buSzPts val="1360"/>
              <a:buNone/>
            </a:pPr>
            <a:r>
              <a:t/>
            </a:r>
            <a:endParaRPr sz="2000"/>
          </a:p>
          <a:p>
            <a:pPr indent="-169671" lvl="0" marL="365760" rtl="0" algn="l">
              <a:spcBef>
                <a:spcPts val="400"/>
              </a:spcBef>
              <a:spcAft>
                <a:spcPts val="0"/>
              </a:spcAft>
              <a:buSzPts val="1360"/>
              <a:buNone/>
            </a:pPr>
            <a:r>
              <a:t/>
            </a:r>
            <a:endParaRPr sz="2000"/>
          </a:p>
          <a:p>
            <a:pPr indent="-169671" lvl="0" marL="365760" rtl="0" algn="l">
              <a:spcBef>
                <a:spcPts val="400"/>
              </a:spcBef>
              <a:spcAft>
                <a:spcPts val="0"/>
              </a:spcAft>
              <a:buSzPts val="1360"/>
              <a:buNone/>
            </a:pPr>
            <a:r>
              <a:t/>
            </a:r>
            <a:endParaRPr sz="2000"/>
          </a:p>
          <a:p>
            <a:pPr indent="-169671" lvl="0" marL="365760" rtl="0" algn="l">
              <a:spcBef>
                <a:spcPts val="400"/>
              </a:spcBef>
              <a:spcAft>
                <a:spcPts val="0"/>
              </a:spcAft>
              <a:buSzPts val="1360"/>
              <a:buNone/>
            </a:pPr>
            <a:r>
              <a:t/>
            </a:r>
            <a:endParaRPr sz="2000"/>
          </a:p>
          <a:p>
            <a:pPr indent="-256032" lvl="0" marL="365760" rtl="0" algn="l">
              <a:spcBef>
                <a:spcPts val="400"/>
              </a:spcBef>
              <a:spcAft>
                <a:spcPts val="0"/>
              </a:spcAft>
              <a:buSzPts val="1360"/>
              <a:buChar char="🞂"/>
            </a:pPr>
            <a:r>
              <a:rPr lang="en-US" sz="2000"/>
              <a:t>The last two bits of 2 and 4 are 00. So it will go into bucket B0. The last two bits of 5 and 6 are 01, so it will go into bucket B1. The last two bits of 1 and 3 are 10, so it will go into bucket B2. The last two bits of 7 are 11, so it will go into B3.</a:t>
            </a:r>
            <a:endParaRPr sz="2000"/>
          </a:p>
          <a:p>
            <a:pPr indent="-169671" lvl="0" marL="365760" rtl="0" algn="l">
              <a:spcBef>
                <a:spcPts val="400"/>
              </a:spcBef>
              <a:spcAft>
                <a:spcPts val="0"/>
              </a:spcAft>
              <a:buSzPts val="1360"/>
              <a:buNone/>
            </a:pPr>
            <a:r>
              <a:t/>
            </a:r>
            <a:endParaRPr sz="2000"/>
          </a:p>
        </p:txBody>
      </p:sp>
      <p:sp>
        <p:nvSpPr>
          <p:cNvPr id="196" name="Google Shape;196;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100"/>
              <a:buFont typeface="Lucida Sans"/>
              <a:buNone/>
            </a:pPr>
            <a:r>
              <a:rPr lang="en-US"/>
              <a:t>Example </a:t>
            </a:r>
            <a:endParaRPr/>
          </a:p>
        </p:txBody>
      </p:sp>
      <p:pic>
        <p:nvPicPr>
          <p:cNvPr id="197" name="Google Shape;197;p15"/>
          <p:cNvPicPr preferRelativeResize="0"/>
          <p:nvPr/>
        </p:nvPicPr>
        <p:blipFill rotWithShape="1">
          <a:blip r:embed="rId3">
            <a:alphaModFix/>
          </a:blip>
          <a:srcRect b="0" l="0" r="0" t="0"/>
          <a:stretch/>
        </p:blipFill>
        <p:spPr>
          <a:xfrm>
            <a:off x="3563888" y="2276872"/>
            <a:ext cx="3438525" cy="1895475"/>
          </a:xfrm>
          <a:prstGeom prst="rect">
            <a:avLst/>
          </a:prstGeom>
          <a:noFill/>
          <a:ln>
            <a:noFill/>
          </a:ln>
        </p:spPr>
      </p:pic>
      <p:pic>
        <p:nvPicPr>
          <p:cNvPr descr="DBMS Dynamic Hashing" id="198" name="Google Shape;198;p15"/>
          <p:cNvPicPr preferRelativeResize="0"/>
          <p:nvPr/>
        </p:nvPicPr>
        <p:blipFill rotWithShape="1">
          <a:blip r:embed="rId4">
            <a:alphaModFix/>
          </a:blip>
          <a:srcRect b="0" l="0" r="0" t="0"/>
          <a:stretch/>
        </p:blipFill>
        <p:spPr>
          <a:xfrm>
            <a:off x="681901" y="2132856"/>
            <a:ext cx="2505075" cy="18764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8"/>
                                        </p:tgtEl>
                                        <p:attrNameLst>
                                          <p:attrName>style.visibility</p:attrName>
                                        </p:attrNameLst>
                                      </p:cBhvr>
                                      <p:to>
                                        <p:strVal val="visible"/>
                                      </p:to>
                                    </p:set>
                                    <p:animEffect filter="fade" transition="in">
                                      <p:cBhvr>
                                        <p:cTn dur="500"/>
                                        <p:tgtEl>
                                          <p:spTgt spid="1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
                                        </p:tgtEl>
                                        <p:attrNameLst>
                                          <p:attrName>style.visibility</p:attrName>
                                        </p:attrNameLst>
                                      </p:cBhvr>
                                      <p:to>
                                        <p:strVal val="visible"/>
                                      </p:to>
                                    </p:set>
                                    <p:animEffect filter="fade" transition="in">
                                      <p:cBhvr>
                                        <p:cTn dur="500"/>
                                        <p:tgtEl>
                                          <p:spTgt spid="19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16"/>
          <p:cNvSpPr txBox="1"/>
          <p:nvPr>
            <p:ph idx="1" type="body"/>
          </p:nvPr>
        </p:nvSpPr>
        <p:spPr>
          <a:xfrm>
            <a:off x="457200" y="1481328"/>
            <a:ext cx="8229600" cy="4525963"/>
          </a:xfrm>
          <a:prstGeom prst="rect">
            <a:avLst/>
          </a:prstGeom>
          <a:noFill/>
          <a:ln>
            <a:noFill/>
          </a:ln>
        </p:spPr>
        <p:txBody>
          <a:bodyPr anchorCtr="0" anchor="t" bIns="45700" lIns="91425" spcFirstLastPara="1" rIns="91425" wrap="square" tIns="45700">
            <a:normAutofit fontScale="70000" lnSpcReduction="20000"/>
          </a:bodyPr>
          <a:lstStyle/>
          <a:p>
            <a:pPr indent="-256032" lvl="0" marL="365760" rtl="0" algn="l">
              <a:spcBef>
                <a:spcPts val="0"/>
              </a:spcBef>
              <a:spcAft>
                <a:spcPts val="0"/>
              </a:spcAft>
              <a:buSzPct val="68000"/>
              <a:buChar char="🞂"/>
            </a:pPr>
            <a:r>
              <a:rPr lang="en-US"/>
              <a:t>Since key 9 has hash address 10001, it must go into the first bucket. But bucket B1 is full, so it will get split.</a:t>
            </a:r>
            <a:endParaRPr/>
          </a:p>
          <a:p>
            <a:pPr indent="-174421" lvl="0" marL="365760" rtl="0" algn="l">
              <a:spcBef>
                <a:spcPts val="400"/>
              </a:spcBef>
              <a:spcAft>
                <a:spcPts val="0"/>
              </a:spcAft>
              <a:buSzPct val="68000"/>
              <a:buNone/>
            </a:pPr>
            <a:r>
              <a:t/>
            </a:r>
            <a:endParaRPr/>
          </a:p>
          <a:p>
            <a:pPr indent="-256032" lvl="0" marL="365760" rtl="0" algn="l">
              <a:spcBef>
                <a:spcPts val="400"/>
              </a:spcBef>
              <a:spcAft>
                <a:spcPts val="0"/>
              </a:spcAft>
              <a:buSzPct val="68000"/>
              <a:buChar char="🞂"/>
            </a:pPr>
            <a:r>
              <a:rPr lang="en-US"/>
              <a:t>The splitting will separate 5, 9 from 6 since last three bits of 5, 9 are 001, so it will go into bucket B1, and the last three bits of 6 are 101, so it will go into bucket B5.</a:t>
            </a:r>
            <a:endParaRPr/>
          </a:p>
          <a:p>
            <a:pPr indent="-174421" lvl="0" marL="365760" rtl="0" algn="l">
              <a:spcBef>
                <a:spcPts val="400"/>
              </a:spcBef>
              <a:spcAft>
                <a:spcPts val="0"/>
              </a:spcAft>
              <a:buSzPct val="68000"/>
              <a:buNone/>
            </a:pPr>
            <a:r>
              <a:t/>
            </a:r>
            <a:endParaRPr/>
          </a:p>
          <a:p>
            <a:pPr indent="-256032" lvl="0" marL="365760" rtl="0" algn="l">
              <a:spcBef>
                <a:spcPts val="400"/>
              </a:spcBef>
              <a:spcAft>
                <a:spcPts val="0"/>
              </a:spcAft>
              <a:buSzPct val="68000"/>
              <a:buChar char="🞂"/>
            </a:pPr>
            <a:r>
              <a:rPr lang="en-US"/>
              <a:t>Keys 2 and 4 are still in B0. The record in B0 pointed by the 000 and 100 entry because last two bits of both the entry are 00.</a:t>
            </a:r>
            <a:endParaRPr/>
          </a:p>
          <a:p>
            <a:pPr indent="-174421" lvl="0" marL="365760" rtl="0" algn="l">
              <a:spcBef>
                <a:spcPts val="400"/>
              </a:spcBef>
              <a:spcAft>
                <a:spcPts val="0"/>
              </a:spcAft>
              <a:buSzPct val="68000"/>
              <a:buNone/>
            </a:pPr>
            <a:r>
              <a:t/>
            </a:r>
            <a:endParaRPr/>
          </a:p>
          <a:p>
            <a:pPr indent="-256032" lvl="0" marL="365760" rtl="0" algn="l">
              <a:spcBef>
                <a:spcPts val="400"/>
              </a:spcBef>
              <a:spcAft>
                <a:spcPts val="0"/>
              </a:spcAft>
              <a:buSzPct val="68000"/>
              <a:buChar char="🞂"/>
            </a:pPr>
            <a:r>
              <a:rPr lang="en-US"/>
              <a:t>Keys 1 and 3 are still in B2. </a:t>
            </a:r>
            <a:endParaRPr/>
          </a:p>
          <a:p>
            <a:pPr indent="-256032" lvl="0" marL="365760" rtl="0" algn="l">
              <a:spcBef>
                <a:spcPts val="400"/>
              </a:spcBef>
              <a:spcAft>
                <a:spcPts val="0"/>
              </a:spcAft>
              <a:buSzPct val="68000"/>
              <a:buChar char="🞂"/>
            </a:pPr>
            <a:r>
              <a:rPr lang="en-US"/>
              <a:t>The record in B2 pointed by the 010 and 110 entry because last two bits of both the entry are 10.</a:t>
            </a:r>
            <a:endParaRPr/>
          </a:p>
          <a:p>
            <a:pPr indent="-174421" lvl="0" marL="365760" rtl="0" algn="l">
              <a:spcBef>
                <a:spcPts val="400"/>
              </a:spcBef>
              <a:spcAft>
                <a:spcPts val="0"/>
              </a:spcAft>
              <a:buSzPct val="68000"/>
              <a:buNone/>
            </a:pPr>
            <a:r>
              <a:t/>
            </a:r>
            <a:endParaRPr/>
          </a:p>
          <a:p>
            <a:pPr indent="-256032" lvl="0" marL="365760" rtl="0" algn="l">
              <a:spcBef>
                <a:spcPts val="400"/>
              </a:spcBef>
              <a:spcAft>
                <a:spcPts val="0"/>
              </a:spcAft>
              <a:buSzPct val="68000"/>
              <a:buChar char="🞂"/>
            </a:pPr>
            <a:r>
              <a:rPr lang="en-US"/>
              <a:t>Key 7 are still in B3. The record in B3 pointed by the 111 and 011 entry because last two bits of both the entry are 11.</a:t>
            </a:r>
            <a:endParaRPr/>
          </a:p>
          <a:p>
            <a:pPr indent="-174421" lvl="0" marL="365760" rtl="0" algn="l">
              <a:spcBef>
                <a:spcPts val="400"/>
              </a:spcBef>
              <a:spcAft>
                <a:spcPts val="0"/>
              </a:spcAft>
              <a:buSzPct val="68000"/>
              <a:buNone/>
            </a:pPr>
            <a:r>
              <a:t/>
            </a:r>
            <a:endParaRPr/>
          </a:p>
        </p:txBody>
      </p:sp>
      <p:sp>
        <p:nvSpPr>
          <p:cNvPr id="204" name="Google Shape;204;p16"/>
          <p:cNvSpPr txBox="1"/>
          <p:nvPr>
            <p:ph type="title"/>
          </p:nvPr>
        </p:nvSpPr>
        <p:spPr>
          <a:xfrm>
            <a:off x="467544" y="188640"/>
            <a:ext cx="8219256" cy="1228998"/>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chemeClr val="dk2"/>
              </a:buClr>
              <a:buSzPct val="100000"/>
              <a:buFont typeface="Lucida Sans"/>
              <a:buNone/>
            </a:pPr>
            <a:r>
              <a:rPr lang="en-US"/>
              <a:t>Insert key 9 with hash address 10001 into the above structure: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17"/>
          <p:cNvSpPr txBox="1"/>
          <p:nvPr>
            <p:ph idx="1" type="body"/>
          </p:nvPr>
        </p:nvSpPr>
        <p:spPr>
          <a:xfrm>
            <a:off x="457200" y="1481328"/>
            <a:ext cx="8229600" cy="4525963"/>
          </a:xfrm>
          <a:prstGeom prst="rect">
            <a:avLst/>
          </a:prstGeom>
          <a:noFill/>
          <a:ln>
            <a:noFill/>
          </a:ln>
        </p:spPr>
        <p:txBody>
          <a:bodyPr anchorCtr="0" anchor="t" bIns="45700" lIns="91425" spcFirstLastPara="1" rIns="91425" wrap="square" tIns="45700">
            <a:normAutofit/>
          </a:bodyPr>
          <a:lstStyle/>
          <a:p>
            <a:pPr indent="-139446" lvl="0" marL="365760" rtl="0" algn="l">
              <a:spcBef>
                <a:spcPts val="0"/>
              </a:spcBef>
              <a:spcAft>
                <a:spcPts val="0"/>
              </a:spcAft>
              <a:buSzPts val="1836"/>
              <a:buNone/>
            </a:pPr>
            <a:r>
              <a:t/>
            </a:r>
            <a:endParaRPr/>
          </a:p>
        </p:txBody>
      </p:sp>
      <p:sp>
        <p:nvSpPr>
          <p:cNvPr id="210" name="Google Shape;210;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100"/>
              <a:buFont typeface="Lucida Sans"/>
              <a:buNone/>
            </a:pPr>
            <a:r>
              <a:t/>
            </a:r>
            <a:endParaRPr/>
          </a:p>
        </p:txBody>
      </p:sp>
      <p:pic>
        <p:nvPicPr>
          <p:cNvPr id="211" name="Google Shape;211;p17"/>
          <p:cNvPicPr preferRelativeResize="0"/>
          <p:nvPr/>
        </p:nvPicPr>
        <p:blipFill rotWithShape="1">
          <a:blip r:embed="rId3">
            <a:alphaModFix/>
          </a:blip>
          <a:srcRect b="0" l="0" r="0" t="0"/>
          <a:stretch/>
        </p:blipFill>
        <p:spPr>
          <a:xfrm>
            <a:off x="683568" y="1772816"/>
            <a:ext cx="3477596" cy="2520280"/>
          </a:xfrm>
          <a:prstGeom prst="rect">
            <a:avLst/>
          </a:prstGeom>
          <a:noFill/>
          <a:ln>
            <a:noFill/>
          </a:ln>
        </p:spPr>
      </p:pic>
      <p:pic>
        <p:nvPicPr>
          <p:cNvPr id="212" name="Google Shape;212;p17"/>
          <p:cNvPicPr preferRelativeResize="0"/>
          <p:nvPr/>
        </p:nvPicPr>
        <p:blipFill rotWithShape="1">
          <a:blip r:embed="rId4">
            <a:alphaModFix/>
          </a:blip>
          <a:srcRect b="0" l="0" r="0" t="0"/>
          <a:stretch/>
        </p:blipFill>
        <p:spPr>
          <a:xfrm>
            <a:off x="4427984" y="1813488"/>
            <a:ext cx="3456384" cy="295302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2"/>
                                        </p:tgtEl>
                                        <p:attrNameLst>
                                          <p:attrName>style.visibility</p:attrName>
                                        </p:attrNameLst>
                                      </p:cBhvr>
                                      <p:to>
                                        <p:strVal val="visible"/>
                                      </p:to>
                                    </p:set>
                                    <p:animEffect filter="fade" transition="in">
                                      <p:cBhvr>
                                        <p:cTn dur="500"/>
                                        <p:tgtEl>
                                          <p:spTgt spid="21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18"/>
          <p:cNvSpPr txBox="1"/>
          <p:nvPr>
            <p:ph idx="1" type="body"/>
          </p:nvPr>
        </p:nvSpPr>
        <p:spPr>
          <a:xfrm>
            <a:off x="457200" y="1481328"/>
            <a:ext cx="8229600" cy="4525963"/>
          </a:xfrm>
          <a:prstGeom prst="rect">
            <a:avLst/>
          </a:prstGeom>
          <a:noFill/>
          <a:ln>
            <a:noFill/>
          </a:ln>
        </p:spPr>
        <p:txBody>
          <a:bodyPr anchorCtr="0" anchor="t" bIns="45700" lIns="91425" spcFirstLastPara="1" rIns="91425" wrap="square" tIns="45700">
            <a:normAutofit/>
          </a:bodyPr>
          <a:lstStyle/>
          <a:p>
            <a:pPr indent="-256032" lvl="0" marL="365760" rtl="0" algn="l">
              <a:spcBef>
                <a:spcPts val="0"/>
              </a:spcBef>
              <a:spcAft>
                <a:spcPts val="0"/>
              </a:spcAft>
              <a:buSzPts val="1836"/>
              <a:buChar char="🞂"/>
            </a:pPr>
            <a:r>
              <a:rPr lang="en-US"/>
              <a:t>In this method, the performance does not decrease as the data grows in the system. It simply increases the size of memory to accommodate the data.</a:t>
            </a:r>
            <a:endParaRPr/>
          </a:p>
          <a:p>
            <a:pPr indent="-256032" lvl="0" marL="365760" rtl="0" algn="l">
              <a:spcBef>
                <a:spcPts val="400"/>
              </a:spcBef>
              <a:spcAft>
                <a:spcPts val="0"/>
              </a:spcAft>
              <a:buSzPts val="1836"/>
              <a:buChar char="🞂"/>
            </a:pPr>
            <a:r>
              <a:rPr lang="en-US"/>
              <a:t>In this method, memory is well utilized as it grows and shrinks with the data. There will not be any unused memory lying.</a:t>
            </a:r>
            <a:endParaRPr/>
          </a:p>
          <a:p>
            <a:pPr indent="-256032" lvl="0" marL="365760" rtl="0" algn="l">
              <a:spcBef>
                <a:spcPts val="400"/>
              </a:spcBef>
              <a:spcAft>
                <a:spcPts val="0"/>
              </a:spcAft>
              <a:buSzPts val="1836"/>
              <a:buChar char="🞂"/>
            </a:pPr>
            <a:r>
              <a:rPr lang="en-US"/>
              <a:t>This method is good for the dynamic database where data grows and shrinks frequently.</a:t>
            </a:r>
            <a:endParaRPr/>
          </a:p>
          <a:p>
            <a:pPr indent="-139446" lvl="0" marL="365760" rtl="0" algn="l">
              <a:spcBef>
                <a:spcPts val="400"/>
              </a:spcBef>
              <a:spcAft>
                <a:spcPts val="0"/>
              </a:spcAft>
              <a:buSzPts val="1836"/>
              <a:buNone/>
            </a:pPr>
            <a:r>
              <a:t/>
            </a:r>
            <a:endParaRPr/>
          </a:p>
        </p:txBody>
      </p:sp>
      <p:sp>
        <p:nvSpPr>
          <p:cNvPr id="218" name="Google Shape;218;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chemeClr val="dk2"/>
              </a:buClr>
              <a:buSzPct val="100000"/>
              <a:buFont typeface="Lucida Sans"/>
              <a:buNone/>
            </a:pPr>
            <a:r>
              <a:rPr b="0" lang="en-US"/>
              <a:t>Advantages of dynamic hashing</a:t>
            </a:r>
            <a:endParaRPr b="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19"/>
          <p:cNvSpPr txBox="1"/>
          <p:nvPr>
            <p:ph idx="1" type="body"/>
          </p:nvPr>
        </p:nvSpPr>
        <p:spPr>
          <a:xfrm>
            <a:off x="457200" y="1481328"/>
            <a:ext cx="8229600" cy="4525963"/>
          </a:xfrm>
          <a:prstGeom prst="rect">
            <a:avLst/>
          </a:prstGeom>
          <a:noFill/>
          <a:ln>
            <a:noFill/>
          </a:ln>
        </p:spPr>
        <p:txBody>
          <a:bodyPr anchorCtr="0" anchor="t" bIns="45700" lIns="91425" spcFirstLastPara="1" rIns="91425" wrap="square" tIns="45700">
            <a:normAutofit fontScale="92500" lnSpcReduction="20000"/>
          </a:bodyPr>
          <a:lstStyle/>
          <a:p>
            <a:pPr indent="-256053" lvl="0" marL="365760" rtl="0" algn="l">
              <a:spcBef>
                <a:spcPts val="0"/>
              </a:spcBef>
              <a:spcAft>
                <a:spcPts val="0"/>
              </a:spcAft>
              <a:buSzPct val="68000"/>
              <a:buChar char="🞂"/>
            </a:pPr>
            <a:r>
              <a:rPr lang="en-US"/>
              <a:t>In this method, if the data size increases then the bucket size is also increased. </a:t>
            </a:r>
            <a:endParaRPr/>
          </a:p>
          <a:p>
            <a:pPr indent="-256053" lvl="0" marL="365760" rtl="0" algn="l">
              <a:spcBef>
                <a:spcPts val="400"/>
              </a:spcBef>
              <a:spcAft>
                <a:spcPts val="0"/>
              </a:spcAft>
              <a:buSzPct val="68000"/>
              <a:buChar char="🞂"/>
            </a:pPr>
            <a:r>
              <a:rPr lang="en-US"/>
              <a:t>These addresses of data will be maintained in the bucket address table. </a:t>
            </a:r>
            <a:endParaRPr/>
          </a:p>
          <a:p>
            <a:pPr indent="-256053" lvl="0" marL="365760" rtl="0" algn="l">
              <a:spcBef>
                <a:spcPts val="400"/>
              </a:spcBef>
              <a:spcAft>
                <a:spcPts val="0"/>
              </a:spcAft>
              <a:buSzPct val="68000"/>
              <a:buChar char="🞂"/>
            </a:pPr>
            <a:r>
              <a:rPr lang="en-US"/>
              <a:t>This is because the data address will keep changing as buckets grow and shrink. </a:t>
            </a:r>
            <a:endParaRPr/>
          </a:p>
          <a:p>
            <a:pPr indent="-256053" lvl="0" marL="365760" rtl="0" algn="l">
              <a:spcBef>
                <a:spcPts val="400"/>
              </a:spcBef>
              <a:spcAft>
                <a:spcPts val="0"/>
              </a:spcAft>
              <a:buSzPct val="68000"/>
              <a:buChar char="🞂"/>
            </a:pPr>
            <a:r>
              <a:rPr lang="en-US"/>
              <a:t>If there is a huge increase in data, maintaining the bucket address table becomes tedious.</a:t>
            </a:r>
            <a:endParaRPr/>
          </a:p>
          <a:p>
            <a:pPr indent="-256053" lvl="0" marL="365760" rtl="0" algn="l">
              <a:spcBef>
                <a:spcPts val="400"/>
              </a:spcBef>
              <a:spcAft>
                <a:spcPts val="0"/>
              </a:spcAft>
              <a:buSzPct val="68000"/>
              <a:buChar char="🞂"/>
            </a:pPr>
            <a:r>
              <a:rPr lang="en-US"/>
              <a:t>In this case, the bucket overflow situation will also occur. But it might take little time to reach this situation than static hashing.</a:t>
            </a:r>
            <a:endParaRPr/>
          </a:p>
          <a:p>
            <a:pPr indent="-256053" lvl="0" marL="365760" rtl="0" algn="l">
              <a:spcBef>
                <a:spcPts val="400"/>
              </a:spcBef>
              <a:spcAft>
                <a:spcPts val="0"/>
              </a:spcAft>
              <a:buSzPct val="68000"/>
              <a:buChar char="🞂"/>
            </a:pPr>
            <a:br>
              <a:rPr lang="en-US"/>
            </a:br>
            <a:endParaRPr/>
          </a:p>
        </p:txBody>
      </p:sp>
      <p:sp>
        <p:nvSpPr>
          <p:cNvPr id="224" name="Google Shape;224;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chemeClr val="dk2"/>
              </a:buClr>
              <a:buSzPct val="100000"/>
              <a:buFont typeface="Lucida Sans"/>
              <a:buNone/>
            </a:pPr>
            <a:r>
              <a:rPr b="0" lang="en-US"/>
              <a:t>Disadvantages of dynamic hashing</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g2d1481de7ea_0_0"/>
          <p:cNvSpPr txBox="1"/>
          <p:nvPr>
            <p:ph idx="1" type="body"/>
          </p:nvPr>
        </p:nvSpPr>
        <p:spPr>
          <a:xfrm>
            <a:off x="457200" y="1481328"/>
            <a:ext cx="8229600" cy="4526100"/>
          </a:xfrm>
          <a:prstGeom prst="rect">
            <a:avLst/>
          </a:prstGeom>
        </p:spPr>
        <p:txBody>
          <a:bodyPr anchorCtr="0" anchor="t" bIns="45700" lIns="91425" spcFirstLastPara="1" rIns="91425" wrap="square" tIns="45700">
            <a:normAutofit/>
          </a:bodyPr>
          <a:lstStyle/>
          <a:p>
            <a:pPr indent="0" lvl="0" marL="0" rtl="0" algn="l">
              <a:spcBef>
                <a:spcPts val="400"/>
              </a:spcBef>
              <a:spcAft>
                <a:spcPts val="0"/>
              </a:spcAft>
              <a:buNone/>
            </a:pPr>
            <a:r>
              <a:t/>
            </a:r>
            <a:endParaRPr/>
          </a:p>
        </p:txBody>
      </p:sp>
      <p:sp>
        <p:nvSpPr>
          <p:cNvPr id="230" name="Google Shape;230;g2d1481de7ea_0_0"/>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pic>
        <p:nvPicPr>
          <p:cNvPr id="231" name="Google Shape;231;g2d1481de7ea_0_0"/>
          <p:cNvPicPr preferRelativeResize="0"/>
          <p:nvPr/>
        </p:nvPicPr>
        <p:blipFill rotWithShape="1">
          <a:blip r:embed="rId3">
            <a:alphaModFix/>
          </a:blip>
          <a:srcRect b="6187" l="18168" r="19158" t="13348"/>
          <a:stretch/>
        </p:blipFill>
        <p:spPr>
          <a:xfrm>
            <a:off x="0" y="0"/>
            <a:ext cx="9144000" cy="68580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g2d1481de7ea_0_6"/>
          <p:cNvSpPr txBox="1"/>
          <p:nvPr>
            <p:ph idx="1" type="body"/>
          </p:nvPr>
        </p:nvSpPr>
        <p:spPr>
          <a:xfrm>
            <a:off x="457200" y="1481328"/>
            <a:ext cx="8229600" cy="4526100"/>
          </a:xfrm>
          <a:prstGeom prst="rect">
            <a:avLst/>
          </a:prstGeom>
        </p:spPr>
        <p:txBody>
          <a:bodyPr anchorCtr="0" anchor="t" bIns="45700" lIns="91425" spcFirstLastPara="1" rIns="91425" wrap="square" tIns="45700">
            <a:normAutofit/>
          </a:bodyPr>
          <a:lstStyle/>
          <a:p>
            <a:pPr indent="0" lvl="0" marL="0" rtl="0" algn="l">
              <a:spcBef>
                <a:spcPts val="400"/>
              </a:spcBef>
              <a:spcAft>
                <a:spcPts val="0"/>
              </a:spcAft>
              <a:buNone/>
            </a:pPr>
            <a:r>
              <a:t/>
            </a:r>
            <a:endParaRPr/>
          </a:p>
        </p:txBody>
      </p:sp>
      <p:sp>
        <p:nvSpPr>
          <p:cNvPr id="237" name="Google Shape;237;g2d1481de7ea_0_6"/>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pic>
        <p:nvPicPr>
          <p:cNvPr id="238" name="Google Shape;238;g2d1481de7ea_0_6"/>
          <p:cNvPicPr preferRelativeResize="0"/>
          <p:nvPr/>
        </p:nvPicPr>
        <p:blipFill rotWithShape="1">
          <a:blip r:embed="rId3">
            <a:alphaModFix/>
          </a:blip>
          <a:srcRect b="18040" l="29185" r="25698" t="36053"/>
          <a:stretch/>
        </p:blipFill>
        <p:spPr>
          <a:xfrm>
            <a:off x="746332" y="1554774"/>
            <a:ext cx="7651330" cy="43792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g2d15d17dfd8_0_0"/>
          <p:cNvSpPr txBox="1"/>
          <p:nvPr>
            <p:ph idx="1" type="body"/>
          </p:nvPr>
        </p:nvSpPr>
        <p:spPr>
          <a:xfrm>
            <a:off x="457200" y="1481328"/>
            <a:ext cx="8229600" cy="4526100"/>
          </a:xfrm>
          <a:prstGeom prst="rect">
            <a:avLst/>
          </a:prstGeom>
        </p:spPr>
        <p:txBody>
          <a:bodyPr anchorCtr="0" anchor="t" bIns="45700" lIns="91425" spcFirstLastPara="1" rIns="91425" wrap="square" tIns="45700">
            <a:normAutofit/>
          </a:bodyPr>
          <a:lstStyle/>
          <a:p>
            <a:pPr indent="0" lvl="0" marL="0" rtl="0" algn="l">
              <a:spcBef>
                <a:spcPts val="400"/>
              </a:spcBef>
              <a:spcAft>
                <a:spcPts val="0"/>
              </a:spcAft>
              <a:buNone/>
            </a:pPr>
            <a:r>
              <a:t/>
            </a:r>
            <a:endParaRPr/>
          </a:p>
        </p:txBody>
      </p:sp>
      <p:sp>
        <p:nvSpPr>
          <p:cNvPr id="244" name="Google Shape;244;g2d15d17dfd8_0_0"/>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pic>
        <p:nvPicPr>
          <p:cNvPr id="245" name="Google Shape;245;g2d15d17dfd8_0_0"/>
          <p:cNvPicPr preferRelativeResize="0"/>
          <p:nvPr/>
        </p:nvPicPr>
        <p:blipFill rotWithShape="1">
          <a:blip r:embed="rId3">
            <a:alphaModFix/>
          </a:blip>
          <a:srcRect b="28358" l="30930" r="30192" t="23156"/>
          <a:stretch/>
        </p:blipFill>
        <p:spPr>
          <a:xfrm>
            <a:off x="1414050" y="1213737"/>
            <a:ext cx="6315898" cy="4430514"/>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g2d15d17dfd8_0_6"/>
          <p:cNvSpPr txBox="1"/>
          <p:nvPr>
            <p:ph idx="1" type="body"/>
          </p:nvPr>
        </p:nvSpPr>
        <p:spPr>
          <a:xfrm>
            <a:off x="457200" y="1481328"/>
            <a:ext cx="8229600" cy="4526100"/>
          </a:xfrm>
          <a:prstGeom prst="rect">
            <a:avLst/>
          </a:prstGeom>
        </p:spPr>
        <p:txBody>
          <a:bodyPr anchorCtr="0" anchor="t" bIns="45700" lIns="91425" spcFirstLastPara="1" rIns="91425" wrap="square" tIns="45700">
            <a:normAutofit/>
          </a:bodyPr>
          <a:lstStyle/>
          <a:p>
            <a:pPr indent="0" lvl="0" marL="0" rtl="0" algn="l">
              <a:spcBef>
                <a:spcPts val="400"/>
              </a:spcBef>
              <a:spcAft>
                <a:spcPts val="0"/>
              </a:spcAft>
              <a:buNone/>
            </a:pPr>
            <a:r>
              <a:t/>
            </a:r>
            <a:endParaRPr/>
          </a:p>
        </p:txBody>
      </p:sp>
      <p:sp>
        <p:nvSpPr>
          <p:cNvPr id="251" name="Google Shape;251;g2d15d17dfd8_0_6"/>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pic>
        <p:nvPicPr>
          <p:cNvPr id="252" name="Google Shape;252;g2d15d17dfd8_0_6"/>
          <p:cNvPicPr preferRelativeResize="0"/>
          <p:nvPr/>
        </p:nvPicPr>
        <p:blipFill>
          <a:blip r:embed="rId3">
            <a:alphaModFix/>
          </a:blip>
          <a:stretch>
            <a:fillRect/>
          </a:stretch>
        </p:blipFill>
        <p:spPr>
          <a:xfrm>
            <a:off x="95250" y="352425"/>
            <a:ext cx="8953500" cy="61531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oncourse">
  <a:themeElements>
    <a:clrScheme name="Concourse">
      <a:dk1>
        <a:srgbClr val="000000"/>
      </a:dk1>
      <a:lt1>
        <a:srgbClr val="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2024-03-13T04:39:10Z</dcterms:created>
  <dc:creator>kjscecomp</dc:creator>
</cp:coreProperties>
</file>