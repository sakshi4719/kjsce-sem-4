
<file path=[Content_Types].xml><?xml version="1.0" encoding="utf-8"?>
<Types xmlns="http://schemas.openxmlformats.org/package/2006/content-types">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Lst>
  <p:sldSz cy="6858000" cx="9144000"/>
  <p:notesSz cx="7315200" cy="9601200"/>
  <p:embeddedFontLst>
    <p:embeddedFont>
      <p:font typeface="Helvetica Neue"/>
      <p:regular r:id="rId76"/>
      <p:bold r:id="rId77"/>
      <p:italic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80" roundtripDataSignature="AMtx7mj3At3kQ3pdYdfdXFObvRInJvz2+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font" Target="fonts/HelveticaNeue-bold.fntdata"/><Relationship Id="rId32" Type="http://schemas.openxmlformats.org/officeDocument/2006/relationships/slide" Target="slides/slide27.xml"/><Relationship Id="rId76" Type="http://schemas.openxmlformats.org/officeDocument/2006/relationships/font" Target="fonts/HelveticaNeue-regular.fntdata"/><Relationship Id="rId35" Type="http://schemas.openxmlformats.org/officeDocument/2006/relationships/slide" Target="slides/slide30.xml"/><Relationship Id="rId79" Type="http://schemas.openxmlformats.org/officeDocument/2006/relationships/font" Target="fonts/HelveticaNeue-boldItalic.fntdata"/><Relationship Id="rId34" Type="http://schemas.openxmlformats.org/officeDocument/2006/relationships/slide" Target="slides/slide29.xml"/><Relationship Id="rId78" Type="http://schemas.openxmlformats.org/officeDocument/2006/relationships/font" Target="fonts/HelveticaNeue-italic.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2: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4: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db746885ec_0_0:notes"/>
          <p:cNvSpPr/>
          <p:nvPr>
            <p:ph idx="2" type="sldImg"/>
          </p:nvPr>
        </p:nvSpPr>
        <p:spPr>
          <a:xfrm>
            <a:off x="1219425" y="720075"/>
            <a:ext cx="4877100" cy="36006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db746885ec_0_0:notes"/>
          <p:cNvSpPr txBox="1"/>
          <p:nvPr>
            <p:ph idx="1" type="body"/>
          </p:nvPr>
        </p:nvSpPr>
        <p:spPr>
          <a:xfrm>
            <a:off x="731500" y="4560550"/>
            <a:ext cx="5852100" cy="432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0: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1: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1: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2: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2: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3: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3: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4: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4: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5: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5: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6: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6: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7: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7: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8: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8: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9: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9: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0: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0: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1: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1: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2: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2: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3: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3: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4: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4: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5: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5: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6: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6: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7: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7: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8: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8: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9: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9: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0: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0: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1: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1: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2: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2: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3: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3: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4: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4: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5: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5: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6: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6: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7: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7: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8: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8: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9: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9: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40: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40: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1: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1: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42: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2: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43: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43: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44: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44: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45: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45: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46: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6: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47: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47: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48: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8: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49: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49: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50: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50: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51: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51: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52: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52: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53: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53: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54: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54: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55: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55: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56: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56: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57: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57: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58: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58: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59: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59: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60: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60: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61: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61: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62: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62: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63: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63: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64: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64: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65: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65: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66: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66: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67: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67: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68: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68: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69:notes"/>
          <p:cNvSpPr txBox="1"/>
          <p:nvPr>
            <p:ph idx="1" type="body"/>
          </p:nvPr>
        </p:nvSpPr>
        <p:spPr>
          <a:xfrm>
            <a:off x="731500" y="4560550"/>
            <a:ext cx="5852150" cy="43205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69: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vmlDrawing" Target="../drawings/vmlDrawing1.vml"/><Relationship Id="rId3" Type="http://schemas.openxmlformats.org/officeDocument/2006/relationships/oleObject" Target="../embeddings/oleObject1.bin"/><Relationship Id="rId4" Type="http://schemas.openxmlformats.org/officeDocument/2006/relationships/oleObject" Target="../embeddings/oleObject1.bin"/></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71"/>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 name="Google Shape;50;p7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2" name="Shape 52"/>
        <p:cNvGrpSpPr/>
        <p:nvPr/>
      </p:nvGrpSpPr>
      <p:grpSpPr>
        <a:xfrm>
          <a:off x="0" y="0"/>
          <a:ext cx="0" cy="0"/>
          <a:chOff x="0" y="0"/>
          <a:chExt cx="0" cy="0"/>
        </a:xfrm>
      </p:grpSpPr>
      <p:sp>
        <p:nvSpPr>
          <p:cNvPr id="53" name="Google Shape;53;p72"/>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4" name="Google Shape;54;p72"/>
          <p:cNvSpPr txBox="1"/>
          <p:nvPr>
            <p:ph idx="1" type="body"/>
          </p:nvPr>
        </p:nvSpPr>
        <p:spPr>
          <a:xfrm>
            <a:off x="571500" y="1676400"/>
            <a:ext cx="7848600" cy="4876800"/>
          </a:xfrm>
          <a:prstGeom prst="rect">
            <a:avLst/>
          </a:prstGeom>
          <a:noFill/>
          <a:ln>
            <a:noFill/>
          </a:ln>
        </p:spPr>
        <p:txBody>
          <a:bodyPr anchorCtr="0" anchor="t" bIns="45700" lIns="91425" spcFirstLastPara="1" rIns="91425" wrap="square" tIns="45700">
            <a:noAutofit/>
          </a:bodyPr>
          <a:lstStyle>
            <a:lvl1pPr indent="-331470" lvl="0" marL="457200" algn="l">
              <a:spcBef>
                <a:spcPts val="630"/>
              </a:spcBef>
              <a:spcAft>
                <a:spcPts val="0"/>
              </a:spcAft>
              <a:buSzPts val="1620"/>
              <a:buChar char="●"/>
              <a:defRPr/>
            </a:lvl1pPr>
            <a:lvl2pPr indent="-348615" lvl="1" marL="914400" algn="l">
              <a:spcBef>
                <a:spcPts val="630"/>
              </a:spcBef>
              <a:spcAft>
                <a:spcPts val="0"/>
              </a:spcAft>
              <a:buSzPts val="1890"/>
              <a:buChar char="🟉"/>
              <a:defRPr/>
            </a:lvl2pPr>
            <a:lvl3pPr indent="-325755" lvl="2" marL="1371600" algn="l">
              <a:spcBef>
                <a:spcPts val="630"/>
              </a:spcBef>
              <a:spcAft>
                <a:spcPts val="0"/>
              </a:spcAft>
              <a:buSzPts val="1530"/>
              <a:buChar char="⮚"/>
              <a:defRPr/>
            </a:lvl3pPr>
            <a:lvl4pPr indent="-342900" lvl="3" marL="1828800" algn="l">
              <a:spcBef>
                <a:spcPts val="630"/>
              </a:spcBef>
              <a:spcAft>
                <a:spcPts val="0"/>
              </a:spcAft>
              <a:buSzPts val="1800"/>
              <a:buChar char="–"/>
              <a:defRPr/>
            </a:lvl4pPr>
            <a:lvl5pPr indent="-342900" lvl="4" marL="2286000" algn="l">
              <a:spcBef>
                <a:spcPts val="630"/>
              </a:spcBef>
              <a:spcAft>
                <a:spcPts val="0"/>
              </a:spcAft>
              <a:buSzPts val="1800"/>
              <a:buChar char="»"/>
              <a:defRPr/>
            </a:lvl5pPr>
            <a:lvl6pPr indent="-342900" lvl="5" marL="2743200" algn="l">
              <a:spcBef>
                <a:spcPts val="630"/>
              </a:spcBef>
              <a:spcAft>
                <a:spcPts val="0"/>
              </a:spcAft>
              <a:buSzPts val="1800"/>
              <a:buChar char="»"/>
              <a:defRPr/>
            </a:lvl6pPr>
            <a:lvl7pPr indent="-342900" lvl="6" marL="3200400" algn="l">
              <a:spcBef>
                <a:spcPts val="630"/>
              </a:spcBef>
              <a:spcAft>
                <a:spcPts val="0"/>
              </a:spcAft>
              <a:buSzPts val="1800"/>
              <a:buChar char="»"/>
              <a:defRPr/>
            </a:lvl7pPr>
            <a:lvl8pPr indent="-342900" lvl="7" marL="3657600" algn="l">
              <a:spcBef>
                <a:spcPts val="630"/>
              </a:spcBef>
              <a:spcAft>
                <a:spcPts val="0"/>
              </a:spcAft>
              <a:buSzPts val="1800"/>
              <a:buChar char="»"/>
              <a:defRPr/>
            </a:lvl8pPr>
            <a:lvl9pPr indent="-342900" lvl="8" marL="4114800" algn="l">
              <a:spcBef>
                <a:spcPts val="630"/>
              </a:spcBef>
              <a:spcAft>
                <a:spcPts val="0"/>
              </a:spcAft>
              <a:buSzPts val="1800"/>
              <a:buChar char="»"/>
              <a:defRPr/>
            </a:lvl9pPr>
          </a:lstStyle>
          <a:p/>
        </p:txBody>
      </p:sp>
      <p:sp>
        <p:nvSpPr>
          <p:cNvPr id="55" name="Google Shape;55;p7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7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gradFill>
          <a:gsLst>
            <a:gs pos="0">
              <a:schemeClr val="lt1"/>
            </a:gs>
            <a:gs pos="100000">
              <a:srgbClr val="879CA9"/>
            </a:gs>
          </a:gsLst>
          <a:lin ang="5400000" scaled="0"/>
        </a:gradFill>
      </p:bgPr>
    </p:bg>
    <p:spTree>
      <p:nvGrpSpPr>
        <p:cNvPr id="57" name="Shape 57"/>
        <p:cNvGrpSpPr/>
        <p:nvPr/>
      </p:nvGrpSpPr>
      <p:grpSpPr>
        <a:xfrm>
          <a:off x="0" y="0"/>
          <a:ext cx="0" cy="0"/>
          <a:chOff x="0" y="0"/>
          <a:chExt cx="0" cy="0"/>
        </a:xfrm>
      </p:grpSpPr>
      <p:sp>
        <p:nvSpPr>
          <p:cNvPr id="58" name="Google Shape;58;p73"/>
          <p:cNvSpPr/>
          <p:nvPr/>
        </p:nvSpPr>
        <p:spPr>
          <a:xfrm>
            <a:off x="690563" y="3340100"/>
            <a:ext cx="7653337" cy="485775"/>
          </a:xfrm>
          <a:custGeom>
            <a:rect b="b" l="l" r="r" t="t"/>
            <a:pathLst>
              <a:path extrusionOk="0" h="479" w="4128">
                <a:moveTo>
                  <a:pt x="163" y="200"/>
                </a:moveTo>
                <a:cubicBezTo>
                  <a:pt x="163" y="200"/>
                  <a:pt x="2054" y="0"/>
                  <a:pt x="4128" y="200"/>
                </a:cubicBezTo>
                <a:cubicBezTo>
                  <a:pt x="4128" y="200"/>
                  <a:pt x="4128" y="314"/>
                  <a:pt x="4128" y="429"/>
                </a:cubicBezTo>
                <a:cubicBezTo>
                  <a:pt x="2371" y="200"/>
                  <a:pt x="688" y="479"/>
                  <a:pt x="0" y="441"/>
                </a:cubicBezTo>
                <a:lnTo>
                  <a:pt x="163" y="200"/>
                </a:lnTo>
                <a:close/>
              </a:path>
            </a:pathLst>
          </a:custGeom>
          <a:solidFill>
            <a:schemeClr val="hlink">
              <a:alpha val="49803"/>
            </a:scheme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aphicFrame>
        <p:nvGraphicFramePr>
          <p:cNvPr id="59" name="Google Shape;59;p73"/>
          <p:cNvGraphicFramePr/>
          <p:nvPr/>
        </p:nvGraphicFramePr>
        <p:xfrm>
          <a:off x="1524000" y="1397000"/>
          <a:ext cx="6096000" cy="4064000"/>
        </p:xfrm>
        <a:graphic>
          <a:graphicData uri="http://schemas.openxmlformats.org/presentationml/2006/ole">
            <mc:AlternateContent>
              <mc:Choice Requires="v">
                <p:oleObj r:id="rId3" imgH="4064000" imgW="6096000" progId="MS_ClipArt_Gallery.2" spid="_x0000_s1">
                  <p:embed/>
                </p:oleObj>
              </mc:Choice>
              <mc:Fallback>
                <p:oleObj r:id="rId4" imgH="4064000" imgW="6096000" progId="MS_ClipArt_Gallery.2">
                  <p:embed/>
                </p:oleObj>
              </mc:Fallback>
            </mc:AlternateContent>
          </a:graphicData>
        </a:graphic>
      </p:graphicFrame>
      <p:sp>
        <p:nvSpPr>
          <p:cNvPr id="60" name="Google Shape;60;p73"/>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1" name="Google Shape;61;p7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700"/>
              </a:spcBef>
              <a:spcAft>
                <a:spcPts val="0"/>
              </a:spcAft>
              <a:buSzPts val="1800"/>
              <a:buFont typeface="Arial"/>
              <a:buNone/>
              <a:defRPr/>
            </a:lvl1pPr>
            <a:lvl2pPr lvl="1" algn="l">
              <a:spcBef>
                <a:spcPts val="630"/>
              </a:spcBef>
              <a:spcAft>
                <a:spcPts val="0"/>
              </a:spcAft>
              <a:buSzPts val="1890"/>
              <a:buChar char="🟉"/>
              <a:defRPr/>
            </a:lvl2pPr>
            <a:lvl3pPr lvl="2" algn="l">
              <a:spcBef>
                <a:spcPts val="630"/>
              </a:spcBef>
              <a:spcAft>
                <a:spcPts val="0"/>
              </a:spcAft>
              <a:buSzPts val="1530"/>
              <a:buChar char="⮚"/>
              <a:defRPr/>
            </a:lvl3pPr>
            <a:lvl4pPr lvl="3" algn="l">
              <a:spcBef>
                <a:spcPts val="630"/>
              </a:spcBef>
              <a:spcAft>
                <a:spcPts val="0"/>
              </a:spcAft>
              <a:buSzPts val="1800"/>
              <a:buChar char="–"/>
              <a:defRPr/>
            </a:lvl4pPr>
            <a:lvl5pPr lvl="4" algn="l">
              <a:spcBef>
                <a:spcPts val="630"/>
              </a:spcBef>
              <a:spcAft>
                <a:spcPts val="0"/>
              </a:spcAft>
              <a:buSzPts val="1800"/>
              <a:buChar char="»"/>
              <a:defRPr/>
            </a:lvl5pPr>
            <a:lvl6pPr lvl="5" algn="l">
              <a:spcBef>
                <a:spcPts val="630"/>
              </a:spcBef>
              <a:spcAft>
                <a:spcPts val="0"/>
              </a:spcAft>
              <a:buSzPts val="1800"/>
              <a:buChar char="»"/>
              <a:defRPr/>
            </a:lvl6pPr>
            <a:lvl7pPr lvl="6" algn="l">
              <a:spcBef>
                <a:spcPts val="630"/>
              </a:spcBef>
              <a:spcAft>
                <a:spcPts val="0"/>
              </a:spcAft>
              <a:buSzPts val="1800"/>
              <a:buChar char="»"/>
              <a:defRPr/>
            </a:lvl7pPr>
            <a:lvl8pPr lvl="7" algn="l">
              <a:spcBef>
                <a:spcPts val="630"/>
              </a:spcBef>
              <a:spcAft>
                <a:spcPts val="0"/>
              </a:spcAft>
              <a:buSzPts val="1800"/>
              <a:buChar char="»"/>
              <a:defRPr/>
            </a:lvl8pPr>
            <a:lvl9pPr lvl="8" algn="l">
              <a:spcBef>
                <a:spcPts val="630"/>
              </a:spcBef>
              <a:spcAft>
                <a:spcPts val="0"/>
              </a:spcAft>
              <a:buSzPts val="1800"/>
              <a:buChar char="»"/>
              <a:defRPr/>
            </a:lvl9pPr>
          </a:lstStyle>
          <a:p/>
        </p:txBody>
      </p:sp>
      <p:sp>
        <p:nvSpPr>
          <p:cNvPr id="62" name="Google Shape;62;p7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solidFill>
                  <a:srgbClr val="578963"/>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ctr">
              <a:spcBef>
                <a:spcPts val="700"/>
              </a:spcBef>
              <a:spcAft>
                <a:spcPts val="0"/>
              </a:spcAft>
              <a:buSzPts val="1400"/>
              <a:buNone/>
              <a:defRPr sz="1400">
                <a:solidFill>
                  <a:srgbClr val="578963"/>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64" name="Google Shape;64;p7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rgbClr val="578963"/>
                </a:solidFill>
                <a:latin typeface="Times New Roman"/>
                <a:ea typeface="Times New Roman"/>
                <a:cs typeface="Times New Roman"/>
                <a:sym typeface="Times New Roman"/>
              </a:defRPr>
            </a:lvl1pPr>
            <a:lvl2pPr indent="0" lvl="1" marL="0" marR="0" algn="r">
              <a:spcBef>
                <a:spcPts val="0"/>
              </a:spcBef>
              <a:spcAft>
                <a:spcPts val="0"/>
              </a:spcAft>
              <a:buNone/>
              <a:defRPr sz="1400">
                <a:solidFill>
                  <a:srgbClr val="578963"/>
                </a:solidFill>
                <a:latin typeface="Times New Roman"/>
                <a:ea typeface="Times New Roman"/>
                <a:cs typeface="Times New Roman"/>
                <a:sym typeface="Times New Roman"/>
              </a:defRPr>
            </a:lvl2pPr>
            <a:lvl3pPr indent="0" lvl="2" marL="0" marR="0" algn="r">
              <a:spcBef>
                <a:spcPts val="0"/>
              </a:spcBef>
              <a:spcAft>
                <a:spcPts val="0"/>
              </a:spcAft>
              <a:buNone/>
              <a:defRPr sz="1400">
                <a:solidFill>
                  <a:srgbClr val="578963"/>
                </a:solidFill>
                <a:latin typeface="Times New Roman"/>
                <a:ea typeface="Times New Roman"/>
                <a:cs typeface="Times New Roman"/>
                <a:sym typeface="Times New Roman"/>
              </a:defRPr>
            </a:lvl3pPr>
            <a:lvl4pPr indent="0" lvl="3" marL="0" marR="0" algn="r">
              <a:spcBef>
                <a:spcPts val="0"/>
              </a:spcBef>
              <a:spcAft>
                <a:spcPts val="0"/>
              </a:spcAft>
              <a:buNone/>
              <a:defRPr sz="1400">
                <a:solidFill>
                  <a:srgbClr val="578963"/>
                </a:solidFill>
                <a:latin typeface="Times New Roman"/>
                <a:ea typeface="Times New Roman"/>
                <a:cs typeface="Times New Roman"/>
                <a:sym typeface="Times New Roman"/>
              </a:defRPr>
            </a:lvl4pPr>
            <a:lvl5pPr indent="0" lvl="4" marL="0" marR="0" algn="r">
              <a:spcBef>
                <a:spcPts val="0"/>
              </a:spcBef>
              <a:spcAft>
                <a:spcPts val="0"/>
              </a:spcAft>
              <a:buNone/>
              <a:defRPr sz="1400">
                <a:solidFill>
                  <a:srgbClr val="578963"/>
                </a:solidFill>
                <a:latin typeface="Times New Roman"/>
                <a:ea typeface="Times New Roman"/>
                <a:cs typeface="Times New Roman"/>
                <a:sym typeface="Times New Roman"/>
              </a:defRPr>
            </a:lvl5pPr>
            <a:lvl6pPr indent="0" lvl="5" marL="0" marR="0" algn="r">
              <a:spcBef>
                <a:spcPts val="0"/>
              </a:spcBef>
              <a:spcAft>
                <a:spcPts val="0"/>
              </a:spcAft>
              <a:buNone/>
              <a:defRPr sz="1400">
                <a:solidFill>
                  <a:srgbClr val="578963"/>
                </a:solidFill>
                <a:latin typeface="Times New Roman"/>
                <a:ea typeface="Times New Roman"/>
                <a:cs typeface="Times New Roman"/>
                <a:sym typeface="Times New Roman"/>
              </a:defRPr>
            </a:lvl6pPr>
            <a:lvl7pPr indent="0" lvl="6" marL="0" marR="0" algn="r">
              <a:spcBef>
                <a:spcPts val="0"/>
              </a:spcBef>
              <a:spcAft>
                <a:spcPts val="0"/>
              </a:spcAft>
              <a:buNone/>
              <a:defRPr sz="1400">
                <a:solidFill>
                  <a:srgbClr val="578963"/>
                </a:solidFill>
                <a:latin typeface="Times New Roman"/>
                <a:ea typeface="Times New Roman"/>
                <a:cs typeface="Times New Roman"/>
                <a:sym typeface="Times New Roman"/>
              </a:defRPr>
            </a:lvl7pPr>
            <a:lvl8pPr indent="0" lvl="7" marL="0" marR="0" algn="r">
              <a:spcBef>
                <a:spcPts val="0"/>
              </a:spcBef>
              <a:spcAft>
                <a:spcPts val="0"/>
              </a:spcAft>
              <a:buNone/>
              <a:defRPr sz="1400">
                <a:solidFill>
                  <a:srgbClr val="578963"/>
                </a:solidFill>
                <a:latin typeface="Times New Roman"/>
                <a:ea typeface="Times New Roman"/>
                <a:cs typeface="Times New Roman"/>
                <a:sym typeface="Times New Roman"/>
              </a:defRPr>
            </a:lvl8pPr>
            <a:lvl9pPr indent="0" lvl="8" marL="0" marR="0" algn="r">
              <a:spcBef>
                <a:spcPts val="0"/>
              </a:spcBef>
              <a:spcAft>
                <a:spcPts val="0"/>
              </a:spcAft>
              <a:buNone/>
              <a:defRPr sz="1400">
                <a:solidFill>
                  <a:srgbClr val="578963"/>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sp>
        <p:nvSpPr>
          <p:cNvPr id="66" name="Google Shape;66;p7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7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700"/>
              </a:spcBef>
              <a:spcAft>
                <a:spcPts val="0"/>
              </a:spcAft>
              <a:buSzPts val="1800"/>
              <a:buNone/>
              <a:defRPr sz="2000"/>
            </a:lvl1pPr>
            <a:lvl2pPr indent="-228600" lvl="1" marL="914400" algn="l">
              <a:spcBef>
                <a:spcPts val="630"/>
              </a:spcBef>
              <a:spcAft>
                <a:spcPts val="0"/>
              </a:spcAft>
              <a:buSzPts val="1890"/>
              <a:buNone/>
              <a:defRPr sz="1800"/>
            </a:lvl2pPr>
            <a:lvl3pPr indent="-228600" lvl="2" marL="1371600" algn="l">
              <a:spcBef>
                <a:spcPts val="560"/>
              </a:spcBef>
              <a:spcAft>
                <a:spcPts val="0"/>
              </a:spcAft>
              <a:buSzPts val="1360"/>
              <a:buNone/>
              <a:defRPr sz="1600"/>
            </a:lvl3pPr>
            <a:lvl4pPr indent="-228600" lvl="3" marL="1828800" algn="l">
              <a:spcBef>
                <a:spcPts val="490"/>
              </a:spcBef>
              <a:spcAft>
                <a:spcPts val="0"/>
              </a:spcAft>
              <a:buSzPts val="1400"/>
              <a:buFont typeface="Helvetica Neue"/>
              <a:buNone/>
              <a:defRPr sz="1400"/>
            </a:lvl4pPr>
            <a:lvl5pPr indent="-228600" lvl="4" marL="2286000" algn="l">
              <a:spcBef>
                <a:spcPts val="490"/>
              </a:spcBef>
              <a:spcAft>
                <a:spcPts val="0"/>
              </a:spcAft>
              <a:buSzPts val="1400"/>
              <a:buFont typeface="Helvetica Neue"/>
              <a:buNone/>
              <a:defRPr sz="1400"/>
            </a:lvl5pPr>
            <a:lvl6pPr indent="-228600" lvl="5" marL="2743200" algn="l">
              <a:spcBef>
                <a:spcPts val="490"/>
              </a:spcBef>
              <a:spcAft>
                <a:spcPts val="0"/>
              </a:spcAft>
              <a:buSzPts val="1400"/>
              <a:buFont typeface="Helvetica Neue"/>
              <a:buNone/>
              <a:defRPr sz="1400"/>
            </a:lvl6pPr>
            <a:lvl7pPr indent="-228600" lvl="6" marL="3200400" algn="l">
              <a:spcBef>
                <a:spcPts val="490"/>
              </a:spcBef>
              <a:spcAft>
                <a:spcPts val="0"/>
              </a:spcAft>
              <a:buSzPts val="1400"/>
              <a:buFont typeface="Helvetica Neue"/>
              <a:buNone/>
              <a:defRPr sz="1400"/>
            </a:lvl7pPr>
            <a:lvl8pPr indent="-228600" lvl="7" marL="3657600" algn="l">
              <a:spcBef>
                <a:spcPts val="490"/>
              </a:spcBef>
              <a:spcAft>
                <a:spcPts val="0"/>
              </a:spcAft>
              <a:buSzPts val="1400"/>
              <a:buFont typeface="Helvetica Neue"/>
              <a:buNone/>
              <a:defRPr sz="1400"/>
            </a:lvl8pPr>
            <a:lvl9pPr indent="-228600" lvl="8" marL="4114800" algn="l">
              <a:spcBef>
                <a:spcPts val="490"/>
              </a:spcBef>
              <a:spcAft>
                <a:spcPts val="0"/>
              </a:spcAft>
              <a:buSzPts val="1400"/>
              <a:buFont typeface="Helvetica Neue"/>
              <a:buNone/>
              <a:defRPr sz="1400"/>
            </a:lvl9pPr>
          </a:lstStyle>
          <a:p/>
        </p:txBody>
      </p:sp>
      <p:sp>
        <p:nvSpPr>
          <p:cNvPr id="68" name="Google Shape;68;p7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7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0" name="Shape 70"/>
        <p:cNvGrpSpPr/>
        <p:nvPr/>
      </p:nvGrpSpPr>
      <p:grpSpPr>
        <a:xfrm>
          <a:off x="0" y="0"/>
          <a:ext cx="0" cy="0"/>
          <a:chOff x="0" y="0"/>
          <a:chExt cx="0" cy="0"/>
        </a:xfrm>
      </p:grpSpPr>
      <p:sp>
        <p:nvSpPr>
          <p:cNvPr id="71" name="Google Shape;71;p75"/>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2" name="Google Shape;72;p75"/>
          <p:cNvSpPr txBox="1"/>
          <p:nvPr>
            <p:ph idx="1" type="body"/>
          </p:nvPr>
        </p:nvSpPr>
        <p:spPr>
          <a:xfrm>
            <a:off x="571500" y="1676400"/>
            <a:ext cx="3848100" cy="4876800"/>
          </a:xfrm>
          <a:prstGeom prst="rect">
            <a:avLst/>
          </a:prstGeom>
          <a:noFill/>
          <a:ln>
            <a:noFill/>
          </a:ln>
        </p:spPr>
        <p:txBody>
          <a:bodyPr anchorCtr="0" anchor="t" bIns="45700" lIns="91425" spcFirstLastPara="1" rIns="91425" wrap="square" tIns="45700">
            <a:noAutofit/>
          </a:bodyPr>
          <a:lstStyle>
            <a:lvl1pPr indent="-388620" lvl="0" marL="457200" algn="l">
              <a:spcBef>
                <a:spcPts val="980"/>
              </a:spcBef>
              <a:spcAft>
                <a:spcPts val="0"/>
              </a:spcAft>
              <a:buSzPts val="2520"/>
              <a:buChar char="●"/>
              <a:defRPr sz="2800"/>
            </a:lvl1pPr>
            <a:lvl2pPr indent="-388619" lvl="1" marL="914400" algn="l">
              <a:spcBef>
                <a:spcPts val="840"/>
              </a:spcBef>
              <a:spcAft>
                <a:spcPts val="0"/>
              </a:spcAft>
              <a:buSzPts val="2520"/>
              <a:buChar char="🟉"/>
              <a:defRPr sz="2400"/>
            </a:lvl2pPr>
            <a:lvl3pPr indent="-336550" lvl="2" marL="1371600" algn="l">
              <a:spcBef>
                <a:spcPts val="700"/>
              </a:spcBef>
              <a:spcAft>
                <a:spcPts val="0"/>
              </a:spcAft>
              <a:buSzPts val="1700"/>
              <a:buChar char="⮚"/>
              <a:defRPr sz="2000"/>
            </a:lvl3pPr>
            <a:lvl4pPr indent="-342900" lvl="3" marL="1828800" algn="l">
              <a:spcBef>
                <a:spcPts val="630"/>
              </a:spcBef>
              <a:spcAft>
                <a:spcPts val="0"/>
              </a:spcAft>
              <a:buSzPts val="1800"/>
              <a:buFont typeface="Helvetica Neue"/>
              <a:buChar char="–"/>
              <a:defRPr sz="1800"/>
            </a:lvl4pPr>
            <a:lvl5pPr indent="-342900" lvl="4" marL="2286000" algn="l">
              <a:spcBef>
                <a:spcPts val="630"/>
              </a:spcBef>
              <a:spcAft>
                <a:spcPts val="0"/>
              </a:spcAft>
              <a:buSzPts val="1800"/>
              <a:buFont typeface="Helvetica Neue"/>
              <a:buChar char="»"/>
              <a:defRPr sz="1800"/>
            </a:lvl5pPr>
            <a:lvl6pPr indent="-342900" lvl="5" marL="2743200" algn="l">
              <a:spcBef>
                <a:spcPts val="630"/>
              </a:spcBef>
              <a:spcAft>
                <a:spcPts val="0"/>
              </a:spcAft>
              <a:buSzPts val="1800"/>
              <a:buFont typeface="Helvetica Neue"/>
              <a:buChar char="»"/>
              <a:defRPr sz="1800"/>
            </a:lvl6pPr>
            <a:lvl7pPr indent="-342900" lvl="6" marL="3200400" algn="l">
              <a:spcBef>
                <a:spcPts val="630"/>
              </a:spcBef>
              <a:spcAft>
                <a:spcPts val="0"/>
              </a:spcAft>
              <a:buSzPts val="1800"/>
              <a:buFont typeface="Helvetica Neue"/>
              <a:buChar char="»"/>
              <a:defRPr sz="1800"/>
            </a:lvl7pPr>
            <a:lvl8pPr indent="-342900" lvl="7" marL="3657600" algn="l">
              <a:spcBef>
                <a:spcPts val="630"/>
              </a:spcBef>
              <a:spcAft>
                <a:spcPts val="0"/>
              </a:spcAft>
              <a:buSzPts val="1800"/>
              <a:buFont typeface="Helvetica Neue"/>
              <a:buChar char="»"/>
              <a:defRPr sz="1800"/>
            </a:lvl8pPr>
            <a:lvl9pPr indent="-342900" lvl="8" marL="4114800" algn="l">
              <a:spcBef>
                <a:spcPts val="630"/>
              </a:spcBef>
              <a:spcAft>
                <a:spcPts val="0"/>
              </a:spcAft>
              <a:buSzPts val="1800"/>
              <a:buFont typeface="Helvetica Neue"/>
              <a:buChar char="»"/>
              <a:defRPr sz="1800"/>
            </a:lvl9pPr>
          </a:lstStyle>
          <a:p/>
        </p:txBody>
      </p:sp>
      <p:sp>
        <p:nvSpPr>
          <p:cNvPr id="73" name="Google Shape;73;p75"/>
          <p:cNvSpPr txBox="1"/>
          <p:nvPr>
            <p:ph idx="2" type="body"/>
          </p:nvPr>
        </p:nvSpPr>
        <p:spPr>
          <a:xfrm>
            <a:off x="4572000" y="1676400"/>
            <a:ext cx="3848100" cy="4876800"/>
          </a:xfrm>
          <a:prstGeom prst="rect">
            <a:avLst/>
          </a:prstGeom>
          <a:noFill/>
          <a:ln>
            <a:noFill/>
          </a:ln>
        </p:spPr>
        <p:txBody>
          <a:bodyPr anchorCtr="0" anchor="t" bIns="45700" lIns="91425" spcFirstLastPara="1" rIns="91425" wrap="square" tIns="45700">
            <a:noAutofit/>
          </a:bodyPr>
          <a:lstStyle>
            <a:lvl1pPr indent="-388620" lvl="0" marL="457200" algn="l">
              <a:spcBef>
                <a:spcPts val="980"/>
              </a:spcBef>
              <a:spcAft>
                <a:spcPts val="0"/>
              </a:spcAft>
              <a:buSzPts val="2520"/>
              <a:buChar char="●"/>
              <a:defRPr sz="2800"/>
            </a:lvl1pPr>
            <a:lvl2pPr indent="-388619" lvl="1" marL="914400" algn="l">
              <a:spcBef>
                <a:spcPts val="840"/>
              </a:spcBef>
              <a:spcAft>
                <a:spcPts val="0"/>
              </a:spcAft>
              <a:buSzPts val="2520"/>
              <a:buChar char="🟉"/>
              <a:defRPr sz="2400"/>
            </a:lvl2pPr>
            <a:lvl3pPr indent="-336550" lvl="2" marL="1371600" algn="l">
              <a:spcBef>
                <a:spcPts val="700"/>
              </a:spcBef>
              <a:spcAft>
                <a:spcPts val="0"/>
              </a:spcAft>
              <a:buSzPts val="1700"/>
              <a:buChar char="⮚"/>
              <a:defRPr sz="2000"/>
            </a:lvl3pPr>
            <a:lvl4pPr indent="-342900" lvl="3" marL="1828800" algn="l">
              <a:spcBef>
                <a:spcPts val="630"/>
              </a:spcBef>
              <a:spcAft>
                <a:spcPts val="0"/>
              </a:spcAft>
              <a:buSzPts val="1800"/>
              <a:buFont typeface="Helvetica Neue"/>
              <a:buChar char="–"/>
              <a:defRPr sz="1800"/>
            </a:lvl4pPr>
            <a:lvl5pPr indent="-342900" lvl="4" marL="2286000" algn="l">
              <a:spcBef>
                <a:spcPts val="630"/>
              </a:spcBef>
              <a:spcAft>
                <a:spcPts val="0"/>
              </a:spcAft>
              <a:buSzPts val="1800"/>
              <a:buFont typeface="Helvetica Neue"/>
              <a:buChar char="»"/>
              <a:defRPr sz="1800"/>
            </a:lvl5pPr>
            <a:lvl6pPr indent="-342900" lvl="5" marL="2743200" algn="l">
              <a:spcBef>
                <a:spcPts val="630"/>
              </a:spcBef>
              <a:spcAft>
                <a:spcPts val="0"/>
              </a:spcAft>
              <a:buSzPts val="1800"/>
              <a:buFont typeface="Helvetica Neue"/>
              <a:buChar char="»"/>
              <a:defRPr sz="1800"/>
            </a:lvl6pPr>
            <a:lvl7pPr indent="-342900" lvl="6" marL="3200400" algn="l">
              <a:spcBef>
                <a:spcPts val="630"/>
              </a:spcBef>
              <a:spcAft>
                <a:spcPts val="0"/>
              </a:spcAft>
              <a:buSzPts val="1800"/>
              <a:buFont typeface="Helvetica Neue"/>
              <a:buChar char="»"/>
              <a:defRPr sz="1800"/>
            </a:lvl7pPr>
            <a:lvl8pPr indent="-342900" lvl="7" marL="3657600" algn="l">
              <a:spcBef>
                <a:spcPts val="630"/>
              </a:spcBef>
              <a:spcAft>
                <a:spcPts val="0"/>
              </a:spcAft>
              <a:buSzPts val="1800"/>
              <a:buFont typeface="Helvetica Neue"/>
              <a:buChar char="»"/>
              <a:defRPr sz="1800"/>
            </a:lvl8pPr>
            <a:lvl9pPr indent="-342900" lvl="8" marL="4114800" algn="l">
              <a:spcBef>
                <a:spcPts val="630"/>
              </a:spcBef>
              <a:spcAft>
                <a:spcPts val="0"/>
              </a:spcAft>
              <a:buSzPts val="1800"/>
              <a:buFont typeface="Helvetica Neue"/>
              <a:buChar char="»"/>
              <a:defRPr sz="1800"/>
            </a:lvl9pPr>
          </a:lstStyle>
          <a:p/>
        </p:txBody>
      </p:sp>
      <p:sp>
        <p:nvSpPr>
          <p:cNvPr id="74" name="Google Shape;74;p7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7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6" name="Shape 76"/>
        <p:cNvGrpSpPr/>
        <p:nvPr/>
      </p:nvGrpSpPr>
      <p:grpSpPr>
        <a:xfrm>
          <a:off x="0" y="0"/>
          <a:ext cx="0" cy="0"/>
          <a:chOff x="0" y="0"/>
          <a:chExt cx="0" cy="0"/>
        </a:xfrm>
      </p:grpSpPr>
      <p:sp>
        <p:nvSpPr>
          <p:cNvPr id="77" name="Google Shape;77;p76"/>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8" name="Google Shape;78;p7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160"/>
              <a:buNone/>
              <a:defRPr b="1" sz="2400"/>
            </a:lvl1pPr>
            <a:lvl2pPr indent="-228600" lvl="1" marL="914400" algn="l">
              <a:spcBef>
                <a:spcPts val="700"/>
              </a:spcBef>
              <a:spcAft>
                <a:spcPts val="0"/>
              </a:spcAft>
              <a:buSzPts val="2100"/>
              <a:buNone/>
              <a:defRPr b="1" sz="2000"/>
            </a:lvl2pPr>
            <a:lvl3pPr indent="-228600" lvl="2" marL="1371600" algn="l">
              <a:spcBef>
                <a:spcPts val="630"/>
              </a:spcBef>
              <a:spcAft>
                <a:spcPts val="0"/>
              </a:spcAft>
              <a:buSzPts val="1530"/>
              <a:buNone/>
              <a:defRPr b="1" sz="1800"/>
            </a:lvl3pPr>
            <a:lvl4pPr indent="-228600" lvl="3" marL="1828800" algn="l">
              <a:spcBef>
                <a:spcPts val="560"/>
              </a:spcBef>
              <a:spcAft>
                <a:spcPts val="0"/>
              </a:spcAft>
              <a:buSzPts val="1600"/>
              <a:buFont typeface="Helvetica Neue"/>
              <a:buNone/>
              <a:defRPr b="1" sz="1600"/>
            </a:lvl4pPr>
            <a:lvl5pPr indent="-228600" lvl="4" marL="2286000" algn="l">
              <a:spcBef>
                <a:spcPts val="560"/>
              </a:spcBef>
              <a:spcAft>
                <a:spcPts val="0"/>
              </a:spcAft>
              <a:buSzPts val="1600"/>
              <a:buFont typeface="Helvetica Neue"/>
              <a:buNone/>
              <a:defRPr b="1" sz="1600"/>
            </a:lvl5pPr>
            <a:lvl6pPr indent="-228600" lvl="5" marL="2743200" algn="l">
              <a:spcBef>
                <a:spcPts val="560"/>
              </a:spcBef>
              <a:spcAft>
                <a:spcPts val="0"/>
              </a:spcAft>
              <a:buSzPts val="1600"/>
              <a:buFont typeface="Helvetica Neue"/>
              <a:buNone/>
              <a:defRPr b="1" sz="1600"/>
            </a:lvl6pPr>
            <a:lvl7pPr indent="-228600" lvl="6" marL="3200400" algn="l">
              <a:spcBef>
                <a:spcPts val="560"/>
              </a:spcBef>
              <a:spcAft>
                <a:spcPts val="0"/>
              </a:spcAft>
              <a:buSzPts val="1600"/>
              <a:buFont typeface="Helvetica Neue"/>
              <a:buNone/>
              <a:defRPr b="1" sz="1600"/>
            </a:lvl7pPr>
            <a:lvl8pPr indent="-228600" lvl="7" marL="3657600" algn="l">
              <a:spcBef>
                <a:spcPts val="560"/>
              </a:spcBef>
              <a:spcAft>
                <a:spcPts val="0"/>
              </a:spcAft>
              <a:buSzPts val="1600"/>
              <a:buFont typeface="Helvetica Neue"/>
              <a:buNone/>
              <a:defRPr b="1" sz="1600"/>
            </a:lvl8pPr>
            <a:lvl9pPr indent="-228600" lvl="8" marL="4114800" algn="l">
              <a:spcBef>
                <a:spcPts val="560"/>
              </a:spcBef>
              <a:spcAft>
                <a:spcPts val="0"/>
              </a:spcAft>
              <a:buSzPts val="1600"/>
              <a:buFont typeface="Helvetica Neue"/>
              <a:buNone/>
              <a:defRPr b="1" sz="1600"/>
            </a:lvl9pPr>
          </a:lstStyle>
          <a:p/>
        </p:txBody>
      </p:sp>
      <p:sp>
        <p:nvSpPr>
          <p:cNvPr id="79" name="Google Shape;79;p7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65760" lvl="0" marL="457200" algn="l">
              <a:spcBef>
                <a:spcPts val="840"/>
              </a:spcBef>
              <a:spcAft>
                <a:spcPts val="0"/>
              </a:spcAft>
              <a:buSzPts val="2160"/>
              <a:buChar char="●"/>
              <a:defRPr sz="2400"/>
            </a:lvl1pPr>
            <a:lvl2pPr indent="-361950" lvl="1" marL="914400" algn="l">
              <a:spcBef>
                <a:spcPts val="700"/>
              </a:spcBef>
              <a:spcAft>
                <a:spcPts val="0"/>
              </a:spcAft>
              <a:buSzPts val="2100"/>
              <a:buChar char="🟉"/>
              <a:defRPr sz="2000"/>
            </a:lvl2pPr>
            <a:lvl3pPr indent="-325755" lvl="2" marL="1371600" algn="l">
              <a:spcBef>
                <a:spcPts val="630"/>
              </a:spcBef>
              <a:spcAft>
                <a:spcPts val="0"/>
              </a:spcAft>
              <a:buSzPts val="1530"/>
              <a:buChar char="⮚"/>
              <a:defRPr sz="1800"/>
            </a:lvl3pPr>
            <a:lvl4pPr indent="-330200" lvl="3" marL="1828800" algn="l">
              <a:spcBef>
                <a:spcPts val="560"/>
              </a:spcBef>
              <a:spcAft>
                <a:spcPts val="0"/>
              </a:spcAft>
              <a:buSzPts val="1600"/>
              <a:buFont typeface="Helvetica Neue"/>
              <a:buChar char="–"/>
              <a:defRPr sz="1600"/>
            </a:lvl4pPr>
            <a:lvl5pPr indent="-330200" lvl="4" marL="2286000" algn="l">
              <a:spcBef>
                <a:spcPts val="560"/>
              </a:spcBef>
              <a:spcAft>
                <a:spcPts val="0"/>
              </a:spcAft>
              <a:buSzPts val="1600"/>
              <a:buFont typeface="Helvetica Neue"/>
              <a:buChar char="»"/>
              <a:defRPr sz="1600"/>
            </a:lvl5pPr>
            <a:lvl6pPr indent="-330200" lvl="5" marL="2743200" algn="l">
              <a:spcBef>
                <a:spcPts val="560"/>
              </a:spcBef>
              <a:spcAft>
                <a:spcPts val="0"/>
              </a:spcAft>
              <a:buSzPts val="1600"/>
              <a:buFont typeface="Helvetica Neue"/>
              <a:buChar char="»"/>
              <a:defRPr sz="1600"/>
            </a:lvl6pPr>
            <a:lvl7pPr indent="-330200" lvl="6" marL="3200400" algn="l">
              <a:spcBef>
                <a:spcPts val="560"/>
              </a:spcBef>
              <a:spcAft>
                <a:spcPts val="0"/>
              </a:spcAft>
              <a:buSzPts val="1600"/>
              <a:buFont typeface="Helvetica Neue"/>
              <a:buChar char="»"/>
              <a:defRPr sz="1600"/>
            </a:lvl7pPr>
            <a:lvl8pPr indent="-330200" lvl="7" marL="3657600" algn="l">
              <a:spcBef>
                <a:spcPts val="560"/>
              </a:spcBef>
              <a:spcAft>
                <a:spcPts val="0"/>
              </a:spcAft>
              <a:buSzPts val="1600"/>
              <a:buFont typeface="Helvetica Neue"/>
              <a:buChar char="»"/>
              <a:defRPr sz="1600"/>
            </a:lvl8pPr>
            <a:lvl9pPr indent="-330200" lvl="8" marL="4114800" algn="l">
              <a:spcBef>
                <a:spcPts val="560"/>
              </a:spcBef>
              <a:spcAft>
                <a:spcPts val="0"/>
              </a:spcAft>
              <a:buSzPts val="1600"/>
              <a:buFont typeface="Helvetica Neue"/>
              <a:buChar char="»"/>
              <a:defRPr sz="1600"/>
            </a:lvl9pPr>
          </a:lstStyle>
          <a:p/>
        </p:txBody>
      </p:sp>
      <p:sp>
        <p:nvSpPr>
          <p:cNvPr id="80" name="Google Shape;80;p7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2160"/>
              <a:buNone/>
              <a:defRPr b="1" sz="2400"/>
            </a:lvl1pPr>
            <a:lvl2pPr indent="-228600" lvl="1" marL="914400" algn="l">
              <a:spcBef>
                <a:spcPts val="700"/>
              </a:spcBef>
              <a:spcAft>
                <a:spcPts val="0"/>
              </a:spcAft>
              <a:buSzPts val="2100"/>
              <a:buNone/>
              <a:defRPr b="1" sz="2000"/>
            </a:lvl2pPr>
            <a:lvl3pPr indent="-228600" lvl="2" marL="1371600" algn="l">
              <a:spcBef>
                <a:spcPts val="630"/>
              </a:spcBef>
              <a:spcAft>
                <a:spcPts val="0"/>
              </a:spcAft>
              <a:buSzPts val="1530"/>
              <a:buNone/>
              <a:defRPr b="1" sz="1800"/>
            </a:lvl3pPr>
            <a:lvl4pPr indent="-228600" lvl="3" marL="1828800" algn="l">
              <a:spcBef>
                <a:spcPts val="560"/>
              </a:spcBef>
              <a:spcAft>
                <a:spcPts val="0"/>
              </a:spcAft>
              <a:buSzPts val="1600"/>
              <a:buFont typeface="Helvetica Neue"/>
              <a:buNone/>
              <a:defRPr b="1" sz="1600"/>
            </a:lvl4pPr>
            <a:lvl5pPr indent="-228600" lvl="4" marL="2286000" algn="l">
              <a:spcBef>
                <a:spcPts val="560"/>
              </a:spcBef>
              <a:spcAft>
                <a:spcPts val="0"/>
              </a:spcAft>
              <a:buSzPts val="1600"/>
              <a:buFont typeface="Helvetica Neue"/>
              <a:buNone/>
              <a:defRPr b="1" sz="1600"/>
            </a:lvl5pPr>
            <a:lvl6pPr indent="-228600" lvl="5" marL="2743200" algn="l">
              <a:spcBef>
                <a:spcPts val="560"/>
              </a:spcBef>
              <a:spcAft>
                <a:spcPts val="0"/>
              </a:spcAft>
              <a:buSzPts val="1600"/>
              <a:buFont typeface="Helvetica Neue"/>
              <a:buNone/>
              <a:defRPr b="1" sz="1600"/>
            </a:lvl6pPr>
            <a:lvl7pPr indent="-228600" lvl="6" marL="3200400" algn="l">
              <a:spcBef>
                <a:spcPts val="560"/>
              </a:spcBef>
              <a:spcAft>
                <a:spcPts val="0"/>
              </a:spcAft>
              <a:buSzPts val="1600"/>
              <a:buFont typeface="Helvetica Neue"/>
              <a:buNone/>
              <a:defRPr b="1" sz="1600"/>
            </a:lvl7pPr>
            <a:lvl8pPr indent="-228600" lvl="7" marL="3657600" algn="l">
              <a:spcBef>
                <a:spcPts val="560"/>
              </a:spcBef>
              <a:spcAft>
                <a:spcPts val="0"/>
              </a:spcAft>
              <a:buSzPts val="1600"/>
              <a:buFont typeface="Helvetica Neue"/>
              <a:buNone/>
              <a:defRPr b="1" sz="1600"/>
            </a:lvl8pPr>
            <a:lvl9pPr indent="-228600" lvl="8" marL="4114800" algn="l">
              <a:spcBef>
                <a:spcPts val="560"/>
              </a:spcBef>
              <a:spcAft>
                <a:spcPts val="0"/>
              </a:spcAft>
              <a:buSzPts val="1600"/>
              <a:buFont typeface="Helvetica Neue"/>
              <a:buNone/>
              <a:defRPr b="1" sz="1600"/>
            </a:lvl9pPr>
          </a:lstStyle>
          <a:p/>
        </p:txBody>
      </p:sp>
      <p:sp>
        <p:nvSpPr>
          <p:cNvPr id="81" name="Google Shape;81;p7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65760" lvl="0" marL="457200" algn="l">
              <a:spcBef>
                <a:spcPts val="840"/>
              </a:spcBef>
              <a:spcAft>
                <a:spcPts val="0"/>
              </a:spcAft>
              <a:buSzPts val="2160"/>
              <a:buChar char="●"/>
              <a:defRPr sz="2400"/>
            </a:lvl1pPr>
            <a:lvl2pPr indent="-361950" lvl="1" marL="914400" algn="l">
              <a:spcBef>
                <a:spcPts val="700"/>
              </a:spcBef>
              <a:spcAft>
                <a:spcPts val="0"/>
              </a:spcAft>
              <a:buSzPts val="2100"/>
              <a:buChar char="🟉"/>
              <a:defRPr sz="2000"/>
            </a:lvl2pPr>
            <a:lvl3pPr indent="-325755" lvl="2" marL="1371600" algn="l">
              <a:spcBef>
                <a:spcPts val="630"/>
              </a:spcBef>
              <a:spcAft>
                <a:spcPts val="0"/>
              </a:spcAft>
              <a:buSzPts val="1530"/>
              <a:buChar char="⮚"/>
              <a:defRPr sz="1800"/>
            </a:lvl3pPr>
            <a:lvl4pPr indent="-330200" lvl="3" marL="1828800" algn="l">
              <a:spcBef>
                <a:spcPts val="560"/>
              </a:spcBef>
              <a:spcAft>
                <a:spcPts val="0"/>
              </a:spcAft>
              <a:buSzPts val="1600"/>
              <a:buFont typeface="Helvetica Neue"/>
              <a:buChar char="–"/>
              <a:defRPr sz="1600"/>
            </a:lvl4pPr>
            <a:lvl5pPr indent="-330200" lvl="4" marL="2286000" algn="l">
              <a:spcBef>
                <a:spcPts val="560"/>
              </a:spcBef>
              <a:spcAft>
                <a:spcPts val="0"/>
              </a:spcAft>
              <a:buSzPts val="1600"/>
              <a:buFont typeface="Helvetica Neue"/>
              <a:buChar char="»"/>
              <a:defRPr sz="1600"/>
            </a:lvl5pPr>
            <a:lvl6pPr indent="-330200" lvl="5" marL="2743200" algn="l">
              <a:spcBef>
                <a:spcPts val="560"/>
              </a:spcBef>
              <a:spcAft>
                <a:spcPts val="0"/>
              </a:spcAft>
              <a:buSzPts val="1600"/>
              <a:buFont typeface="Helvetica Neue"/>
              <a:buChar char="»"/>
              <a:defRPr sz="1600"/>
            </a:lvl6pPr>
            <a:lvl7pPr indent="-330200" lvl="6" marL="3200400" algn="l">
              <a:spcBef>
                <a:spcPts val="560"/>
              </a:spcBef>
              <a:spcAft>
                <a:spcPts val="0"/>
              </a:spcAft>
              <a:buSzPts val="1600"/>
              <a:buFont typeface="Helvetica Neue"/>
              <a:buChar char="»"/>
              <a:defRPr sz="1600"/>
            </a:lvl7pPr>
            <a:lvl8pPr indent="-330200" lvl="7" marL="3657600" algn="l">
              <a:spcBef>
                <a:spcPts val="560"/>
              </a:spcBef>
              <a:spcAft>
                <a:spcPts val="0"/>
              </a:spcAft>
              <a:buSzPts val="1600"/>
              <a:buFont typeface="Helvetica Neue"/>
              <a:buChar char="»"/>
              <a:defRPr sz="1600"/>
            </a:lvl8pPr>
            <a:lvl9pPr indent="-330200" lvl="8" marL="4114800" algn="l">
              <a:spcBef>
                <a:spcPts val="560"/>
              </a:spcBef>
              <a:spcAft>
                <a:spcPts val="0"/>
              </a:spcAft>
              <a:buSzPts val="1600"/>
              <a:buFont typeface="Helvetica Neue"/>
              <a:buChar char="»"/>
              <a:defRPr sz="1600"/>
            </a:lvl9pPr>
          </a:lstStyle>
          <a:p/>
        </p:txBody>
      </p:sp>
      <p:sp>
        <p:nvSpPr>
          <p:cNvPr id="82" name="Google Shape;82;p7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7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4" name="Shape 84"/>
        <p:cNvGrpSpPr/>
        <p:nvPr/>
      </p:nvGrpSpPr>
      <p:grpSpPr>
        <a:xfrm>
          <a:off x="0" y="0"/>
          <a:ext cx="0" cy="0"/>
          <a:chOff x="0" y="0"/>
          <a:chExt cx="0" cy="0"/>
        </a:xfrm>
      </p:grpSpPr>
      <p:sp>
        <p:nvSpPr>
          <p:cNvPr id="85" name="Google Shape;85;p7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7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7" name="Shape 87"/>
        <p:cNvGrpSpPr/>
        <p:nvPr/>
      </p:nvGrpSpPr>
      <p:grpSpPr>
        <a:xfrm>
          <a:off x="0" y="0"/>
          <a:ext cx="0" cy="0"/>
          <a:chOff x="0" y="0"/>
          <a:chExt cx="0" cy="0"/>
        </a:xfrm>
      </p:grpSpPr>
      <p:sp>
        <p:nvSpPr>
          <p:cNvPr id="88" name="Google Shape;88;p7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9" name="Google Shape;89;p7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11480" lvl="0" marL="457200" algn="l">
              <a:spcBef>
                <a:spcPts val="1120"/>
              </a:spcBef>
              <a:spcAft>
                <a:spcPts val="0"/>
              </a:spcAft>
              <a:buSzPts val="2880"/>
              <a:buChar char="●"/>
              <a:defRPr sz="3200"/>
            </a:lvl1pPr>
            <a:lvl2pPr indent="-415290" lvl="1" marL="914400" algn="l">
              <a:spcBef>
                <a:spcPts val="980"/>
              </a:spcBef>
              <a:spcAft>
                <a:spcPts val="0"/>
              </a:spcAft>
              <a:buSzPts val="2940"/>
              <a:buChar char="🟉"/>
              <a:defRPr sz="2800"/>
            </a:lvl2pPr>
            <a:lvl3pPr indent="-358139" lvl="2" marL="1371600" algn="l">
              <a:spcBef>
                <a:spcPts val="840"/>
              </a:spcBef>
              <a:spcAft>
                <a:spcPts val="0"/>
              </a:spcAft>
              <a:buSzPts val="2040"/>
              <a:buChar char="⮚"/>
              <a:defRPr sz="2400"/>
            </a:lvl3pPr>
            <a:lvl4pPr indent="-355600" lvl="3" marL="1828800" algn="l">
              <a:spcBef>
                <a:spcPts val="700"/>
              </a:spcBef>
              <a:spcAft>
                <a:spcPts val="0"/>
              </a:spcAft>
              <a:buSzPts val="2000"/>
              <a:buFont typeface="Helvetica Neue"/>
              <a:buChar char="–"/>
              <a:defRPr sz="2000"/>
            </a:lvl4pPr>
            <a:lvl5pPr indent="-355600" lvl="4" marL="2286000" algn="l">
              <a:spcBef>
                <a:spcPts val="700"/>
              </a:spcBef>
              <a:spcAft>
                <a:spcPts val="0"/>
              </a:spcAft>
              <a:buSzPts val="2000"/>
              <a:buFont typeface="Helvetica Neue"/>
              <a:buChar char="»"/>
              <a:defRPr sz="2000"/>
            </a:lvl5pPr>
            <a:lvl6pPr indent="-355600" lvl="5" marL="2743200" algn="l">
              <a:spcBef>
                <a:spcPts val="700"/>
              </a:spcBef>
              <a:spcAft>
                <a:spcPts val="0"/>
              </a:spcAft>
              <a:buSzPts val="2000"/>
              <a:buFont typeface="Helvetica Neue"/>
              <a:buChar char="»"/>
              <a:defRPr sz="2000"/>
            </a:lvl6pPr>
            <a:lvl7pPr indent="-355600" lvl="6" marL="3200400" algn="l">
              <a:spcBef>
                <a:spcPts val="700"/>
              </a:spcBef>
              <a:spcAft>
                <a:spcPts val="0"/>
              </a:spcAft>
              <a:buSzPts val="2000"/>
              <a:buFont typeface="Helvetica Neue"/>
              <a:buChar char="»"/>
              <a:defRPr sz="2000"/>
            </a:lvl7pPr>
            <a:lvl8pPr indent="-355600" lvl="7" marL="3657600" algn="l">
              <a:spcBef>
                <a:spcPts val="700"/>
              </a:spcBef>
              <a:spcAft>
                <a:spcPts val="0"/>
              </a:spcAft>
              <a:buSzPts val="2000"/>
              <a:buFont typeface="Helvetica Neue"/>
              <a:buChar char="»"/>
              <a:defRPr sz="2000"/>
            </a:lvl8pPr>
            <a:lvl9pPr indent="-355600" lvl="8" marL="4114800" algn="l">
              <a:spcBef>
                <a:spcPts val="700"/>
              </a:spcBef>
              <a:spcAft>
                <a:spcPts val="0"/>
              </a:spcAft>
              <a:buSzPts val="2000"/>
              <a:buFont typeface="Helvetica Neue"/>
              <a:buChar char="»"/>
              <a:defRPr sz="2000"/>
            </a:lvl9pPr>
          </a:lstStyle>
          <a:p/>
        </p:txBody>
      </p:sp>
      <p:sp>
        <p:nvSpPr>
          <p:cNvPr id="90" name="Google Shape;90;p7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260"/>
              <a:buNone/>
              <a:defRPr sz="1400"/>
            </a:lvl1pPr>
            <a:lvl2pPr indent="-228600" lvl="1" marL="914400" algn="l">
              <a:spcBef>
                <a:spcPts val="420"/>
              </a:spcBef>
              <a:spcAft>
                <a:spcPts val="0"/>
              </a:spcAft>
              <a:buSzPts val="1260"/>
              <a:buNone/>
              <a:defRPr sz="1200"/>
            </a:lvl2pPr>
            <a:lvl3pPr indent="-228600" lvl="2" marL="1371600" algn="l">
              <a:spcBef>
                <a:spcPts val="350"/>
              </a:spcBef>
              <a:spcAft>
                <a:spcPts val="0"/>
              </a:spcAft>
              <a:buSzPts val="850"/>
              <a:buNone/>
              <a:defRPr sz="1000"/>
            </a:lvl3pPr>
            <a:lvl4pPr indent="-228600" lvl="3" marL="1828800" algn="l">
              <a:spcBef>
                <a:spcPts val="315"/>
              </a:spcBef>
              <a:spcAft>
                <a:spcPts val="0"/>
              </a:spcAft>
              <a:buSzPts val="900"/>
              <a:buFont typeface="Helvetica Neue"/>
              <a:buNone/>
              <a:defRPr sz="900"/>
            </a:lvl4pPr>
            <a:lvl5pPr indent="-228600" lvl="4" marL="2286000" algn="l">
              <a:spcBef>
                <a:spcPts val="315"/>
              </a:spcBef>
              <a:spcAft>
                <a:spcPts val="0"/>
              </a:spcAft>
              <a:buSzPts val="900"/>
              <a:buFont typeface="Helvetica Neue"/>
              <a:buNone/>
              <a:defRPr sz="900"/>
            </a:lvl5pPr>
            <a:lvl6pPr indent="-228600" lvl="5" marL="2743200" algn="l">
              <a:spcBef>
                <a:spcPts val="315"/>
              </a:spcBef>
              <a:spcAft>
                <a:spcPts val="0"/>
              </a:spcAft>
              <a:buSzPts val="900"/>
              <a:buFont typeface="Helvetica Neue"/>
              <a:buNone/>
              <a:defRPr sz="900"/>
            </a:lvl6pPr>
            <a:lvl7pPr indent="-228600" lvl="6" marL="3200400" algn="l">
              <a:spcBef>
                <a:spcPts val="315"/>
              </a:spcBef>
              <a:spcAft>
                <a:spcPts val="0"/>
              </a:spcAft>
              <a:buSzPts val="900"/>
              <a:buFont typeface="Helvetica Neue"/>
              <a:buNone/>
              <a:defRPr sz="900"/>
            </a:lvl7pPr>
            <a:lvl8pPr indent="-228600" lvl="7" marL="3657600" algn="l">
              <a:spcBef>
                <a:spcPts val="315"/>
              </a:spcBef>
              <a:spcAft>
                <a:spcPts val="0"/>
              </a:spcAft>
              <a:buSzPts val="900"/>
              <a:buFont typeface="Helvetica Neue"/>
              <a:buNone/>
              <a:defRPr sz="900"/>
            </a:lvl8pPr>
            <a:lvl9pPr indent="-228600" lvl="8" marL="4114800" algn="l">
              <a:spcBef>
                <a:spcPts val="315"/>
              </a:spcBef>
              <a:spcAft>
                <a:spcPts val="0"/>
              </a:spcAft>
              <a:buSzPts val="900"/>
              <a:buFont typeface="Helvetica Neue"/>
              <a:buNone/>
              <a:defRPr sz="900"/>
            </a:lvl9pPr>
          </a:lstStyle>
          <a:p/>
        </p:txBody>
      </p:sp>
      <p:sp>
        <p:nvSpPr>
          <p:cNvPr id="91" name="Google Shape;91;p7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7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3" name="Shape 93"/>
        <p:cNvGrpSpPr/>
        <p:nvPr/>
      </p:nvGrpSpPr>
      <p:grpSpPr>
        <a:xfrm>
          <a:off x="0" y="0"/>
          <a:ext cx="0" cy="0"/>
          <a:chOff x="0" y="0"/>
          <a:chExt cx="0" cy="0"/>
        </a:xfrm>
      </p:grpSpPr>
      <p:sp>
        <p:nvSpPr>
          <p:cNvPr id="94" name="Google Shape;94;p7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5" name="Google Shape;95;p79"/>
          <p:cNvSpPr/>
          <p:nvPr>
            <p:ph idx="2" type="pic"/>
          </p:nvPr>
        </p:nvSpPr>
        <p:spPr>
          <a:xfrm>
            <a:off x="1792288" y="612775"/>
            <a:ext cx="5486400" cy="4114800"/>
          </a:xfrm>
          <a:prstGeom prst="rect">
            <a:avLst/>
          </a:prstGeom>
          <a:noFill/>
          <a:ln>
            <a:noFill/>
          </a:ln>
        </p:spPr>
      </p:sp>
      <p:sp>
        <p:nvSpPr>
          <p:cNvPr id="96" name="Google Shape;96;p7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490"/>
              </a:spcBef>
              <a:spcAft>
                <a:spcPts val="0"/>
              </a:spcAft>
              <a:buSzPts val="1260"/>
              <a:buNone/>
              <a:defRPr sz="1400"/>
            </a:lvl1pPr>
            <a:lvl2pPr indent="-228600" lvl="1" marL="914400" algn="l">
              <a:spcBef>
                <a:spcPts val="420"/>
              </a:spcBef>
              <a:spcAft>
                <a:spcPts val="0"/>
              </a:spcAft>
              <a:buSzPts val="1260"/>
              <a:buNone/>
              <a:defRPr sz="1200"/>
            </a:lvl2pPr>
            <a:lvl3pPr indent="-228600" lvl="2" marL="1371600" algn="l">
              <a:spcBef>
                <a:spcPts val="350"/>
              </a:spcBef>
              <a:spcAft>
                <a:spcPts val="0"/>
              </a:spcAft>
              <a:buSzPts val="850"/>
              <a:buNone/>
              <a:defRPr sz="1000"/>
            </a:lvl3pPr>
            <a:lvl4pPr indent="-228600" lvl="3" marL="1828800" algn="l">
              <a:spcBef>
                <a:spcPts val="315"/>
              </a:spcBef>
              <a:spcAft>
                <a:spcPts val="0"/>
              </a:spcAft>
              <a:buSzPts val="900"/>
              <a:buFont typeface="Helvetica Neue"/>
              <a:buNone/>
              <a:defRPr sz="900"/>
            </a:lvl4pPr>
            <a:lvl5pPr indent="-228600" lvl="4" marL="2286000" algn="l">
              <a:spcBef>
                <a:spcPts val="315"/>
              </a:spcBef>
              <a:spcAft>
                <a:spcPts val="0"/>
              </a:spcAft>
              <a:buSzPts val="900"/>
              <a:buFont typeface="Helvetica Neue"/>
              <a:buNone/>
              <a:defRPr sz="900"/>
            </a:lvl5pPr>
            <a:lvl6pPr indent="-228600" lvl="5" marL="2743200" algn="l">
              <a:spcBef>
                <a:spcPts val="315"/>
              </a:spcBef>
              <a:spcAft>
                <a:spcPts val="0"/>
              </a:spcAft>
              <a:buSzPts val="900"/>
              <a:buFont typeface="Helvetica Neue"/>
              <a:buNone/>
              <a:defRPr sz="900"/>
            </a:lvl6pPr>
            <a:lvl7pPr indent="-228600" lvl="6" marL="3200400" algn="l">
              <a:spcBef>
                <a:spcPts val="315"/>
              </a:spcBef>
              <a:spcAft>
                <a:spcPts val="0"/>
              </a:spcAft>
              <a:buSzPts val="900"/>
              <a:buFont typeface="Helvetica Neue"/>
              <a:buNone/>
              <a:defRPr sz="900"/>
            </a:lvl7pPr>
            <a:lvl8pPr indent="-228600" lvl="7" marL="3657600" algn="l">
              <a:spcBef>
                <a:spcPts val="315"/>
              </a:spcBef>
              <a:spcAft>
                <a:spcPts val="0"/>
              </a:spcAft>
              <a:buSzPts val="900"/>
              <a:buFont typeface="Helvetica Neue"/>
              <a:buNone/>
              <a:defRPr sz="900"/>
            </a:lvl8pPr>
            <a:lvl9pPr indent="-228600" lvl="8" marL="4114800" algn="l">
              <a:spcBef>
                <a:spcPts val="315"/>
              </a:spcBef>
              <a:spcAft>
                <a:spcPts val="0"/>
              </a:spcAft>
              <a:buSzPts val="900"/>
              <a:buFont typeface="Helvetica Neue"/>
              <a:buNone/>
              <a:defRPr sz="900"/>
            </a:lvl9pPr>
          </a:lstStyle>
          <a:p/>
        </p:txBody>
      </p:sp>
      <p:sp>
        <p:nvSpPr>
          <p:cNvPr id="97" name="Google Shape;97;p79"/>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7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9" name="Shape 99"/>
        <p:cNvGrpSpPr/>
        <p:nvPr/>
      </p:nvGrpSpPr>
      <p:grpSpPr>
        <a:xfrm>
          <a:off x="0" y="0"/>
          <a:ext cx="0" cy="0"/>
          <a:chOff x="0" y="0"/>
          <a:chExt cx="0" cy="0"/>
        </a:xfrm>
      </p:grpSpPr>
      <p:sp>
        <p:nvSpPr>
          <p:cNvPr id="100" name="Google Shape;100;p80"/>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1" name="Google Shape;101;p80"/>
          <p:cNvSpPr txBox="1"/>
          <p:nvPr>
            <p:ph idx="1" type="body"/>
          </p:nvPr>
        </p:nvSpPr>
        <p:spPr>
          <a:xfrm rot="5400000">
            <a:off x="2057400" y="190500"/>
            <a:ext cx="4876800" cy="7848600"/>
          </a:xfrm>
          <a:prstGeom prst="rect">
            <a:avLst/>
          </a:prstGeom>
          <a:noFill/>
          <a:ln>
            <a:noFill/>
          </a:ln>
        </p:spPr>
        <p:txBody>
          <a:bodyPr anchorCtr="0" anchor="t" bIns="45700" lIns="91425" spcFirstLastPara="1" rIns="91425" wrap="square" tIns="45700">
            <a:noAutofit/>
          </a:bodyPr>
          <a:lstStyle>
            <a:lvl1pPr indent="-331470" lvl="0" marL="457200" algn="l">
              <a:spcBef>
                <a:spcPts val="630"/>
              </a:spcBef>
              <a:spcAft>
                <a:spcPts val="0"/>
              </a:spcAft>
              <a:buSzPts val="1620"/>
              <a:buChar char="●"/>
              <a:defRPr/>
            </a:lvl1pPr>
            <a:lvl2pPr indent="-348615" lvl="1" marL="914400" algn="l">
              <a:spcBef>
                <a:spcPts val="630"/>
              </a:spcBef>
              <a:spcAft>
                <a:spcPts val="0"/>
              </a:spcAft>
              <a:buSzPts val="1890"/>
              <a:buChar char="🟉"/>
              <a:defRPr/>
            </a:lvl2pPr>
            <a:lvl3pPr indent="-325755" lvl="2" marL="1371600" algn="l">
              <a:spcBef>
                <a:spcPts val="630"/>
              </a:spcBef>
              <a:spcAft>
                <a:spcPts val="0"/>
              </a:spcAft>
              <a:buSzPts val="1530"/>
              <a:buChar char="⮚"/>
              <a:defRPr/>
            </a:lvl3pPr>
            <a:lvl4pPr indent="-342900" lvl="3" marL="1828800" algn="l">
              <a:spcBef>
                <a:spcPts val="630"/>
              </a:spcBef>
              <a:spcAft>
                <a:spcPts val="0"/>
              </a:spcAft>
              <a:buSzPts val="1800"/>
              <a:buChar char="–"/>
              <a:defRPr/>
            </a:lvl4pPr>
            <a:lvl5pPr indent="-342900" lvl="4" marL="2286000" algn="l">
              <a:spcBef>
                <a:spcPts val="630"/>
              </a:spcBef>
              <a:spcAft>
                <a:spcPts val="0"/>
              </a:spcAft>
              <a:buSzPts val="1800"/>
              <a:buChar char="»"/>
              <a:defRPr/>
            </a:lvl5pPr>
            <a:lvl6pPr indent="-342900" lvl="5" marL="2743200" algn="l">
              <a:spcBef>
                <a:spcPts val="630"/>
              </a:spcBef>
              <a:spcAft>
                <a:spcPts val="0"/>
              </a:spcAft>
              <a:buSzPts val="1800"/>
              <a:buChar char="»"/>
              <a:defRPr/>
            </a:lvl6pPr>
            <a:lvl7pPr indent="-342900" lvl="6" marL="3200400" algn="l">
              <a:spcBef>
                <a:spcPts val="630"/>
              </a:spcBef>
              <a:spcAft>
                <a:spcPts val="0"/>
              </a:spcAft>
              <a:buSzPts val="1800"/>
              <a:buChar char="»"/>
              <a:defRPr/>
            </a:lvl7pPr>
            <a:lvl8pPr indent="-342900" lvl="7" marL="3657600" algn="l">
              <a:spcBef>
                <a:spcPts val="630"/>
              </a:spcBef>
              <a:spcAft>
                <a:spcPts val="0"/>
              </a:spcAft>
              <a:buSzPts val="1800"/>
              <a:buChar char="»"/>
              <a:defRPr/>
            </a:lvl8pPr>
            <a:lvl9pPr indent="-342900" lvl="8" marL="4114800" algn="l">
              <a:spcBef>
                <a:spcPts val="630"/>
              </a:spcBef>
              <a:spcAft>
                <a:spcPts val="0"/>
              </a:spcAft>
              <a:buSzPts val="1800"/>
              <a:buChar char="»"/>
              <a:defRPr/>
            </a:lvl9pPr>
          </a:lstStyle>
          <a:p/>
        </p:txBody>
      </p:sp>
      <p:sp>
        <p:nvSpPr>
          <p:cNvPr id="102" name="Google Shape;102;p8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8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81"/>
          <p:cNvSpPr txBox="1"/>
          <p:nvPr>
            <p:ph type="title"/>
          </p:nvPr>
        </p:nvSpPr>
        <p:spPr>
          <a:xfrm rot="5400000">
            <a:off x="4462463" y="2252663"/>
            <a:ext cx="6553200" cy="2047875"/>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6" name="Google Shape;106;p81"/>
          <p:cNvSpPr txBox="1"/>
          <p:nvPr>
            <p:ph idx="1" type="body"/>
          </p:nvPr>
        </p:nvSpPr>
        <p:spPr>
          <a:xfrm rot="5400000">
            <a:off x="290513" y="280988"/>
            <a:ext cx="6553200" cy="5991225"/>
          </a:xfrm>
          <a:prstGeom prst="rect">
            <a:avLst/>
          </a:prstGeom>
          <a:noFill/>
          <a:ln>
            <a:noFill/>
          </a:ln>
        </p:spPr>
        <p:txBody>
          <a:bodyPr anchorCtr="0" anchor="t" bIns="45700" lIns="91425" spcFirstLastPara="1" rIns="91425" wrap="square" tIns="45700">
            <a:noAutofit/>
          </a:bodyPr>
          <a:lstStyle>
            <a:lvl1pPr indent="-331470" lvl="0" marL="457200" algn="l">
              <a:spcBef>
                <a:spcPts val="630"/>
              </a:spcBef>
              <a:spcAft>
                <a:spcPts val="0"/>
              </a:spcAft>
              <a:buSzPts val="1620"/>
              <a:buChar char="●"/>
              <a:defRPr/>
            </a:lvl1pPr>
            <a:lvl2pPr indent="-348615" lvl="1" marL="914400" algn="l">
              <a:spcBef>
                <a:spcPts val="630"/>
              </a:spcBef>
              <a:spcAft>
                <a:spcPts val="0"/>
              </a:spcAft>
              <a:buSzPts val="1890"/>
              <a:buChar char="🟉"/>
              <a:defRPr/>
            </a:lvl2pPr>
            <a:lvl3pPr indent="-325755" lvl="2" marL="1371600" algn="l">
              <a:spcBef>
                <a:spcPts val="630"/>
              </a:spcBef>
              <a:spcAft>
                <a:spcPts val="0"/>
              </a:spcAft>
              <a:buSzPts val="1530"/>
              <a:buChar char="⮚"/>
              <a:defRPr/>
            </a:lvl3pPr>
            <a:lvl4pPr indent="-342900" lvl="3" marL="1828800" algn="l">
              <a:spcBef>
                <a:spcPts val="630"/>
              </a:spcBef>
              <a:spcAft>
                <a:spcPts val="0"/>
              </a:spcAft>
              <a:buSzPts val="1800"/>
              <a:buChar char="–"/>
              <a:defRPr/>
            </a:lvl4pPr>
            <a:lvl5pPr indent="-342900" lvl="4" marL="2286000" algn="l">
              <a:spcBef>
                <a:spcPts val="630"/>
              </a:spcBef>
              <a:spcAft>
                <a:spcPts val="0"/>
              </a:spcAft>
              <a:buSzPts val="1800"/>
              <a:buChar char="»"/>
              <a:defRPr/>
            </a:lvl5pPr>
            <a:lvl6pPr indent="-342900" lvl="5" marL="2743200" algn="l">
              <a:spcBef>
                <a:spcPts val="630"/>
              </a:spcBef>
              <a:spcAft>
                <a:spcPts val="0"/>
              </a:spcAft>
              <a:buSzPts val="1800"/>
              <a:buChar char="»"/>
              <a:defRPr/>
            </a:lvl6pPr>
            <a:lvl7pPr indent="-342900" lvl="6" marL="3200400" algn="l">
              <a:spcBef>
                <a:spcPts val="630"/>
              </a:spcBef>
              <a:spcAft>
                <a:spcPts val="0"/>
              </a:spcAft>
              <a:buSzPts val="1800"/>
              <a:buChar char="»"/>
              <a:defRPr/>
            </a:lvl7pPr>
            <a:lvl8pPr indent="-342900" lvl="7" marL="3657600" algn="l">
              <a:spcBef>
                <a:spcPts val="630"/>
              </a:spcBef>
              <a:spcAft>
                <a:spcPts val="0"/>
              </a:spcAft>
              <a:buSzPts val="1800"/>
              <a:buChar char="»"/>
              <a:defRPr/>
            </a:lvl8pPr>
            <a:lvl9pPr indent="-342900" lvl="8" marL="4114800" algn="l">
              <a:spcBef>
                <a:spcPts val="630"/>
              </a:spcBef>
              <a:spcAft>
                <a:spcPts val="0"/>
              </a:spcAft>
              <a:buSzPts val="1800"/>
              <a:buChar char="»"/>
              <a:defRPr/>
            </a:lvl9pPr>
          </a:lstStyle>
          <a:p/>
        </p:txBody>
      </p:sp>
      <p:sp>
        <p:nvSpPr>
          <p:cNvPr id="107" name="Google Shape;107;p8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8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lt2"/>
                </a:solidFill>
                <a:latin typeface="Times New Roman"/>
                <a:ea typeface="Times New Roman"/>
                <a:cs typeface="Times New Roman"/>
                <a:sym typeface="Times New Roman"/>
              </a:defRPr>
            </a:lvl1pPr>
            <a:lvl2pPr indent="0" lvl="1" marL="0" marR="0" algn="r">
              <a:spcBef>
                <a:spcPts val="0"/>
              </a:spcBef>
              <a:spcAft>
                <a:spcPts val="0"/>
              </a:spcAft>
              <a:buNone/>
              <a:defRPr sz="1400">
                <a:solidFill>
                  <a:schemeClr val="lt2"/>
                </a:solidFill>
                <a:latin typeface="Times New Roman"/>
                <a:ea typeface="Times New Roman"/>
                <a:cs typeface="Times New Roman"/>
                <a:sym typeface="Times New Roman"/>
              </a:defRPr>
            </a:lvl2pPr>
            <a:lvl3pPr indent="0" lvl="2" marL="0" marR="0" algn="r">
              <a:spcBef>
                <a:spcPts val="0"/>
              </a:spcBef>
              <a:spcAft>
                <a:spcPts val="0"/>
              </a:spcAft>
              <a:buNone/>
              <a:defRPr sz="1400">
                <a:solidFill>
                  <a:schemeClr val="lt2"/>
                </a:solidFill>
                <a:latin typeface="Times New Roman"/>
                <a:ea typeface="Times New Roman"/>
                <a:cs typeface="Times New Roman"/>
                <a:sym typeface="Times New Roman"/>
              </a:defRPr>
            </a:lvl3pPr>
            <a:lvl4pPr indent="0" lvl="3" marL="0" marR="0" algn="r">
              <a:spcBef>
                <a:spcPts val="0"/>
              </a:spcBef>
              <a:spcAft>
                <a:spcPts val="0"/>
              </a:spcAft>
              <a:buNone/>
              <a:defRPr sz="1400">
                <a:solidFill>
                  <a:schemeClr val="lt2"/>
                </a:solidFill>
                <a:latin typeface="Times New Roman"/>
                <a:ea typeface="Times New Roman"/>
                <a:cs typeface="Times New Roman"/>
                <a:sym typeface="Times New Roman"/>
              </a:defRPr>
            </a:lvl4pPr>
            <a:lvl5pPr indent="0" lvl="4" marL="0" marR="0" algn="r">
              <a:spcBef>
                <a:spcPts val="0"/>
              </a:spcBef>
              <a:spcAft>
                <a:spcPts val="0"/>
              </a:spcAft>
              <a:buNone/>
              <a:defRPr sz="1400">
                <a:solidFill>
                  <a:schemeClr val="lt2"/>
                </a:solidFill>
                <a:latin typeface="Times New Roman"/>
                <a:ea typeface="Times New Roman"/>
                <a:cs typeface="Times New Roman"/>
                <a:sym typeface="Times New Roman"/>
              </a:defRPr>
            </a:lvl5pPr>
            <a:lvl6pPr indent="0" lvl="5" marL="0" marR="0" algn="r">
              <a:spcBef>
                <a:spcPts val="0"/>
              </a:spcBef>
              <a:spcAft>
                <a:spcPts val="0"/>
              </a:spcAft>
              <a:buNone/>
              <a:defRPr sz="1400">
                <a:solidFill>
                  <a:schemeClr val="lt2"/>
                </a:solidFill>
                <a:latin typeface="Times New Roman"/>
                <a:ea typeface="Times New Roman"/>
                <a:cs typeface="Times New Roman"/>
                <a:sym typeface="Times New Roman"/>
              </a:defRPr>
            </a:lvl6pPr>
            <a:lvl7pPr indent="0" lvl="6" marL="0" marR="0" algn="r">
              <a:spcBef>
                <a:spcPts val="0"/>
              </a:spcBef>
              <a:spcAft>
                <a:spcPts val="0"/>
              </a:spcAft>
              <a:buNone/>
              <a:defRPr sz="1400">
                <a:solidFill>
                  <a:schemeClr val="lt2"/>
                </a:solidFill>
                <a:latin typeface="Times New Roman"/>
                <a:ea typeface="Times New Roman"/>
                <a:cs typeface="Times New Roman"/>
                <a:sym typeface="Times New Roman"/>
              </a:defRPr>
            </a:lvl7pPr>
            <a:lvl8pPr indent="0" lvl="7" marL="0" marR="0" algn="r">
              <a:spcBef>
                <a:spcPts val="0"/>
              </a:spcBef>
              <a:spcAft>
                <a:spcPts val="0"/>
              </a:spcAft>
              <a:buNone/>
              <a:defRPr sz="1400">
                <a:solidFill>
                  <a:schemeClr val="lt2"/>
                </a:solidFill>
                <a:latin typeface="Times New Roman"/>
                <a:ea typeface="Times New Roman"/>
                <a:cs typeface="Times New Roman"/>
                <a:sym typeface="Times New Roman"/>
              </a:defRPr>
            </a:lvl8pPr>
            <a:lvl9pPr indent="0" lvl="8" marL="0" marR="0" algn="r">
              <a:spcBef>
                <a:spcPts val="0"/>
              </a:spcBef>
              <a:spcAft>
                <a:spcPts val="0"/>
              </a:spcAft>
              <a:buNone/>
              <a:defRPr sz="1400">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9BB4C2"/>
            </a:gs>
          </a:gsLst>
          <a:lin ang="5400000" scaled="0"/>
        </a:gradFill>
      </p:bgPr>
    </p:bg>
    <p:spTree>
      <p:nvGrpSpPr>
        <p:cNvPr id="5" name="Shape 5"/>
        <p:cNvGrpSpPr/>
        <p:nvPr/>
      </p:nvGrpSpPr>
      <p:grpSpPr>
        <a:xfrm>
          <a:off x="0" y="0"/>
          <a:ext cx="0" cy="0"/>
          <a:chOff x="0" y="0"/>
          <a:chExt cx="0" cy="0"/>
        </a:xfrm>
      </p:grpSpPr>
      <p:sp>
        <p:nvSpPr>
          <p:cNvPr id="6" name="Google Shape;6;p70"/>
          <p:cNvSpPr/>
          <p:nvPr/>
        </p:nvSpPr>
        <p:spPr>
          <a:xfrm>
            <a:off x="0" y="-152400"/>
            <a:ext cx="9144000" cy="1314450"/>
          </a:xfrm>
          <a:prstGeom prst="rect">
            <a:avLst/>
          </a:prstGeom>
          <a:gradFill>
            <a:gsLst>
              <a:gs pos="0">
                <a:srgbClr val="FFFFFF"/>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 name="Google Shape;7;p70"/>
          <p:cNvSpPr txBox="1"/>
          <p:nvPr>
            <p:ph idx="1" type="body"/>
          </p:nvPr>
        </p:nvSpPr>
        <p:spPr>
          <a:xfrm>
            <a:off x="571500" y="1676400"/>
            <a:ext cx="7848600" cy="4876800"/>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700"/>
              </a:spcBef>
              <a:spcAft>
                <a:spcPts val="0"/>
              </a:spcAft>
              <a:buClr>
                <a:schemeClr val="dk2"/>
              </a:buClr>
              <a:buSzPts val="1800"/>
              <a:buFont typeface="Arial"/>
              <a:buChar char="●"/>
              <a:defRPr b="0" i="0" sz="2000" u="none" cap="none" strike="noStrike">
                <a:solidFill>
                  <a:schemeClr val="dk1"/>
                </a:solidFill>
                <a:latin typeface="Helvetica Neue"/>
                <a:ea typeface="Helvetica Neue"/>
                <a:cs typeface="Helvetica Neue"/>
                <a:sym typeface="Helvetica Neue"/>
              </a:defRPr>
            </a:lvl1pPr>
            <a:lvl2pPr indent="-348615" lvl="1" marL="914400" marR="0" rtl="0" algn="l">
              <a:spcBef>
                <a:spcPts val="630"/>
              </a:spcBef>
              <a:spcAft>
                <a:spcPts val="0"/>
              </a:spcAft>
              <a:buClr>
                <a:srgbClr val="CC6600"/>
              </a:buClr>
              <a:buSzPts val="1890"/>
              <a:buFont typeface="Noto Sans Symbols"/>
              <a:buChar char="🟉"/>
              <a:defRPr b="0" i="0" sz="1800" u="none" cap="none" strike="noStrike">
                <a:solidFill>
                  <a:schemeClr val="dk1"/>
                </a:solidFill>
                <a:latin typeface="Helvetica Neue"/>
                <a:ea typeface="Helvetica Neue"/>
                <a:cs typeface="Helvetica Neue"/>
                <a:sym typeface="Helvetica Neue"/>
              </a:defRPr>
            </a:lvl2pPr>
            <a:lvl3pPr indent="-325755" lvl="2" marL="1371600" marR="0" rtl="0" algn="l">
              <a:spcBef>
                <a:spcPts val="630"/>
              </a:spcBef>
              <a:spcAft>
                <a:spcPts val="0"/>
              </a:spcAft>
              <a:buClr>
                <a:srgbClr val="000099"/>
              </a:buClr>
              <a:buSzPts val="1530"/>
              <a:buFont typeface="Noto Sans Symbols"/>
              <a:buChar char="⮚"/>
              <a:defRPr b="0" i="0" sz="1800" u="none" cap="none" strike="noStrike">
                <a:solidFill>
                  <a:schemeClr val="dk1"/>
                </a:solidFill>
                <a:latin typeface="Helvetica Neue"/>
                <a:ea typeface="Helvetica Neue"/>
                <a:cs typeface="Helvetica Neue"/>
                <a:sym typeface="Helvetica Neue"/>
              </a:defRPr>
            </a:lvl3pPr>
            <a:lvl4pPr indent="-342900" lvl="3" marL="1828800" marR="0" rtl="0" algn="l">
              <a:spcBef>
                <a:spcPts val="630"/>
              </a:spcBef>
              <a:spcAft>
                <a:spcPts val="0"/>
              </a:spcAft>
              <a:buClr>
                <a:schemeClr val="hlink"/>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4pPr>
            <a:lvl5pPr indent="-342900" lvl="4" marL="2286000" marR="0" rtl="0" algn="l">
              <a:spcBef>
                <a:spcPts val="630"/>
              </a:spcBef>
              <a:spcAft>
                <a:spcPts val="0"/>
              </a:spcAft>
              <a:buClr>
                <a:schemeClr val="dk2"/>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5pPr>
            <a:lvl6pPr indent="-342900" lvl="5" marL="2743200" marR="0" rtl="0" algn="l">
              <a:spcBef>
                <a:spcPts val="630"/>
              </a:spcBef>
              <a:spcAft>
                <a:spcPts val="0"/>
              </a:spcAft>
              <a:buClr>
                <a:schemeClr val="dk2"/>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6pPr>
            <a:lvl7pPr indent="-342900" lvl="6" marL="3200400" marR="0" rtl="0" algn="l">
              <a:spcBef>
                <a:spcPts val="630"/>
              </a:spcBef>
              <a:spcAft>
                <a:spcPts val="0"/>
              </a:spcAft>
              <a:buClr>
                <a:schemeClr val="dk2"/>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7pPr>
            <a:lvl8pPr indent="-342900" lvl="7" marL="3657600" marR="0" rtl="0" algn="l">
              <a:spcBef>
                <a:spcPts val="630"/>
              </a:spcBef>
              <a:spcAft>
                <a:spcPts val="0"/>
              </a:spcAft>
              <a:buClr>
                <a:schemeClr val="dk2"/>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8pPr>
            <a:lvl9pPr indent="-342900" lvl="8" marL="4114800" marR="0" rtl="0" algn="l">
              <a:spcBef>
                <a:spcPts val="630"/>
              </a:spcBef>
              <a:spcAft>
                <a:spcPts val="0"/>
              </a:spcAft>
              <a:buClr>
                <a:schemeClr val="dk2"/>
              </a:buClr>
              <a:buSzPts val="1800"/>
              <a:buFont typeface="Helvetica Neue"/>
              <a:buChar char="»"/>
              <a:defRPr b="0" i="0" sz="1800" u="none" cap="none" strike="noStrike">
                <a:solidFill>
                  <a:schemeClr val="dk1"/>
                </a:solidFill>
                <a:latin typeface="Helvetica Neue"/>
                <a:ea typeface="Helvetica Neue"/>
                <a:cs typeface="Helvetica Neue"/>
                <a:sym typeface="Helvetica Neue"/>
              </a:defRPr>
            </a:lvl9pPr>
          </a:lstStyle>
          <a:p/>
        </p:txBody>
      </p:sp>
      <p:sp>
        <p:nvSpPr>
          <p:cNvPr id="8" name="Google Shape;8;p7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700"/>
              </a:spcBef>
              <a:spcAft>
                <a:spcPts val="0"/>
              </a:spcAft>
              <a:buSzPts val="1400"/>
              <a:buNone/>
              <a:defRPr b="0" i="0" sz="1400" u="none" cap="none" strike="noStrike">
                <a:solidFill>
                  <a:schemeClr val="lt2"/>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9" name="Google Shape;9;p7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1pPr>
            <a:lvl2pPr indent="0" lvl="1"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2pPr>
            <a:lvl3pPr indent="0" lvl="2"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3pPr>
            <a:lvl4pPr indent="0" lvl="3"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4pPr>
            <a:lvl5pPr indent="0" lvl="4"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5pPr>
            <a:lvl6pPr indent="0" lvl="5"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6pPr>
            <a:lvl7pPr indent="0" lvl="6"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7pPr>
            <a:lvl8pPr indent="0" lvl="7"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8pPr>
            <a:lvl9pPr indent="0" lvl="8" marL="0" marR="0" rtl="0" algn="r">
              <a:spcBef>
                <a:spcPts val="0"/>
              </a:spcBef>
              <a:spcAft>
                <a:spcPts val="0"/>
              </a:spcAft>
              <a:buNone/>
              <a:defRPr b="0" i="0" sz="1400" u="none" cap="none" strike="noStrike">
                <a:solidFill>
                  <a:schemeClr val="lt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10" name="Google Shape;10;p70"/>
          <p:cNvSpPr/>
          <p:nvPr/>
        </p:nvSpPr>
        <p:spPr>
          <a:xfrm>
            <a:off x="142875" y="0"/>
            <a:ext cx="838200" cy="781050"/>
          </a:xfrm>
          <a:prstGeom prst="ellipse">
            <a:avLst/>
          </a:prstGeom>
          <a:gradFill>
            <a:gsLst>
              <a:gs pos="0">
                <a:schemeClr val="hlink"/>
              </a:gs>
              <a:gs pos="100000">
                <a:srgbClr val="FFBE93"/>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 name="Google Shape;11;p70"/>
          <p:cNvSpPr/>
          <p:nvPr/>
        </p:nvSpPr>
        <p:spPr>
          <a:xfrm>
            <a:off x="31750" y="338138"/>
            <a:ext cx="390525" cy="149225"/>
          </a:xfrm>
          <a:custGeom>
            <a:rect b="b" l="l" r="r" t="t"/>
            <a:pathLst>
              <a:path extrusionOk="0" h="94" w="246">
                <a:moveTo>
                  <a:pt x="0" y="55"/>
                </a:moveTo>
                <a:lnTo>
                  <a:pt x="7" y="52"/>
                </a:lnTo>
                <a:lnTo>
                  <a:pt x="14" y="50"/>
                </a:lnTo>
                <a:lnTo>
                  <a:pt x="22" y="48"/>
                </a:lnTo>
                <a:lnTo>
                  <a:pt x="30" y="48"/>
                </a:lnTo>
                <a:lnTo>
                  <a:pt x="38" y="48"/>
                </a:lnTo>
                <a:lnTo>
                  <a:pt x="45" y="48"/>
                </a:lnTo>
                <a:lnTo>
                  <a:pt x="53" y="50"/>
                </a:lnTo>
                <a:lnTo>
                  <a:pt x="61" y="51"/>
                </a:lnTo>
                <a:lnTo>
                  <a:pt x="69" y="54"/>
                </a:lnTo>
                <a:lnTo>
                  <a:pt x="76" y="56"/>
                </a:lnTo>
                <a:lnTo>
                  <a:pt x="84" y="59"/>
                </a:lnTo>
                <a:lnTo>
                  <a:pt x="92" y="62"/>
                </a:lnTo>
                <a:lnTo>
                  <a:pt x="99" y="65"/>
                </a:lnTo>
                <a:lnTo>
                  <a:pt x="106" y="68"/>
                </a:lnTo>
                <a:lnTo>
                  <a:pt x="113" y="72"/>
                </a:lnTo>
                <a:lnTo>
                  <a:pt x="119" y="75"/>
                </a:lnTo>
                <a:lnTo>
                  <a:pt x="124" y="66"/>
                </a:lnTo>
                <a:lnTo>
                  <a:pt x="130" y="56"/>
                </a:lnTo>
                <a:lnTo>
                  <a:pt x="136" y="48"/>
                </a:lnTo>
                <a:lnTo>
                  <a:pt x="143" y="42"/>
                </a:lnTo>
                <a:lnTo>
                  <a:pt x="150" y="35"/>
                </a:lnTo>
                <a:lnTo>
                  <a:pt x="158" y="29"/>
                </a:lnTo>
                <a:lnTo>
                  <a:pt x="166" y="24"/>
                </a:lnTo>
                <a:lnTo>
                  <a:pt x="175" y="20"/>
                </a:lnTo>
                <a:lnTo>
                  <a:pt x="183" y="16"/>
                </a:lnTo>
                <a:lnTo>
                  <a:pt x="193" y="13"/>
                </a:lnTo>
                <a:lnTo>
                  <a:pt x="201" y="9"/>
                </a:lnTo>
                <a:lnTo>
                  <a:pt x="210" y="7"/>
                </a:lnTo>
                <a:lnTo>
                  <a:pt x="219" y="5"/>
                </a:lnTo>
                <a:lnTo>
                  <a:pt x="228" y="3"/>
                </a:lnTo>
                <a:lnTo>
                  <a:pt x="237" y="1"/>
                </a:lnTo>
                <a:lnTo>
                  <a:pt x="245" y="0"/>
                </a:lnTo>
                <a:lnTo>
                  <a:pt x="237" y="3"/>
                </a:lnTo>
                <a:lnTo>
                  <a:pt x="230" y="7"/>
                </a:lnTo>
                <a:lnTo>
                  <a:pt x="222" y="11"/>
                </a:lnTo>
                <a:lnTo>
                  <a:pt x="214" y="15"/>
                </a:lnTo>
                <a:lnTo>
                  <a:pt x="207" y="19"/>
                </a:lnTo>
                <a:lnTo>
                  <a:pt x="199" y="24"/>
                </a:lnTo>
                <a:lnTo>
                  <a:pt x="191" y="28"/>
                </a:lnTo>
                <a:lnTo>
                  <a:pt x="185" y="33"/>
                </a:lnTo>
                <a:lnTo>
                  <a:pt x="177" y="39"/>
                </a:lnTo>
                <a:lnTo>
                  <a:pt x="170" y="44"/>
                </a:lnTo>
                <a:lnTo>
                  <a:pt x="163" y="51"/>
                </a:lnTo>
                <a:lnTo>
                  <a:pt x="158" y="57"/>
                </a:lnTo>
                <a:lnTo>
                  <a:pt x="152" y="64"/>
                </a:lnTo>
                <a:lnTo>
                  <a:pt x="146" y="71"/>
                </a:lnTo>
                <a:lnTo>
                  <a:pt x="142" y="79"/>
                </a:lnTo>
                <a:lnTo>
                  <a:pt x="138" y="87"/>
                </a:lnTo>
                <a:lnTo>
                  <a:pt x="135" y="90"/>
                </a:lnTo>
                <a:lnTo>
                  <a:pt x="133" y="92"/>
                </a:lnTo>
                <a:lnTo>
                  <a:pt x="130" y="93"/>
                </a:lnTo>
                <a:lnTo>
                  <a:pt x="127" y="91"/>
                </a:lnTo>
                <a:lnTo>
                  <a:pt x="123" y="90"/>
                </a:lnTo>
                <a:lnTo>
                  <a:pt x="120" y="89"/>
                </a:lnTo>
                <a:lnTo>
                  <a:pt x="116" y="87"/>
                </a:lnTo>
                <a:lnTo>
                  <a:pt x="113" y="86"/>
                </a:lnTo>
                <a:lnTo>
                  <a:pt x="107" y="84"/>
                </a:lnTo>
                <a:lnTo>
                  <a:pt x="101" y="80"/>
                </a:lnTo>
                <a:lnTo>
                  <a:pt x="93" y="78"/>
                </a:lnTo>
                <a:lnTo>
                  <a:pt x="87" y="74"/>
                </a:lnTo>
                <a:lnTo>
                  <a:pt x="79" y="71"/>
                </a:lnTo>
                <a:lnTo>
                  <a:pt x="71" y="67"/>
                </a:lnTo>
                <a:lnTo>
                  <a:pt x="63" y="64"/>
                </a:lnTo>
                <a:lnTo>
                  <a:pt x="55" y="61"/>
                </a:lnTo>
                <a:lnTo>
                  <a:pt x="47" y="58"/>
                </a:lnTo>
                <a:lnTo>
                  <a:pt x="39" y="55"/>
                </a:lnTo>
                <a:lnTo>
                  <a:pt x="31" y="54"/>
                </a:lnTo>
                <a:lnTo>
                  <a:pt x="24" y="52"/>
                </a:lnTo>
                <a:lnTo>
                  <a:pt x="17" y="52"/>
                </a:lnTo>
                <a:lnTo>
                  <a:pt x="10" y="52"/>
                </a:lnTo>
                <a:lnTo>
                  <a:pt x="5" y="53"/>
                </a:lnTo>
                <a:lnTo>
                  <a:pt x="0" y="55"/>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2" name="Google Shape;12;p70"/>
          <p:cNvSpPr/>
          <p:nvPr/>
        </p:nvSpPr>
        <p:spPr>
          <a:xfrm>
            <a:off x="619125" y="638175"/>
            <a:ext cx="468313" cy="177800"/>
          </a:xfrm>
          <a:custGeom>
            <a:rect b="b" l="l" r="r" t="t"/>
            <a:pathLst>
              <a:path extrusionOk="0" h="112" w="295">
                <a:moveTo>
                  <a:pt x="0" y="65"/>
                </a:moveTo>
                <a:lnTo>
                  <a:pt x="8" y="62"/>
                </a:lnTo>
                <a:lnTo>
                  <a:pt x="16" y="59"/>
                </a:lnTo>
                <a:lnTo>
                  <a:pt x="26" y="57"/>
                </a:lnTo>
                <a:lnTo>
                  <a:pt x="36" y="57"/>
                </a:lnTo>
                <a:lnTo>
                  <a:pt x="45" y="57"/>
                </a:lnTo>
                <a:lnTo>
                  <a:pt x="54" y="57"/>
                </a:lnTo>
                <a:lnTo>
                  <a:pt x="63" y="59"/>
                </a:lnTo>
                <a:lnTo>
                  <a:pt x="73" y="60"/>
                </a:lnTo>
                <a:lnTo>
                  <a:pt x="82" y="64"/>
                </a:lnTo>
                <a:lnTo>
                  <a:pt x="91" y="66"/>
                </a:lnTo>
                <a:lnTo>
                  <a:pt x="100" y="70"/>
                </a:lnTo>
                <a:lnTo>
                  <a:pt x="110" y="74"/>
                </a:lnTo>
                <a:lnTo>
                  <a:pt x="118" y="77"/>
                </a:lnTo>
                <a:lnTo>
                  <a:pt x="127" y="81"/>
                </a:lnTo>
                <a:lnTo>
                  <a:pt x="135" y="85"/>
                </a:lnTo>
                <a:lnTo>
                  <a:pt x="142" y="89"/>
                </a:lnTo>
                <a:lnTo>
                  <a:pt x="148" y="78"/>
                </a:lnTo>
                <a:lnTo>
                  <a:pt x="156" y="66"/>
                </a:lnTo>
                <a:lnTo>
                  <a:pt x="163" y="57"/>
                </a:lnTo>
                <a:lnTo>
                  <a:pt x="171" y="50"/>
                </a:lnTo>
                <a:lnTo>
                  <a:pt x="180" y="41"/>
                </a:lnTo>
                <a:lnTo>
                  <a:pt x="189" y="34"/>
                </a:lnTo>
                <a:lnTo>
                  <a:pt x="199" y="28"/>
                </a:lnTo>
                <a:lnTo>
                  <a:pt x="210" y="23"/>
                </a:lnTo>
                <a:lnTo>
                  <a:pt x="219" y="19"/>
                </a:lnTo>
                <a:lnTo>
                  <a:pt x="231" y="15"/>
                </a:lnTo>
                <a:lnTo>
                  <a:pt x="241" y="10"/>
                </a:lnTo>
                <a:lnTo>
                  <a:pt x="252" y="8"/>
                </a:lnTo>
                <a:lnTo>
                  <a:pt x="262" y="5"/>
                </a:lnTo>
                <a:lnTo>
                  <a:pt x="273" y="3"/>
                </a:lnTo>
                <a:lnTo>
                  <a:pt x="284" y="1"/>
                </a:lnTo>
                <a:lnTo>
                  <a:pt x="294" y="0"/>
                </a:lnTo>
                <a:lnTo>
                  <a:pt x="284" y="3"/>
                </a:lnTo>
                <a:lnTo>
                  <a:pt x="276" y="8"/>
                </a:lnTo>
                <a:lnTo>
                  <a:pt x="266" y="13"/>
                </a:lnTo>
                <a:lnTo>
                  <a:pt x="256" y="17"/>
                </a:lnTo>
                <a:lnTo>
                  <a:pt x="248" y="22"/>
                </a:lnTo>
                <a:lnTo>
                  <a:pt x="238" y="28"/>
                </a:lnTo>
                <a:lnTo>
                  <a:pt x="229" y="33"/>
                </a:lnTo>
                <a:lnTo>
                  <a:pt x="222" y="39"/>
                </a:lnTo>
                <a:lnTo>
                  <a:pt x="212" y="46"/>
                </a:lnTo>
                <a:lnTo>
                  <a:pt x="204" y="52"/>
                </a:lnTo>
                <a:lnTo>
                  <a:pt x="195" y="60"/>
                </a:lnTo>
                <a:lnTo>
                  <a:pt x="189" y="68"/>
                </a:lnTo>
                <a:lnTo>
                  <a:pt x="182" y="76"/>
                </a:lnTo>
                <a:lnTo>
                  <a:pt x="175" y="84"/>
                </a:lnTo>
                <a:lnTo>
                  <a:pt x="170" y="94"/>
                </a:lnTo>
                <a:lnTo>
                  <a:pt x="165" y="103"/>
                </a:lnTo>
                <a:lnTo>
                  <a:pt x="162" y="107"/>
                </a:lnTo>
                <a:lnTo>
                  <a:pt x="159" y="109"/>
                </a:lnTo>
                <a:lnTo>
                  <a:pt x="156" y="111"/>
                </a:lnTo>
                <a:lnTo>
                  <a:pt x="152" y="108"/>
                </a:lnTo>
                <a:lnTo>
                  <a:pt x="147" y="107"/>
                </a:lnTo>
                <a:lnTo>
                  <a:pt x="144" y="106"/>
                </a:lnTo>
                <a:lnTo>
                  <a:pt x="139" y="103"/>
                </a:lnTo>
                <a:lnTo>
                  <a:pt x="135" y="102"/>
                </a:lnTo>
                <a:lnTo>
                  <a:pt x="128" y="100"/>
                </a:lnTo>
                <a:lnTo>
                  <a:pt x="121" y="95"/>
                </a:lnTo>
                <a:lnTo>
                  <a:pt x="111" y="93"/>
                </a:lnTo>
                <a:lnTo>
                  <a:pt x="104" y="88"/>
                </a:lnTo>
                <a:lnTo>
                  <a:pt x="94" y="84"/>
                </a:lnTo>
                <a:lnTo>
                  <a:pt x="85" y="79"/>
                </a:lnTo>
                <a:lnTo>
                  <a:pt x="75" y="76"/>
                </a:lnTo>
                <a:lnTo>
                  <a:pt x="66" y="72"/>
                </a:lnTo>
                <a:lnTo>
                  <a:pt x="56" y="69"/>
                </a:lnTo>
                <a:lnTo>
                  <a:pt x="46" y="65"/>
                </a:lnTo>
                <a:lnTo>
                  <a:pt x="37" y="64"/>
                </a:lnTo>
                <a:lnTo>
                  <a:pt x="28" y="62"/>
                </a:lnTo>
                <a:lnTo>
                  <a:pt x="20" y="62"/>
                </a:lnTo>
                <a:lnTo>
                  <a:pt x="12" y="62"/>
                </a:lnTo>
                <a:lnTo>
                  <a:pt x="6" y="63"/>
                </a:lnTo>
                <a:lnTo>
                  <a:pt x="0" y="65"/>
                </a:ln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3" name="Google Shape;13;p70"/>
          <p:cNvSpPr/>
          <p:nvPr/>
        </p:nvSpPr>
        <p:spPr>
          <a:xfrm>
            <a:off x="7515225" y="6257925"/>
            <a:ext cx="1524000" cy="533400"/>
          </a:xfrm>
          <a:custGeom>
            <a:rect b="b" l="l" r="r" t="t"/>
            <a:pathLst>
              <a:path extrusionOk="0" h="374" w="1453">
                <a:moveTo>
                  <a:pt x="319" y="12"/>
                </a:moveTo>
                <a:lnTo>
                  <a:pt x="285" y="7"/>
                </a:lnTo>
                <a:lnTo>
                  <a:pt x="260" y="7"/>
                </a:lnTo>
                <a:lnTo>
                  <a:pt x="234" y="15"/>
                </a:lnTo>
                <a:lnTo>
                  <a:pt x="209" y="37"/>
                </a:lnTo>
                <a:lnTo>
                  <a:pt x="184" y="52"/>
                </a:lnTo>
                <a:lnTo>
                  <a:pt x="159" y="67"/>
                </a:lnTo>
                <a:lnTo>
                  <a:pt x="133" y="82"/>
                </a:lnTo>
                <a:lnTo>
                  <a:pt x="109" y="89"/>
                </a:lnTo>
                <a:lnTo>
                  <a:pt x="83" y="89"/>
                </a:lnTo>
                <a:lnTo>
                  <a:pt x="58" y="89"/>
                </a:lnTo>
                <a:lnTo>
                  <a:pt x="34" y="104"/>
                </a:lnTo>
                <a:lnTo>
                  <a:pt x="8" y="119"/>
                </a:lnTo>
                <a:lnTo>
                  <a:pt x="0" y="141"/>
                </a:lnTo>
                <a:lnTo>
                  <a:pt x="0" y="164"/>
                </a:lnTo>
                <a:lnTo>
                  <a:pt x="0" y="186"/>
                </a:lnTo>
                <a:lnTo>
                  <a:pt x="8" y="208"/>
                </a:lnTo>
                <a:lnTo>
                  <a:pt x="17" y="231"/>
                </a:lnTo>
                <a:lnTo>
                  <a:pt x="42" y="231"/>
                </a:lnTo>
                <a:lnTo>
                  <a:pt x="66" y="238"/>
                </a:lnTo>
                <a:lnTo>
                  <a:pt x="92" y="238"/>
                </a:lnTo>
                <a:lnTo>
                  <a:pt x="117" y="223"/>
                </a:lnTo>
                <a:lnTo>
                  <a:pt x="142" y="216"/>
                </a:lnTo>
                <a:lnTo>
                  <a:pt x="159" y="238"/>
                </a:lnTo>
                <a:lnTo>
                  <a:pt x="176" y="261"/>
                </a:lnTo>
                <a:lnTo>
                  <a:pt x="201" y="283"/>
                </a:lnTo>
                <a:lnTo>
                  <a:pt x="226" y="298"/>
                </a:lnTo>
                <a:lnTo>
                  <a:pt x="251" y="313"/>
                </a:lnTo>
                <a:lnTo>
                  <a:pt x="285" y="321"/>
                </a:lnTo>
                <a:lnTo>
                  <a:pt x="310" y="313"/>
                </a:lnTo>
                <a:lnTo>
                  <a:pt x="335" y="305"/>
                </a:lnTo>
                <a:lnTo>
                  <a:pt x="361" y="305"/>
                </a:lnTo>
                <a:lnTo>
                  <a:pt x="385" y="313"/>
                </a:lnTo>
                <a:lnTo>
                  <a:pt x="411" y="328"/>
                </a:lnTo>
                <a:lnTo>
                  <a:pt x="436" y="335"/>
                </a:lnTo>
                <a:lnTo>
                  <a:pt x="461" y="357"/>
                </a:lnTo>
                <a:lnTo>
                  <a:pt x="486" y="365"/>
                </a:lnTo>
                <a:lnTo>
                  <a:pt x="536" y="365"/>
                </a:lnTo>
                <a:lnTo>
                  <a:pt x="587" y="365"/>
                </a:lnTo>
                <a:lnTo>
                  <a:pt x="654" y="365"/>
                </a:lnTo>
                <a:lnTo>
                  <a:pt x="680" y="365"/>
                </a:lnTo>
                <a:lnTo>
                  <a:pt x="704" y="357"/>
                </a:lnTo>
                <a:lnTo>
                  <a:pt x="730" y="357"/>
                </a:lnTo>
                <a:lnTo>
                  <a:pt x="755" y="350"/>
                </a:lnTo>
                <a:lnTo>
                  <a:pt x="780" y="342"/>
                </a:lnTo>
                <a:lnTo>
                  <a:pt x="805" y="335"/>
                </a:lnTo>
                <a:lnTo>
                  <a:pt x="831" y="328"/>
                </a:lnTo>
                <a:lnTo>
                  <a:pt x="855" y="328"/>
                </a:lnTo>
                <a:lnTo>
                  <a:pt x="881" y="335"/>
                </a:lnTo>
                <a:lnTo>
                  <a:pt x="906" y="335"/>
                </a:lnTo>
                <a:lnTo>
                  <a:pt x="931" y="342"/>
                </a:lnTo>
                <a:lnTo>
                  <a:pt x="956" y="350"/>
                </a:lnTo>
                <a:lnTo>
                  <a:pt x="990" y="365"/>
                </a:lnTo>
                <a:lnTo>
                  <a:pt x="1040" y="365"/>
                </a:lnTo>
                <a:lnTo>
                  <a:pt x="1107" y="373"/>
                </a:lnTo>
                <a:lnTo>
                  <a:pt x="1133" y="365"/>
                </a:lnTo>
                <a:lnTo>
                  <a:pt x="1183" y="365"/>
                </a:lnTo>
                <a:lnTo>
                  <a:pt x="1217" y="357"/>
                </a:lnTo>
                <a:lnTo>
                  <a:pt x="1241" y="335"/>
                </a:lnTo>
                <a:lnTo>
                  <a:pt x="1267" y="328"/>
                </a:lnTo>
                <a:lnTo>
                  <a:pt x="1301" y="313"/>
                </a:lnTo>
                <a:lnTo>
                  <a:pt x="1325" y="298"/>
                </a:lnTo>
                <a:lnTo>
                  <a:pt x="1351" y="290"/>
                </a:lnTo>
                <a:lnTo>
                  <a:pt x="1376" y="283"/>
                </a:lnTo>
                <a:lnTo>
                  <a:pt x="1400" y="275"/>
                </a:lnTo>
                <a:lnTo>
                  <a:pt x="1426" y="275"/>
                </a:lnTo>
                <a:lnTo>
                  <a:pt x="1452" y="275"/>
                </a:lnTo>
                <a:lnTo>
                  <a:pt x="1443" y="254"/>
                </a:lnTo>
                <a:lnTo>
                  <a:pt x="1426" y="231"/>
                </a:lnTo>
                <a:lnTo>
                  <a:pt x="1417" y="208"/>
                </a:lnTo>
                <a:lnTo>
                  <a:pt x="1426" y="186"/>
                </a:lnTo>
                <a:lnTo>
                  <a:pt x="1443" y="164"/>
                </a:lnTo>
                <a:lnTo>
                  <a:pt x="1452" y="141"/>
                </a:lnTo>
                <a:lnTo>
                  <a:pt x="1443" y="119"/>
                </a:lnTo>
                <a:lnTo>
                  <a:pt x="1426" y="97"/>
                </a:lnTo>
                <a:lnTo>
                  <a:pt x="1400" y="82"/>
                </a:lnTo>
                <a:lnTo>
                  <a:pt x="1376" y="82"/>
                </a:lnTo>
                <a:lnTo>
                  <a:pt x="1351" y="82"/>
                </a:lnTo>
                <a:lnTo>
                  <a:pt x="1325" y="82"/>
                </a:lnTo>
                <a:lnTo>
                  <a:pt x="1301" y="82"/>
                </a:lnTo>
                <a:lnTo>
                  <a:pt x="1275" y="82"/>
                </a:lnTo>
                <a:lnTo>
                  <a:pt x="1250" y="74"/>
                </a:lnTo>
                <a:lnTo>
                  <a:pt x="1225" y="67"/>
                </a:lnTo>
                <a:lnTo>
                  <a:pt x="1200" y="67"/>
                </a:lnTo>
                <a:lnTo>
                  <a:pt x="1174" y="67"/>
                </a:lnTo>
                <a:lnTo>
                  <a:pt x="1150" y="74"/>
                </a:lnTo>
                <a:lnTo>
                  <a:pt x="1124" y="82"/>
                </a:lnTo>
                <a:lnTo>
                  <a:pt x="1107" y="59"/>
                </a:lnTo>
                <a:lnTo>
                  <a:pt x="1082" y="45"/>
                </a:lnTo>
                <a:lnTo>
                  <a:pt x="1057" y="30"/>
                </a:lnTo>
                <a:lnTo>
                  <a:pt x="1032" y="30"/>
                </a:lnTo>
                <a:lnTo>
                  <a:pt x="1006" y="22"/>
                </a:lnTo>
                <a:lnTo>
                  <a:pt x="973" y="15"/>
                </a:lnTo>
                <a:lnTo>
                  <a:pt x="948" y="7"/>
                </a:lnTo>
                <a:lnTo>
                  <a:pt x="922" y="7"/>
                </a:lnTo>
                <a:lnTo>
                  <a:pt x="898" y="22"/>
                </a:lnTo>
                <a:lnTo>
                  <a:pt x="872" y="30"/>
                </a:lnTo>
                <a:lnTo>
                  <a:pt x="847" y="30"/>
                </a:lnTo>
                <a:lnTo>
                  <a:pt x="822" y="30"/>
                </a:lnTo>
                <a:lnTo>
                  <a:pt x="797" y="30"/>
                </a:lnTo>
                <a:lnTo>
                  <a:pt x="771" y="30"/>
                </a:lnTo>
                <a:lnTo>
                  <a:pt x="747" y="22"/>
                </a:lnTo>
                <a:lnTo>
                  <a:pt x="721" y="15"/>
                </a:lnTo>
                <a:lnTo>
                  <a:pt x="696" y="7"/>
                </a:lnTo>
                <a:lnTo>
                  <a:pt x="671" y="7"/>
                </a:lnTo>
                <a:lnTo>
                  <a:pt x="646" y="7"/>
                </a:lnTo>
                <a:lnTo>
                  <a:pt x="620" y="7"/>
                </a:lnTo>
                <a:lnTo>
                  <a:pt x="596" y="22"/>
                </a:lnTo>
                <a:lnTo>
                  <a:pt x="570" y="30"/>
                </a:lnTo>
                <a:lnTo>
                  <a:pt x="545" y="30"/>
                </a:lnTo>
                <a:lnTo>
                  <a:pt x="520" y="22"/>
                </a:lnTo>
                <a:lnTo>
                  <a:pt x="486" y="7"/>
                </a:lnTo>
                <a:lnTo>
                  <a:pt x="461" y="7"/>
                </a:lnTo>
                <a:lnTo>
                  <a:pt x="436" y="0"/>
                </a:lnTo>
                <a:lnTo>
                  <a:pt x="411" y="0"/>
                </a:lnTo>
                <a:lnTo>
                  <a:pt x="385" y="0"/>
                </a:lnTo>
                <a:lnTo>
                  <a:pt x="361" y="7"/>
                </a:lnTo>
                <a:lnTo>
                  <a:pt x="319" y="12"/>
                </a:lnTo>
                <a:lnTo>
                  <a:pt x="293" y="45"/>
                </a:lnTo>
                <a:lnTo>
                  <a:pt x="268" y="59"/>
                </a:lnTo>
                <a:lnTo>
                  <a:pt x="260" y="82"/>
                </a:lnTo>
                <a:lnTo>
                  <a:pt x="234" y="74"/>
                </a:lnTo>
                <a:lnTo>
                  <a:pt x="209" y="67"/>
                </a:lnTo>
                <a:lnTo>
                  <a:pt x="217" y="57"/>
                </a:lnTo>
              </a:path>
            </a:pathLst>
          </a:custGeom>
          <a:gradFill>
            <a:gsLst>
              <a:gs pos="0">
                <a:srgbClr val="F5EACB"/>
              </a:gs>
              <a:gs pos="100000">
                <a:srgbClr val="CC9900"/>
              </a:gs>
            </a:gsLst>
            <a:lin ang="5400000" scaled="0"/>
          </a:gradFill>
          <a:ln cap="rnd" cmpd="sng" w="12700">
            <a:solidFill>
              <a:srgbClr val="9966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nvGrpSpPr>
          <p:cNvPr id="14" name="Google Shape;14;p70"/>
          <p:cNvGrpSpPr/>
          <p:nvPr/>
        </p:nvGrpSpPr>
        <p:grpSpPr>
          <a:xfrm>
            <a:off x="7620000" y="5076825"/>
            <a:ext cx="1371600" cy="1600200"/>
            <a:chOff x="0" y="3182"/>
            <a:chExt cx="808" cy="998"/>
          </a:xfrm>
        </p:grpSpPr>
        <p:grpSp>
          <p:nvGrpSpPr>
            <p:cNvPr id="15" name="Google Shape;15;p70"/>
            <p:cNvGrpSpPr/>
            <p:nvPr/>
          </p:nvGrpSpPr>
          <p:grpSpPr>
            <a:xfrm>
              <a:off x="0" y="3182"/>
              <a:ext cx="506" cy="927"/>
              <a:chOff x="1685" y="1023"/>
              <a:chExt cx="506" cy="927"/>
            </a:xfrm>
          </p:grpSpPr>
          <p:sp>
            <p:nvSpPr>
              <p:cNvPr id="16" name="Google Shape;16;p70"/>
              <p:cNvSpPr/>
              <p:nvPr/>
            </p:nvSpPr>
            <p:spPr>
              <a:xfrm>
                <a:off x="1733" y="1329"/>
                <a:ext cx="76" cy="621"/>
              </a:xfrm>
              <a:custGeom>
                <a:rect b="b" l="l" r="r" t="t"/>
                <a:pathLst>
                  <a:path extrusionOk="0" h="621" w="76">
                    <a:moveTo>
                      <a:pt x="0" y="54"/>
                    </a:moveTo>
                    <a:lnTo>
                      <a:pt x="11" y="269"/>
                    </a:lnTo>
                    <a:lnTo>
                      <a:pt x="22" y="442"/>
                    </a:lnTo>
                    <a:lnTo>
                      <a:pt x="30" y="570"/>
                    </a:lnTo>
                    <a:lnTo>
                      <a:pt x="28" y="620"/>
                    </a:lnTo>
                    <a:lnTo>
                      <a:pt x="44" y="620"/>
                    </a:lnTo>
                    <a:lnTo>
                      <a:pt x="49" y="546"/>
                    </a:lnTo>
                    <a:lnTo>
                      <a:pt x="52" y="434"/>
                    </a:lnTo>
                    <a:lnTo>
                      <a:pt x="58" y="329"/>
                    </a:lnTo>
                    <a:lnTo>
                      <a:pt x="61" y="250"/>
                    </a:lnTo>
                    <a:lnTo>
                      <a:pt x="67" y="135"/>
                    </a:lnTo>
                    <a:lnTo>
                      <a:pt x="75" y="36"/>
                    </a:lnTo>
                    <a:lnTo>
                      <a:pt x="70" y="11"/>
                    </a:lnTo>
                    <a:lnTo>
                      <a:pt x="62" y="0"/>
                    </a:lnTo>
                    <a:lnTo>
                      <a:pt x="53" y="121"/>
                    </a:lnTo>
                    <a:lnTo>
                      <a:pt x="45" y="224"/>
                    </a:lnTo>
                    <a:lnTo>
                      <a:pt x="43" y="305"/>
                    </a:lnTo>
                    <a:lnTo>
                      <a:pt x="40" y="390"/>
                    </a:lnTo>
                    <a:lnTo>
                      <a:pt x="34" y="475"/>
                    </a:lnTo>
                    <a:lnTo>
                      <a:pt x="25" y="327"/>
                    </a:lnTo>
                    <a:lnTo>
                      <a:pt x="15" y="187"/>
                    </a:lnTo>
                    <a:lnTo>
                      <a:pt x="0" y="54"/>
                    </a:lnTo>
                  </a:path>
                </a:pathLst>
              </a:custGeom>
              <a:solidFill>
                <a:srgbClr val="3C002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7" name="Google Shape;17;p70"/>
              <p:cNvSpPr/>
              <p:nvPr/>
            </p:nvSpPr>
            <p:spPr>
              <a:xfrm>
                <a:off x="1790" y="1583"/>
                <a:ext cx="120" cy="349"/>
              </a:xfrm>
              <a:custGeom>
                <a:rect b="b" l="l" r="r" t="t"/>
                <a:pathLst>
                  <a:path extrusionOk="0" h="349" w="120">
                    <a:moveTo>
                      <a:pt x="0" y="161"/>
                    </a:moveTo>
                    <a:lnTo>
                      <a:pt x="10" y="232"/>
                    </a:lnTo>
                    <a:lnTo>
                      <a:pt x="20" y="289"/>
                    </a:lnTo>
                    <a:lnTo>
                      <a:pt x="26" y="331"/>
                    </a:lnTo>
                    <a:lnTo>
                      <a:pt x="25" y="348"/>
                    </a:lnTo>
                    <a:lnTo>
                      <a:pt x="39" y="348"/>
                    </a:lnTo>
                    <a:lnTo>
                      <a:pt x="43" y="323"/>
                    </a:lnTo>
                    <a:lnTo>
                      <a:pt x="45" y="286"/>
                    </a:lnTo>
                    <a:lnTo>
                      <a:pt x="51" y="252"/>
                    </a:lnTo>
                    <a:lnTo>
                      <a:pt x="54" y="226"/>
                    </a:lnTo>
                    <a:lnTo>
                      <a:pt x="59" y="188"/>
                    </a:lnTo>
                    <a:lnTo>
                      <a:pt x="66" y="156"/>
                    </a:lnTo>
                    <a:lnTo>
                      <a:pt x="71" y="127"/>
                    </a:lnTo>
                    <a:lnTo>
                      <a:pt x="77" y="96"/>
                    </a:lnTo>
                    <a:lnTo>
                      <a:pt x="86" y="66"/>
                    </a:lnTo>
                    <a:lnTo>
                      <a:pt x="96" y="40"/>
                    </a:lnTo>
                    <a:lnTo>
                      <a:pt x="113" y="15"/>
                    </a:lnTo>
                    <a:lnTo>
                      <a:pt x="119" y="5"/>
                    </a:lnTo>
                    <a:lnTo>
                      <a:pt x="112" y="0"/>
                    </a:lnTo>
                    <a:lnTo>
                      <a:pt x="101" y="10"/>
                    </a:lnTo>
                    <a:lnTo>
                      <a:pt x="86" y="33"/>
                    </a:lnTo>
                    <a:lnTo>
                      <a:pt x="75" y="57"/>
                    </a:lnTo>
                    <a:lnTo>
                      <a:pt x="66" y="81"/>
                    </a:lnTo>
                    <a:lnTo>
                      <a:pt x="60" y="113"/>
                    </a:lnTo>
                    <a:lnTo>
                      <a:pt x="55" y="144"/>
                    </a:lnTo>
                    <a:lnTo>
                      <a:pt x="47" y="184"/>
                    </a:lnTo>
                    <a:lnTo>
                      <a:pt x="40" y="217"/>
                    </a:lnTo>
                    <a:lnTo>
                      <a:pt x="37" y="244"/>
                    </a:lnTo>
                    <a:lnTo>
                      <a:pt x="36" y="272"/>
                    </a:lnTo>
                    <a:lnTo>
                      <a:pt x="30" y="300"/>
                    </a:lnTo>
                    <a:lnTo>
                      <a:pt x="22" y="251"/>
                    </a:lnTo>
                    <a:lnTo>
                      <a:pt x="13" y="205"/>
                    </a:lnTo>
                    <a:lnTo>
                      <a:pt x="0" y="161"/>
                    </a:lnTo>
                  </a:path>
                </a:pathLst>
              </a:custGeom>
              <a:solidFill>
                <a:srgbClr val="3C002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8" name="Google Shape;18;p70"/>
              <p:cNvSpPr/>
              <p:nvPr/>
            </p:nvSpPr>
            <p:spPr>
              <a:xfrm>
                <a:off x="1685" y="1239"/>
                <a:ext cx="266" cy="391"/>
              </a:xfrm>
              <a:custGeom>
                <a:rect b="b" l="l" r="r" t="t"/>
                <a:pathLst>
                  <a:path extrusionOk="0" h="391" w="266">
                    <a:moveTo>
                      <a:pt x="124" y="95"/>
                    </a:moveTo>
                    <a:lnTo>
                      <a:pt x="119" y="101"/>
                    </a:lnTo>
                    <a:lnTo>
                      <a:pt x="115" y="108"/>
                    </a:lnTo>
                    <a:lnTo>
                      <a:pt x="111" y="115"/>
                    </a:lnTo>
                    <a:lnTo>
                      <a:pt x="107" y="123"/>
                    </a:lnTo>
                    <a:lnTo>
                      <a:pt x="104" y="129"/>
                    </a:lnTo>
                    <a:lnTo>
                      <a:pt x="102" y="136"/>
                    </a:lnTo>
                    <a:lnTo>
                      <a:pt x="100" y="142"/>
                    </a:lnTo>
                    <a:lnTo>
                      <a:pt x="107" y="138"/>
                    </a:lnTo>
                    <a:lnTo>
                      <a:pt x="116" y="135"/>
                    </a:lnTo>
                    <a:lnTo>
                      <a:pt x="125" y="131"/>
                    </a:lnTo>
                    <a:lnTo>
                      <a:pt x="134" y="127"/>
                    </a:lnTo>
                    <a:lnTo>
                      <a:pt x="144" y="124"/>
                    </a:lnTo>
                    <a:lnTo>
                      <a:pt x="154" y="119"/>
                    </a:lnTo>
                    <a:lnTo>
                      <a:pt x="163" y="114"/>
                    </a:lnTo>
                    <a:lnTo>
                      <a:pt x="175" y="107"/>
                    </a:lnTo>
                    <a:lnTo>
                      <a:pt x="184" y="101"/>
                    </a:lnTo>
                    <a:lnTo>
                      <a:pt x="195" y="93"/>
                    </a:lnTo>
                    <a:lnTo>
                      <a:pt x="203" y="89"/>
                    </a:lnTo>
                    <a:lnTo>
                      <a:pt x="211" y="81"/>
                    </a:lnTo>
                    <a:lnTo>
                      <a:pt x="218" y="75"/>
                    </a:lnTo>
                    <a:lnTo>
                      <a:pt x="224" y="66"/>
                    </a:lnTo>
                    <a:lnTo>
                      <a:pt x="227" y="59"/>
                    </a:lnTo>
                    <a:lnTo>
                      <a:pt x="230" y="51"/>
                    </a:lnTo>
                    <a:lnTo>
                      <a:pt x="233" y="46"/>
                    </a:lnTo>
                    <a:lnTo>
                      <a:pt x="233" y="52"/>
                    </a:lnTo>
                    <a:lnTo>
                      <a:pt x="233" y="56"/>
                    </a:lnTo>
                    <a:lnTo>
                      <a:pt x="231" y="61"/>
                    </a:lnTo>
                    <a:lnTo>
                      <a:pt x="227" y="67"/>
                    </a:lnTo>
                    <a:lnTo>
                      <a:pt x="220" y="76"/>
                    </a:lnTo>
                    <a:lnTo>
                      <a:pt x="217" y="83"/>
                    </a:lnTo>
                    <a:lnTo>
                      <a:pt x="210" y="88"/>
                    </a:lnTo>
                    <a:lnTo>
                      <a:pt x="202" y="94"/>
                    </a:lnTo>
                    <a:lnTo>
                      <a:pt x="192" y="101"/>
                    </a:lnTo>
                    <a:lnTo>
                      <a:pt x="183" y="109"/>
                    </a:lnTo>
                    <a:lnTo>
                      <a:pt x="173" y="116"/>
                    </a:lnTo>
                    <a:lnTo>
                      <a:pt x="167" y="122"/>
                    </a:lnTo>
                    <a:lnTo>
                      <a:pt x="159" y="129"/>
                    </a:lnTo>
                    <a:lnTo>
                      <a:pt x="151" y="133"/>
                    </a:lnTo>
                    <a:lnTo>
                      <a:pt x="142" y="138"/>
                    </a:lnTo>
                    <a:lnTo>
                      <a:pt x="133" y="143"/>
                    </a:lnTo>
                    <a:lnTo>
                      <a:pt x="125" y="148"/>
                    </a:lnTo>
                    <a:lnTo>
                      <a:pt x="118" y="152"/>
                    </a:lnTo>
                    <a:lnTo>
                      <a:pt x="109" y="156"/>
                    </a:lnTo>
                    <a:lnTo>
                      <a:pt x="102" y="159"/>
                    </a:lnTo>
                    <a:lnTo>
                      <a:pt x="100" y="161"/>
                    </a:lnTo>
                    <a:lnTo>
                      <a:pt x="102" y="165"/>
                    </a:lnTo>
                    <a:lnTo>
                      <a:pt x="106" y="170"/>
                    </a:lnTo>
                    <a:lnTo>
                      <a:pt x="110" y="176"/>
                    </a:lnTo>
                    <a:lnTo>
                      <a:pt x="119" y="178"/>
                    </a:lnTo>
                    <a:lnTo>
                      <a:pt x="125" y="178"/>
                    </a:lnTo>
                    <a:lnTo>
                      <a:pt x="135" y="180"/>
                    </a:lnTo>
                    <a:lnTo>
                      <a:pt x="144" y="180"/>
                    </a:lnTo>
                    <a:lnTo>
                      <a:pt x="155" y="180"/>
                    </a:lnTo>
                    <a:lnTo>
                      <a:pt x="165" y="182"/>
                    </a:lnTo>
                    <a:lnTo>
                      <a:pt x="175" y="182"/>
                    </a:lnTo>
                    <a:lnTo>
                      <a:pt x="185" y="184"/>
                    </a:lnTo>
                    <a:lnTo>
                      <a:pt x="193" y="185"/>
                    </a:lnTo>
                    <a:lnTo>
                      <a:pt x="202" y="187"/>
                    </a:lnTo>
                    <a:lnTo>
                      <a:pt x="208" y="189"/>
                    </a:lnTo>
                    <a:lnTo>
                      <a:pt x="215" y="193"/>
                    </a:lnTo>
                    <a:lnTo>
                      <a:pt x="221" y="196"/>
                    </a:lnTo>
                    <a:lnTo>
                      <a:pt x="229" y="200"/>
                    </a:lnTo>
                    <a:lnTo>
                      <a:pt x="239" y="204"/>
                    </a:lnTo>
                    <a:lnTo>
                      <a:pt x="249" y="208"/>
                    </a:lnTo>
                    <a:lnTo>
                      <a:pt x="256" y="211"/>
                    </a:lnTo>
                    <a:lnTo>
                      <a:pt x="265" y="214"/>
                    </a:lnTo>
                    <a:lnTo>
                      <a:pt x="258" y="215"/>
                    </a:lnTo>
                    <a:lnTo>
                      <a:pt x="251" y="215"/>
                    </a:lnTo>
                    <a:lnTo>
                      <a:pt x="244" y="213"/>
                    </a:lnTo>
                    <a:lnTo>
                      <a:pt x="236" y="211"/>
                    </a:lnTo>
                    <a:lnTo>
                      <a:pt x="226" y="207"/>
                    </a:lnTo>
                    <a:lnTo>
                      <a:pt x="219" y="206"/>
                    </a:lnTo>
                    <a:lnTo>
                      <a:pt x="213" y="204"/>
                    </a:lnTo>
                    <a:lnTo>
                      <a:pt x="204" y="202"/>
                    </a:lnTo>
                    <a:lnTo>
                      <a:pt x="195" y="201"/>
                    </a:lnTo>
                    <a:lnTo>
                      <a:pt x="184" y="200"/>
                    </a:lnTo>
                    <a:lnTo>
                      <a:pt x="173" y="199"/>
                    </a:lnTo>
                    <a:lnTo>
                      <a:pt x="162" y="198"/>
                    </a:lnTo>
                    <a:lnTo>
                      <a:pt x="152" y="198"/>
                    </a:lnTo>
                    <a:lnTo>
                      <a:pt x="142" y="198"/>
                    </a:lnTo>
                    <a:lnTo>
                      <a:pt x="134" y="197"/>
                    </a:lnTo>
                    <a:lnTo>
                      <a:pt x="124" y="197"/>
                    </a:lnTo>
                    <a:lnTo>
                      <a:pt x="114" y="195"/>
                    </a:lnTo>
                    <a:lnTo>
                      <a:pt x="102" y="192"/>
                    </a:lnTo>
                    <a:lnTo>
                      <a:pt x="92" y="189"/>
                    </a:lnTo>
                    <a:lnTo>
                      <a:pt x="80" y="188"/>
                    </a:lnTo>
                    <a:lnTo>
                      <a:pt x="84" y="195"/>
                    </a:lnTo>
                    <a:lnTo>
                      <a:pt x="88" y="203"/>
                    </a:lnTo>
                    <a:lnTo>
                      <a:pt x="93" y="215"/>
                    </a:lnTo>
                    <a:lnTo>
                      <a:pt x="94" y="223"/>
                    </a:lnTo>
                    <a:lnTo>
                      <a:pt x="95" y="233"/>
                    </a:lnTo>
                    <a:lnTo>
                      <a:pt x="94" y="241"/>
                    </a:lnTo>
                    <a:lnTo>
                      <a:pt x="93" y="248"/>
                    </a:lnTo>
                    <a:lnTo>
                      <a:pt x="93" y="259"/>
                    </a:lnTo>
                    <a:lnTo>
                      <a:pt x="92" y="273"/>
                    </a:lnTo>
                    <a:lnTo>
                      <a:pt x="92" y="285"/>
                    </a:lnTo>
                    <a:lnTo>
                      <a:pt x="93" y="297"/>
                    </a:lnTo>
                    <a:lnTo>
                      <a:pt x="93" y="307"/>
                    </a:lnTo>
                    <a:lnTo>
                      <a:pt x="92" y="316"/>
                    </a:lnTo>
                    <a:lnTo>
                      <a:pt x="89" y="326"/>
                    </a:lnTo>
                    <a:lnTo>
                      <a:pt x="85" y="338"/>
                    </a:lnTo>
                    <a:lnTo>
                      <a:pt x="82" y="346"/>
                    </a:lnTo>
                    <a:lnTo>
                      <a:pt x="77" y="354"/>
                    </a:lnTo>
                    <a:lnTo>
                      <a:pt x="73" y="363"/>
                    </a:lnTo>
                    <a:lnTo>
                      <a:pt x="69" y="369"/>
                    </a:lnTo>
                    <a:lnTo>
                      <a:pt x="62" y="376"/>
                    </a:lnTo>
                    <a:lnTo>
                      <a:pt x="53" y="382"/>
                    </a:lnTo>
                    <a:lnTo>
                      <a:pt x="46" y="390"/>
                    </a:lnTo>
                    <a:lnTo>
                      <a:pt x="45" y="382"/>
                    </a:lnTo>
                    <a:lnTo>
                      <a:pt x="46" y="372"/>
                    </a:lnTo>
                    <a:lnTo>
                      <a:pt x="47" y="362"/>
                    </a:lnTo>
                    <a:lnTo>
                      <a:pt x="48" y="353"/>
                    </a:lnTo>
                    <a:lnTo>
                      <a:pt x="50" y="346"/>
                    </a:lnTo>
                    <a:lnTo>
                      <a:pt x="53" y="337"/>
                    </a:lnTo>
                    <a:lnTo>
                      <a:pt x="56" y="328"/>
                    </a:lnTo>
                    <a:lnTo>
                      <a:pt x="58" y="320"/>
                    </a:lnTo>
                    <a:lnTo>
                      <a:pt x="59" y="313"/>
                    </a:lnTo>
                    <a:lnTo>
                      <a:pt x="61" y="299"/>
                    </a:lnTo>
                    <a:lnTo>
                      <a:pt x="62" y="285"/>
                    </a:lnTo>
                    <a:lnTo>
                      <a:pt x="63" y="273"/>
                    </a:lnTo>
                    <a:lnTo>
                      <a:pt x="65" y="260"/>
                    </a:lnTo>
                    <a:lnTo>
                      <a:pt x="67" y="247"/>
                    </a:lnTo>
                    <a:lnTo>
                      <a:pt x="67" y="238"/>
                    </a:lnTo>
                    <a:lnTo>
                      <a:pt x="67" y="231"/>
                    </a:lnTo>
                    <a:lnTo>
                      <a:pt x="68" y="222"/>
                    </a:lnTo>
                    <a:lnTo>
                      <a:pt x="67" y="212"/>
                    </a:lnTo>
                    <a:lnTo>
                      <a:pt x="66" y="206"/>
                    </a:lnTo>
                    <a:lnTo>
                      <a:pt x="64" y="198"/>
                    </a:lnTo>
                    <a:lnTo>
                      <a:pt x="62" y="187"/>
                    </a:lnTo>
                    <a:lnTo>
                      <a:pt x="58" y="195"/>
                    </a:lnTo>
                    <a:lnTo>
                      <a:pt x="54" y="203"/>
                    </a:lnTo>
                    <a:lnTo>
                      <a:pt x="50" y="212"/>
                    </a:lnTo>
                    <a:lnTo>
                      <a:pt x="48" y="221"/>
                    </a:lnTo>
                    <a:lnTo>
                      <a:pt x="46" y="232"/>
                    </a:lnTo>
                    <a:lnTo>
                      <a:pt x="44" y="239"/>
                    </a:lnTo>
                    <a:lnTo>
                      <a:pt x="43" y="249"/>
                    </a:lnTo>
                    <a:lnTo>
                      <a:pt x="41" y="260"/>
                    </a:lnTo>
                    <a:lnTo>
                      <a:pt x="39" y="273"/>
                    </a:lnTo>
                    <a:lnTo>
                      <a:pt x="38" y="283"/>
                    </a:lnTo>
                    <a:lnTo>
                      <a:pt x="37" y="295"/>
                    </a:lnTo>
                    <a:lnTo>
                      <a:pt x="36" y="305"/>
                    </a:lnTo>
                    <a:lnTo>
                      <a:pt x="33" y="315"/>
                    </a:lnTo>
                    <a:lnTo>
                      <a:pt x="32" y="325"/>
                    </a:lnTo>
                    <a:lnTo>
                      <a:pt x="30" y="333"/>
                    </a:lnTo>
                    <a:lnTo>
                      <a:pt x="26" y="340"/>
                    </a:lnTo>
                    <a:lnTo>
                      <a:pt x="21" y="348"/>
                    </a:lnTo>
                    <a:lnTo>
                      <a:pt x="15" y="356"/>
                    </a:lnTo>
                    <a:lnTo>
                      <a:pt x="10" y="364"/>
                    </a:lnTo>
                    <a:lnTo>
                      <a:pt x="5" y="368"/>
                    </a:lnTo>
                    <a:lnTo>
                      <a:pt x="2" y="364"/>
                    </a:lnTo>
                    <a:lnTo>
                      <a:pt x="2" y="344"/>
                    </a:lnTo>
                    <a:lnTo>
                      <a:pt x="2" y="364"/>
                    </a:lnTo>
                    <a:lnTo>
                      <a:pt x="2" y="344"/>
                    </a:lnTo>
                    <a:lnTo>
                      <a:pt x="2" y="324"/>
                    </a:lnTo>
                    <a:lnTo>
                      <a:pt x="5" y="316"/>
                    </a:lnTo>
                    <a:lnTo>
                      <a:pt x="9" y="306"/>
                    </a:lnTo>
                    <a:lnTo>
                      <a:pt x="13" y="297"/>
                    </a:lnTo>
                    <a:lnTo>
                      <a:pt x="17" y="287"/>
                    </a:lnTo>
                    <a:lnTo>
                      <a:pt x="21" y="278"/>
                    </a:lnTo>
                    <a:lnTo>
                      <a:pt x="25" y="268"/>
                    </a:lnTo>
                    <a:lnTo>
                      <a:pt x="28" y="259"/>
                    </a:lnTo>
                    <a:lnTo>
                      <a:pt x="31" y="249"/>
                    </a:lnTo>
                    <a:lnTo>
                      <a:pt x="34" y="239"/>
                    </a:lnTo>
                    <a:lnTo>
                      <a:pt x="36" y="233"/>
                    </a:lnTo>
                    <a:lnTo>
                      <a:pt x="38" y="225"/>
                    </a:lnTo>
                    <a:lnTo>
                      <a:pt x="41" y="216"/>
                    </a:lnTo>
                    <a:lnTo>
                      <a:pt x="44" y="210"/>
                    </a:lnTo>
                    <a:lnTo>
                      <a:pt x="42" y="204"/>
                    </a:lnTo>
                    <a:lnTo>
                      <a:pt x="41" y="197"/>
                    </a:lnTo>
                    <a:lnTo>
                      <a:pt x="42" y="192"/>
                    </a:lnTo>
                    <a:lnTo>
                      <a:pt x="43" y="185"/>
                    </a:lnTo>
                    <a:lnTo>
                      <a:pt x="36" y="184"/>
                    </a:lnTo>
                    <a:lnTo>
                      <a:pt x="26" y="182"/>
                    </a:lnTo>
                    <a:lnTo>
                      <a:pt x="18" y="187"/>
                    </a:lnTo>
                    <a:lnTo>
                      <a:pt x="11" y="191"/>
                    </a:lnTo>
                    <a:lnTo>
                      <a:pt x="3" y="195"/>
                    </a:lnTo>
                    <a:lnTo>
                      <a:pt x="2" y="184"/>
                    </a:lnTo>
                    <a:lnTo>
                      <a:pt x="2" y="164"/>
                    </a:lnTo>
                    <a:lnTo>
                      <a:pt x="2" y="184"/>
                    </a:lnTo>
                    <a:lnTo>
                      <a:pt x="2" y="164"/>
                    </a:lnTo>
                    <a:lnTo>
                      <a:pt x="5" y="164"/>
                    </a:lnTo>
                    <a:lnTo>
                      <a:pt x="13" y="161"/>
                    </a:lnTo>
                    <a:lnTo>
                      <a:pt x="15" y="156"/>
                    </a:lnTo>
                    <a:lnTo>
                      <a:pt x="17" y="151"/>
                    </a:lnTo>
                    <a:lnTo>
                      <a:pt x="19" y="146"/>
                    </a:lnTo>
                    <a:lnTo>
                      <a:pt x="18" y="144"/>
                    </a:lnTo>
                    <a:lnTo>
                      <a:pt x="13" y="138"/>
                    </a:lnTo>
                    <a:lnTo>
                      <a:pt x="6" y="132"/>
                    </a:lnTo>
                    <a:lnTo>
                      <a:pt x="0" y="125"/>
                    </a:lnTo>
                    <a:lnTo>
                      <a:pt x="2" y="124"/>
                    </a:lnTo>
                    <a:lnTo>
                      <a:pt x="2" y="105"/>
                    </a:lnTo>
                    <a:lnTo>
                      <a:pt x="1" y="103"/>
                    </a:lnTo>
                    <a:lnTo>
                      <a:pt x="11" y="110"/>
                    </a:lnTo>
                    <a:lnTo>
                      <a:pt x="19" y="117"/>
                    </a:lnTo>
                    <a:lnTo>
                      <a:pt x="24" y="122"/>
                    </a:lnTo>
                    <a:lnTo>
                      <a:pt x="28" y="128"/>
                    </a:lnTo>
                    <a:lnTo>
                      <a:pt x="35" y="137"/>
                    </a:lnTo>
                    <a:lnTo>
                      <a:pt x="40" y="143"/>
                    </a:lnTo>
                    <a:lnTo>
                      <a:pt x="46" y="150"/>
                    </a:lnTo>
                    <a:lnTo>
                      <a:pt x="53" y="157"/>
                    </a:lnTo>
                    <a:lnTo>
                      <a:pt x="55" y="155"/>
                    </a:lnTo>
                    <a:lnTo>
                      <a:pt x="59" y="148"/>
                    </a:lnTo>
                    <a:lnTo>
                      <a:pt x="62" y="143"/>
                    </a:lnTo>
                    <a:lnTo>
                      <a:pt x="60" y="138"/>
                    </a:lnTo>
                    <a:lnTo>
                      <a:pt x="55" y="130"/>
                    </a:lnTo>
                    <a:lnTo>
                      <a:pt x="51" y="123"/>
                    </a:lnTo>
                    <a:lnTo>
                      <a:pt x="46" y="115"/>
                    </a:lnTo>
                    <a:lnTo>
                      <a:pt x="40" y="109"/>
                    </a:lnTo>
                    <a:lnTo>
                      <a:pt x="31" y="100"/>
                    </a:lnTo>
                    <a:lnTo>
                      <a:pt x="24" y="91"/>
                    </a:lnTo>
                    <a:lnTo>
                      <a:pt x="17" y="84"/>
                    </a:lnTo>
                    <a:lnTo>
                      <a:pt x="12" y="78"/>
                    </a:lnTo>
                    <a:lnTo>
                      <a:pt x="6" y="70"/>
                    </a:lnTo>
                    <a:lnTo>
                      <a:pt x="2" y="65"/>
                    </a:lnTo>
                    <a:lnTo>
                      <a:pt x="2" y="44"/>
                    </a:lnTo>
                    <a:lnTo>
                      <a:pt x="2" y="65"/>
                    </a:lnTo>
                    <a:lnTo>
                      <a:pt x="2" y="44"/>
                    </a:lnTo>
                    <a:lnTo>
                      <a:pt x="2" y="53"/>
                    </a:lnTo>
                    <a:lnTo>
                      <a:pt x="2" y="48"/>
                    </a:lnTo>
                    <a:lnTo>
                      <a:pt x="4" y="55"/>
                    </a:lnTo>
                    <a:lnTo>
                      <a:pt x="11" y="63"/>
                    </a:lnTo>
                    <a:lnTo>
                      <a:pt x="17" y="70"/>
                    </a:lnTo>
                    <a:lnTo>
                      <a:pt x="25" y="80"/>
                    </a:lnTo>
                    <a:lnTo>
                      <a:pt x="30" y="87"/>
                    </a:lnTo>
                    <a:lnTo>
                      <a:pt x="37" y="95"/>
                    </a:lnTo>
                    <a:lnTo>
                      <a:pt x="43" y="106"/>
                    </a:lnTo>
                    <a:lnTo>
                      <a:pt x="48" y="115"/>
                    </a:lnTo>
                    <a:lnTo>
                      <a:pt x="54" y="124"/>
                    </a:lnTo>
                    <a:lnTo>
                      <a:pt x="61" y="138"/>
                    </a:lnTo>
                    <a:lnTo>
                      <a:pt x="64" y="146"/>
                    </a:lnTo>
                    <a:lnTo>
                      <a:pt x="66" y="151"/>
                    </a:lnTo>
                    <a:lnTo>
                      <a:pt x="70" y="143"/>
                    </a:lnTo>
                    <a:lnTo>
                      <a:pt x="75" y="135"/>
                    </a:lnTo>
                    <a:lnTo>
                      <a:pt x="80" y="127"/>
                    </a:lnTo>
                    <a:lnTo>
                      <a:pt x="85" y="118"/>
                    </a:lnTo>
                    <a:lnTo>
                      <a:pt x="90" y="110"/>
                    </a:lnTo>
                    <a:lnTo>
                      <a:pt x="94" y="103"/>
                    </a:lnTo>
                    <a:lnTo>
                      <a:pt x="100" y="96"/>
                    </a:lnTo>
                    <a:lnTo>
                      <a:pt x="106" y="87"/>
                    </a:lnTo>
                    <a:lnTo>
                      <a:pt x="113" y="78"/>
                    </a:lnTo>
                    <a:lnTo>
                      <a:pt x="120" y="68"/>
                    </a:lnTo>
                    <a:lnTo>
                      <a:pt x="127" y="58"/>
                    </a:lnTo>
                    <a:lnTo>
                      <a:pt x="132" y="50"/>
                    </a:lnTo>
                    <a:lnTo>
                      <a:pt x="139" y="39"/>
                    </a:lnTo>
                    <a:lnTo>
                      <a:pt x="144" y="33"/>
                    </a:lnTo>
                    <a:lnTo>
                      <a:pt x="150" y="26"/>
                    </a:lnTo>
                    <a:lnTo>
                      <a:pt x="156" y="21"/>
                    </a:lnTo>
                    <a:lnTo>
                      <a:pt x="161" y="15"/>
                    </a:lnTo>
                    <a:lnTo>
                      <a:pt x="165" y="6"/>
                    </a:lnTo>
                    <a:lnTo>
                      <a:pt x="170" y="0"/>
                    </a:lnTo>
                    <a:lnTo>
                      <a:pt x="169" y="5"/>
                    </a:lnTo>
                    <a:lnTo>
                      <a:pt x="168" y="13"/>
                    </a:lnTo>
                    <a:lnTo>
                      <a:pt x="166" y="21"/>
                    </a:lnTo>
                    <a:lnTo>
                      <a:pt x="163" y="29"/>
                    </a:lnTo>
                    <a:lnTo>
                      <a:pt x="159" y="37"/>
                    </a:lnTo>
                    <a:lnTo>
                      <a:pt x="153" y="47"/>
                    </a:lnTo>
                    <a:lnTo>
                      <a:pt x="148" y="56"/>
                    </a:lnTo>
                    <a:lnTo>
                      <a:pt x="143" y="67"/>
                    </a:lnTo>
                    <a:lnTo>
                      <a:pt x="137" y="76"/>
                    </a:lnTo>
                    <a:lnTo>
                      <a:pt x="130" y="87"/>
                    </a:lnTo>
                    <a:lnTo>
                      <a:pt x="124" y="95"/>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nvGrpSpPr>
              <p:cNvPr id="19" name="Google Shape;19;p70"/>
              <p:cNvGrpSpPr/>
              <p:nvPr/>
            </p:nvGrpSpPr>
            <p:grpSpPr>
              <a:xfrm>
                <a:off x="1707" y="1466"/>
                <a:ext cx="484" cy="368"/>
                <a:chOff x="1707" y="1466"/>
                <a:chExt cx="484" cy="368"/>
              </a:xfrm>
            </p:grpSpPr>
            <p:sp>
              <p:nvSpPr>
                <p:cNvPr id="20" name="Google Shape;20;p70"/>
                <p:cNvSpPr/>
                <p:nvPr/>
              </p:nvSpPr>
              <p:spPr>
                <a:xfrm>
                  <a:off x="1751" y="1466"/>
                  <a:ext cx="440" cy="342"/>
                </a:xfrm>
                <a:custGeom>
                  <a:rect b="b" l="l" r="r" t="t"/>
                  <a:pathLst>
                    <a:path extrusionOk="0" h="342" w="440">
                      <a:moveTo>
                        <a:pt x="138" y="87"/>
                      </a:moveTo>
                      <a:lnTo>
                        <a:pt x="141" y="78"/>
                      </a:lnTo>
                      <a:lnTo>
                        <a:pt x="146" y="69"/>
                      </a:lnTo>
                      <a:lnTo>
                        <a:pt x="153" y="59"/>
                      </a:lnTo>
                      <a:lnTo>
                        <a:pt x="160" y="51"/>
                      </a:lnTo>
                      <a:lnTo>
                        <a:pt x="167" y="42"/>
                      </a:lnTo>
                      <a:lnTo>
                        <a:pt x="172" y="36"/>
                      </a:lnTo>
                      <a:lnTo>
                        <a:pt x="178" y="31"/>
                      </a:lnTo>
                      <a:lnTo>
                        <a:pt x="184" y="26"/>
                      </a:lnTo>
                      <a:lnTo>
                        <a:pt x="190" y="21"/>
                      </a:lnTo>
                      <a:lnTo>
                        <a:pt x="196" y="17"/>
                      </a:lnTo>
                      <a:lnTo>
                        <a:pt x="202" y="14"/>
                      </a:lnTo>
                      <a:lnTo>
                        <a:pt x="208" y="11"/>
                      </a:lnTo>
                      <a:lnTo>
                        <a:pt x="215" y="8"/>
                      </a:lnTo>
                      <a:lnTo>
                        <a:pt x="222" y="7"/>
                      </a:lnTo>
                      <a:lnTo>
                        <a:pt x="230" y="5"/>
                      </a:lnTo>
                      <a:lnTo>
                        <a:pt x="237" y="3"/>
                      </a:lnTo>
                      <a:lnTo>
                        <a:pt x="245" y="3"/>
                      </a:lnTo>
                      <a:lnTo>
                        <a:pt x="252" y="2"/>
                      </a:lnTo>
                      <a:lnTo>
                        <a:pt x="260" y="2"/>
                      </a:lnTo>
                      <a:lnTo>
                        <a:pt x="270" y="1"/>
                      </a:lnTo>
                      <a:lnTo>
                        <a:pt x="278" y="2"/>
                      </a:lnTo>
                      <a:lnTo>
                        <a:pt x="285" y="2"/>
                      </a:lnTo>
                      <a:lnTo>
                        <a:pt x="292" y="2"/>
                      </a:lnTo>
                      <a:lnTo>
                        <a:pt x="299" y="2"/>
                      </a:lnTo>
                      <a:lnTo>
                        <a:pt x="307" y="1"/>
                      </a:lnTo>
                      <a:lnTo>
                        <a:pt x="314" y="0"/>
                      </a:lnTo>
                      <a:lnTo>
                        <a:pt x="310" y="2"/>
                      </a:lnTo>
                      <a:lnTo>
                        <a:pt x="307" y="4"/>
                      </a:lnTo>
                      <a:lnTo>
                        <a:pt x="304" y="7"/>
                      </a:lnTo>
                      <a:lnTo>
                        <a:pt x="301" y="10"/>
                      </a:lnTo>
                      <a:lnTo>
                        <a:pt x="295" y="10"/>
                      </a:lnTo>
                      <a:lnTo>
                        <a:pt x="288" y="11"/>
                      </a:lnTo>
                      <a:lnTo>
                        <a:pt x="284" y="12"/>
                      </a:lnTo>
                      <a:lnTo>
                        <a:pt x="278" y="13"/>
                      </a:lnTo>
                      <a:lnTo>
                        <a:pt x="272" y="15"/>
                      </a:lnTo>
                      <a:lnTo>
                        <a:pt x="266" y="16"/>
                      </a:lnTo>
                      <a:lnTo>
                        <a:pt x="260" y="17"/>
                      </a:lnTo>
                      <a:lnTo>
                        <a:pt x="254" y="19"/>
                      </a:lnTo>
                      <a:lnTo>
                        <a:pt x="248" y="21"/>
                      </a:lnTo>
                      <a:lnTo>
                        <a:pt x="241" y="23"/>
                      </a:lnTo>
                      <a:lnTo>
                        <a:pt x="236" y="26"/>
                      </a:lnTo>
                      <a:lnTo>
                        <a:pt x="229" y="29"/>
                      </a:lnTo>
                      <a:lnTo>
                        <a:pt x="222" y="32"/>
                      </a:lnTo>
                      <a:lnTo>
                        <a:pt x="215" y="36"/>
                      </a:lnTo>
                      <a:lnTo>
                        <a:pt x="208" y="41"/>
                      </a:lnTo>
                      <a:lnTo>
                        <a:pt x="201" y="47"/>
                      </a:lnTo>
                      <a:lnTo>
                        <a:pt x="195" y="55"/>
                      </a:lnTo>
                      <a:lnTo>
                        <a:pt x="189" y="64"/>
                      </a:lnTo>
                      <a:lnTo>
                        <a:pt x="181" y="77"/>
                      </a:lnTo>
                      <a:lnTo>
                        <a:pt x="175" y="90"/>
                      </a:lnTo>
                      <a:lnTo>
                        <a:pt x="167" y="106"/>
                      </a:lnTo>
                      <a:lnTo>
                        <a:pt x="180" y="99"/>
                      </a:lnTo>
                      <a:lnTo>
                        <a:pt x="191" y="94"/>
                      </a:lnTo>
                      <a:lnTo>
                        <a:pt x="206" y="86"/>
                      </a:lnTo>
                      <a:lnTo>
                        <a:pt x="222" y="78"/>
                      </a:lnTo>
                      <a:lnTo>
                        <a:pt x="229" y="77"/>
                      </a:lnTo>
                      <a:lnTo>
                        <a:pt x="236" y="74"/>
                      </a:lnTo>
                      <a:lnTo>
                        <a:pt x="243" y="72"/>
                      </a:lnTo>
                      <a:lnTo>
                        <a:pt x="252" y="70"/>
                      </a:lnTo>
                      <a:lnTo>
                        <a:pt x="261" y="68"/>
                      </a:lnTo>
                      <a:lnTo>
                        <a:pt x="269" y="68"/>
                      </a:lnTo>
                      <a:lnTo>
                        <a:pt x="275" y="67"/>
                      </a:lnTo>
                      <a:lnTo>
                        <a:pt x="285" y="66"/>
                      </a:lnTo>
                      <a:lnTo>
                        <a:pt x="294" y="66"/>
                      </a:lnTo>
                      <a:lnTo>
                        <a:pt x="301" y="67"/>
                      </a:lnTo>
                      <a:lnTo>
                        <a:pt x="311" y="68"/>
                      </a:lnTo>
                      <a:lnTo>
                        <a:pt x="319" y="69"/>
                      </a:lnTo>
                      <a:lnTo>
                        <a:pt x="328" y="69"/>
                      </a:lnTo>
                      <a:lnTo>
                        <a:pt x="336" y="70"/>
                      </a:lnTo>
                      <a:lnTo>
                        <a:pt x="345" y="71"/>
                      </a:lnTo>
                      <a:lnTo>
                        <a:pt x="354" y="72"/>
                      </a:lnTo>
                      <a:lnTo>
                        <a:pt x="363" y="73"/>
                      </a:lnTo>
                      <a:lnTo>
                        <a:pt x="371" y="74"/>
                      </a:lnTo>
                      <a:lnTo>
                        <a:pt x="381" y="75"/>
                      </a:lnTo>
                      <a:lnTo>
                        <a:pt x="392" y="76"/>
                      </a:lnTo>
                      <a:lnTo>
                        <a:pt x="401" y="77"/>
                      </a:lnTo>
                      <a:lnTo>
                        <a:pt x="416" y="79"/>
                      </a:lnTo>
                      <a:lnTo>
                        <a:pt x="421" y="79"/>
                      </a:lnTo>
                      <a:lnTo>
                        <a:pt x="425" y="79"/>
                      </a:lnTo>
                      <a:lnTo>
                        <a:pt x="430" y="81"/>
                      </a:lnTo>
                      <a:lnTo>
                        <a:pt x="439" y="84"/>
                      </a:lnTo>
                      <a:lnTo>
                        <a:pt x="424" y="81"/>
                      </a:lnTo>
                      <a:lnTo>
                        <a:pt x="417" y="80"/>
                      </a:lnTo>
                      <a:lnTo>
                        <a:pt x="411" y="80"/>
                      </a:lnTo>
                      <a:lnTo>
                        <a:pt x="397" y="81"/>
                      </a:lnTo>
                      <a:lnTo>
                        <a:pt x="388" y="82"/>
                      </a:lnTo>
                      <a:lnTo>
                        <a:pt x="377" y="82"/>
                      </a:lnTo>
                      <a:lnTo>
                        <a:pt x="367" y="82"/>
                      </a:lnTo>
                      <a:lnTo>
                        <a:pt x="357" y="83"/>
                      </a:lnTo>
                      <a:lnTo>
                        <a:pt x="348" y="83"/>
                      </a:lnTo>
                      <a:lnTo>
                        <a:pt x="340" y="82"/>
                      </a:lnTo>
                      <a:lnTo>
                        <a:pt x="330" y="82"/>
                      </a:lnTo>
                      <a:lnTo>
                        <a:pt x="319" y="82"/>
                      </a:lnTo>
                      <a:lnTo>
                        <a:pt x="310" y="83"/>
                      </a:lnTo>
                      <a:lnTo>
                        <a:pt x="302" y="84"/>
                      </a:lnTo>
                      <a:lnTo>
                        <a:pt x="292" y="84"/>
                      </a:lnTo>
                      <a:lnTo>
                        <a:pt x="285" y="84"/>
                      </a:lnTo>
                      <a:lnTo>
                        <a:pt x="276" y="85"/>
                      </a:lnTo>
                      <a:lnTo>
                        <a:pt x="269" y="87"/>
                      </a:lnTo>
                      <a:lnTo>
                        <a:pt x="261" y="88"/>
                      </a:lnTo>
                      <a:lnTo>
                        <a:pt x="254" y="90"/>
                      </a:lnTo>
                      <a:lnTo>
                        <a:pt x="246" y="92"/>
                      </a:lnTo>
                      <a:lnTo>
                        <a:pt x="238" y="94"/>
                      </a:lnTo>
                      <a:lnTo>
                        <a:pt x="229" y="96"/>
                      </a:lnTo>
                      <a:lnTo>
                        <a:pt x="222" y="98"/>
                      </a:lnTo>
                      <a:lnTo>
                        <a:pt x="208" y="102"/>
                      </a:lnTo>
                      <a:lnTo>
                        <a:pt x="200" y="103"/>
                      </a:lnTo>
                      <a:lnTo>
                        <a:pt x="189" y="108"/>
                      </a:lnTo>
                      <a:lnTo>
                        <a:pt x="172" y="115"/>
                      </a:lnTo>
                      <a:lnTo>
                        <a:pt x="189" y="117"/>
                      </a:lnTo>
                      <a:lnTo>
                        <a:pt x="209" y="118"/>
                      </a:lnTo>
                      <a:lnTo>
                        <a:pt x="213" y="118"/>
                      </a:lnTo>
                      <a:lnTo>
                        <a:pt x="222" y="123"/>
                      </a:lnTo>
                      <a:lnTo>
                        <a:pt x="228" y="126"/>
                      </a:lnTo>
                      <a:lnTo>
                        <a:pt x="234" y="129"/>
                      </a:lnTo>
                      <a:lnTo>
                        <a:pt x="235" y="131"/>
                      </a:lnTo>
                      <a:lnTo>
                        <a:pt x="238" y="137"/>
                      </a:lnTo>
                      <a:lnTo>
                        <a:pt x="245" y="146"/>
                      </a:lnTo>
                      <a:lnTo>
                        <a:pt x="238" y="142"/>
                      </a:lnTo>
                      <a:lnTo>
                        <a:pt x="229" y="137"/>
                      </a:lnTo>
                      <a:lnTo>
                        <a:pt x="222" y="135"/>
                      </a:lnTo>
                      <a:lnTo>
                        <a:pt x="209" y="132"/>
                      </a:lnTo>
                      <a:lnTo>
                        <a:pt x="199" y="129"/>
                      </a:lnTo>
                      <a:lnTo>
                        <a:pt x="189" y="126"/>
                      </a:lnTo>
                      <a:lnTo>
                        <a:pt x="184" y="125"/>
                      </a:lnTo>
                      <a:lnTo>
                        <a:pt x="172" y="126"/>
                      </a:lnTo>
                      <a:lnTo>
                        <a:pt x="165" y="127"/>
                      </a:lnTo>
                      <a:lnTo>
                        <a:pt x="155" y="129"/>
                      </a:lnTo>
                      <a:lnTo>
                        <a:pt x="160" y="131"/>
                      </a:lnTo>
                      <a:lnTo>
                        <a:pt x="166" y="132"/>
                      </a:lnTo>
                      <a:lnTo>
                        <a:pt x="173" y="136"/>
                      </a:lnTo>
                      <a:lnTo>
                        <a:pt x="181" y="135"/>
                      </a:lnTo>
                      <a:lnTo>
                        <a:pt x="195" y="136"/>
                      </a:lnTo>
                      <a:lnTo>
                        <a:pt x="203" y="137"/>
                      </a:lnTo>
                      <a:lnTo>
                        <a:pt x="215" y="140"/>
                      </a:lnTo>
                      <a:lnTo>
                        <a:pt x="222" y="143"/>
                      </a:lnTo>
                      <a:lnTo>
                        <a:pt x="232" y="145"/>
                      </a:lnTo>
                      <a:lnTo>
                        <a:pt x="242" y="148"/>
                      </a:lnTo>
                      <a:lnTo>
                        <a:pt x="251" y="151"/>
                      </a:lnTo>
                      <a:lnTo>
                        <a:pt x="259" y="152"/>
                      </a:lnTo>
                      <a:lnTo>
                        <a:pt x="266" y="153"/>
                      </a:lnTo>
                      <a:lnTo>
                        <a:pt x="273" y="155"/>
                      </a:lnTo>
                      <a:lnTo>
                        <a:pt x="282" y="157"/>
                      </a:lnTo>
                      <a:lnTo>
                        <a:pt x="291" y="161"/>
                      </a:lnTo>
                      <a:lnTo>
                        <a:pt x="299" y="165"/>
                      </a:lnTo>
                      <a:lnTo>
                        <a:pt x="303" y="169"/>
                      </a:lnTo>
                      <a:lnTo>
                        <a:pt x="309" y="175"/>
                      </a:lnTo>
                      <a:lnTo>
                        <a:pt x="316" y="183"/>
                      </a:lnTo>
                      <a:lnTo>
                        <a:pt x="321" y="190"/>
                      </a:lnTo>
                      <a:lnTo>
                        <a:pt x="326" y="197"/>
                      </a:lnTo>
                      <a:lnTo>
                        <a:pt x="331" y="204"/>
                      </a:lnTo>
                      <a:lnTo>
                        <a:pt x="335" y="212"/>
                      </a:lnTo>
                      <a:lnTo>
                        <a:pt x="340" y="218"/>
                      </a:lnTo>
                      <a:lnTo>
                        <a:pt x="345" y="226"/>
                      </a:lnTo>
                      <a:lnTo>
                        <a:pt x="351" y="234"/>
                      </a:lnTo>
                      <a:lnTo>
                        <a:pt x="356" y="243"/>
                      </a:lnTo>
                      <a:lnTo>
                        <a:pt x="361" y="250"/>
                      </a:lnTo>
                      <a:lnTo>
                        <a:pt x="368" y="258"/>
                      </a:lnTo>
                      <a:lnTo>
                        <a:pt x="359" y="251"/>
                      </a:lnTo>
                      <a:lnTo>
                        <a:pt x="353" y="247"/>
                      </a:lnTo>
                      <a:lnTo>
                        <a:pt x="344" y="242"/>
                      </a:lnTo>
                      <a:lnTo>
                        <a:pt x="336" y="236"/>
                      </a:lnTo>
                      <a:lnTo>
                        <a:pt x="330" y="231"/>
                      </a:lnTo>
                      <a:lnTo>
                        <a:pt x="323" y="226"/>
                      </a:lnTo>
                      <a:lnTo>
                        <a:pt x="317" y="222"/>
                      </a:lnTo>
                      <a:lnTo>
                        <a:pt x="311" y="218"/>
                      </a:lnTo>
                      <a:lnTo>
                        <a:pt x="304" y="214"/>
                      </a:lnTo>
                      <a:lnTo>
                        <a:pt x="297" y="210"/>
                      </a:lnTo>
                      <a:lnTo>
                        <a:pt x="291" y="205"/>
                      </a:lnTo>
                      <a:lnTo>
                        <a:pt x="284" y="200"/>
                      </a:lnTo>
                      <a:lnTo>
                        <a:pt x="275" y="195"/>
                      </a:lnTo>
                      <a:lnTo>
                        <a:pt x="267" y="189"/>
                      </a:lnTo>
                      <a:lnTo>
                        <a:pt x="259" y="183"/>
                      </a:lnTo>
                      <a:lnTo>
                        <a:pt x="252" y="179"/>
                      </a:lnTo>
                      <a:lnTo>
                        <a:pt x="245" y="174"/>
                      </a:lnTo>
                      <a:lnTo>
                        <a:pt x="237" y="170"/>
                      </a:lnTo>
                      <a:lnTo>
                        <a:pt x="229" y="167"/>
                      </a:lnTo>
                      <a:lnTo>
                        <a:pt x="222" y="165"/>
                      </a:lnTo>
                      <a:lnTo>
                        <a:pt x="211" y="162"/>
                      </a:lnTo>
                      <a:lnTo>
                        <a:pt x="201" y="159"/>
                      </a:lnTo>
                      <a:lnTo>
                        <a:pt x="194" y="157"/>
                      </a:lnTo>
                      <a:lnTo>
                        <a:pt x="186" y="155"/>
                      </a:lnTo>
                      <a:lnTo>
                        <a:pt x="175" y="149"/>
                      </a:lnTo>
                      <a:lnTo>
                        <a:pt x="163" y="144"/>
                      </a:lnTo>
                      <a:lnTo>
                        <a:pt x="180" y="155"/>
                      </a:lnTo>
                      <a:lnTo>
                        <a:pt x="182" y="157"/>
                      </a:lnTo>
                      <a:lnTo>
                        <a:pt x="186" y="162"/>
                      </a:lnTo>
                      <a:lnTo>
                        <a:pt x="190" y="168"/>
                      </a:lnTo>
                      <a:lnTo>
                        <a:pt x="195" y="175"/>
                      </a:lnTo>
                      <a:lnTo>
                        <a:pt x="201" y="182"/>
                      </a:lnTo>
                      <a:lnTo>
                        <a:pt x="206" y="189"/>
                      </a:lnTo>
                      <a:lnTo>
                        <a:pt x="212" y="197"/>
                      </a:lnTo>
                      <a:lnTo>
                        <a:pt x="217" y="204"/>
                      </a:lnTo>
                      <a:lnTo>
                        <a:pt x="222" y="210"/>
                      </a:lnTo>
                      <a:lnTo>
                        <a:pt x="227" y="217"/>
                      </a:lnTo>
                      <a:lnTo>
                        <a:pt x="233" y="227"/>
                      </a:lnTo>
                      <a:lnTo>
                        <a:pt x="238" y="234"/>
                      </a:lnTo>
                      <a:lnTo>
                        <a:pt x="242" y="241"/>
                      </a:lnTo>
                      <a:lnTo>
                        <a:pt x="246" y="248"/>
                      </a:lnTo>
                      <a:lnTo>
                        <a:pt x="250" y="255"/>
                      </a:lnTo>
                      <a:lnTo>
                        <a:pt x="252" y="262"/>
                      </a:lnTo>
                      <a:lnTo>
                        <a:pt x="254" y="267"/>
                      </a:lnTo>
                      <a:lnTo>
                        <a:pt x="256" y="275"/>
                      </a:lnTo>
                      <a:lnTo>
                        <a:pt x="257" y="285"/>
                      </a:lnTo>
                      <a:lnTo>
                        <a:pt x="258" y="294"/>
                      </a:lnTo>
                      <a:lnTo>
                        <a:pt x="259" y="304"/>
                      </a:lnTo>
                      <a:lnTo>
                        <a:pt x="261" y="313"/>
                      </a:lnTo>
                      <a:lnTo>
                        <a:pt x="262" y="323"/>
                      </a:lnTo>
                      <a:lnTo>
                        <a:pt x="255" y="313"/>
                      </a:lnTo>
                      <a:lnTo>
                        <a:pt x="249" y="307"/>
                      </a:lnTo>
                      <a:lnTo>
                        <a:pt x="245" y="300"/>
                      </a:lnTo>
                      <a:lnTo>
                        <a:pt x="241" y="295"/>
                      </a:lnTo>
                      <a:lnTo>
                        <a:pt x="238" y="288"/>
                      </a:lnTo>
                      <a:lnTo>
                        <a:pt x="236" y="280"/>
                      </a:lnTo>
                      <a:lnTo>
                        <a:pt x="232" y="271"/>
                      </a:lnTo>
                      <a:lnTo>
                        <a:pt x="228" y="263"/>
                      </a:lnTo>
                      <a:lnTo>
                        <a:pt x="224" y="254"/>
                      </a:lnTo>
                      <a:lnTo>
                        <a:pt x="221" y="246"/>
                      </a:lnTo>
                      <a:lnTo>
                        <a:pt x="217" y="238"/>
                      </a:lnTo>
                      <a:lnTo>
                        <a:pt x="212" y="232"/>
                      </a:lnTo>
                      <a:lnTo>
                        <a:pt x="208" y="226"/>
                      </a:lnTo>
                      <a:lnTo>
                        <a:pt x="202" y="218"/>
                      </a:lnTo>
                      <a:lnTo>
                        <a:pt x="196" y="211"/>
                      </a:lnTo>
                      <a:lnTo>
                        <a:pt x="191" y="205"/>
                      </a:lnTo>
                      <a:lnTo>
                        <a:pt x="186" y="199"/>
                      </a:lnTo>
                      <a:lnTo>
                        <a:pt x="185" y="194"/>
                      </a:lnTo>
                      <a:lnTo>
                        <a:pt x="181" y="185"/>
                      </a:lnTo>
                      <a:lnTo>
                        <a:pt x="177" y="179"/>
                      </a:lnTo>
                      <a:lnTo>
                        <a:pt x="174" y="171"/>
                      </a:lnTo>
                      <a:lnTo>
                        <a:pt x="172" y="169"/>
                      </a:lnTo>
                      <a:lnTo>
                        <a:pt x="165" y="162"/>
                      </a:lnTo>
                      <a:lnTo>
                        <a:pt x="161" y="155"/>
                      </a:lnTo>
                      <a:lnTo>
                        <a:pt x="157" y="149"/>
                      </a:lnTo>
                      <a:lnTo>
                        <a:pt x="153" y="143"/>
                      </a:lnTo>
                      <a:lnTo>
                        <a:pt x="145" y="146"/>
                      </a:lnTo>
                      <a:lnTo>
                        <a:pt x="137" y="151"/>
                      </a:lnTo>
                      <a:lnTo>
                        <a:pt x="129" y="158"/>
                      </a:lnTo>
                      <a:lnTo>
                        <a:pt x="121" y="164"/>
                      </a:lnTo>
                      <a:lnTo>
                        <a:pt x="115" y="170"/>
                      </a:lnTo>
                      <a:lnTo>
                        <a:pt x="110" y="176"/>
                      </a:lnTo>
                      <a:lnTo>
                        <a:pt x="104" y="185"/>
                      </a:lnTo>
                      <a:lnTo>
                        <a:pt x="97" y="195"/>
                      </a:lnTo>
                      <a:lnTo>
                        <a:pt x="92" y="203"/>
                      </a:lnTo>
                      <a:lnTo>
                        <a:pt x="85" y="212"/>
                      </a:lnTo>
                      <a:lnTo>
                        <a:pt x="80" y="221"/>
                      </a:lnTo>
                      <a:lnTo>
                        <a:pt x="76" y="229"/>
                      </a:lnTo>
                      <a:lnTo>
                        <a:pt x="71" y="237"/>
                      </a:lnTo>
                      <a:lnTo>
                        <a:pt x="67" y="245"/>
                      </a:lnTo>
                      <a:lnTo>
                        <a:pt x="62" y="254"/>
                      </a:lnTo>
                      <a:lnTo>
                        <a:pt x="58" y="263"/>
                      </a:lnTo>
                      <a:lnTo>
                        <a:pt x="51" y="273"/>
                      </a:lnTo>
                      <a:lnTo>
                        <a:pt x="45" y="283"/>
                      </a:lnTo>
                      <a:lnTo>
                        <a:pt x="38" y="294"/>
                      </a:lnTo>
                      <a:lnTo>
                        <a:pt x="33" y="303"/>
                      </a:lnTo>
                      <a:lnTo>
                        <a:pt x="28" y="309"/>
                      </a:lnTo>
                      <a:lnTo>
                        <a:pt x="24" y="315"/>
                      </a:lnTo>
                      <a:lnTo>
                        <a:pt x="18" y="321"/>
                      </a:lnTo>
                      <a:lnTo>
                        <a:pt x="13" y="327"/>
                      </a:lnTo>
                      <a:lnTo>
                        <a:pt x="7" y="333"/>
                      </a:lnTo>
                      <a:lnTo>
                        <a:pt x="0" y="341"/>
                      </a:lnTo>
                      <a:lnTo>
                        <a:pt x="2" y="331"/>
                      </a:lnTo>
                      <a:lnTo>
                        <a:pt x="5" y="324"/>
                      </a:lnTo>
                      <a:lnTo>
                        <a:pt x="8" y="315"/>
                      </a:lnTo>
                      <a:lnTo>
                        <a:pt x="13" y="309"/>
                      </a:lnTo>
                      <a:lnTo>
                        <a:pt x="20" y="298"/>
                      </a:lnTo>
                      <a:lnTo>
                        <a:pt x="27" y="287"/>
                      </a:lnTo>
                      <a:lnTo>
                        <a:pt x="35" y="275"/>
                      </a:lnTo>
                      <a:lnTo>
                        <a:pt x="41" y="265"/>
                      </a:lnTo>
                      <a:lnTo>
                        <a:pt x="47" y="255"/>
                      </a:lnTo>
                      <a:lnTo>
                        <a:pt x="54" y="246"/>
                      </a:lnTo>
                      <a:lnTo>
                        <a:pt x="59" y="238"/>
                      </a:lnTo>
                      <a:lnTo>
                        <a:pt x="64" y="231"/>
                      </a:lnTo>
                      <a:lnTo>
                        <a:pt x="69" y="224"/>
                      </a:lnTo>
                      <a:lnTo>
                        <a:pt x="76" y="216"/>
                      </a:lnTo>
                      <a:lnTo>
                        <a:pt x="82" y="208"/>
                      </a:lnTo>
                      <a:lnTo>
                        <a:pt x="88" y="199"/>
                      </a:lnTo>
                      <a:lnTo>
                        <a:pt x="95" y="190"/>
                      </a:lnTo>
                      <a:lnTo>
                        <a:pt x="100" y="183"/>
                      </a:lnTo>
                      <a:lnTo>
                        <a:pt x="105" y="175"/>
                      </a:lnTo>
                      <a:lnTo>
                        <a:pt x="110" y="167"/>
                      </a:lnTo>
                      <a:lnTo>
                        <a:pt x="112" y="162"/>
                      </a:lnTo>
                      <a:lnTo>
                        <a:pt x="114" y="156"/>
                      </a:lnTo>
                      <a:lnTo>
                        <a:pt x="118" y="151"/>
                      </a:lnTo>
                      <a:lnTo>
                        <a:pt x="122" y="145"/>
                      </a:lnTo>
                      <a:lnTo>
                        <a:pt x="129" y="138"/>
                      </a:lnTo>
                      <a:lnTo>
                        <a:pt x="134" y="131"/>
                      </a:lnTo>
                      <a:lnTo>
                        <a:pt x="139" y="126"/>
                      </a:lnTo>
                      <a:lnTo>
                        <a:pt x="143" y="119"/>
                      </a:lnTo>
                      <a:lnTo>
                        <a:pt x="141" y="114"/>
                      </a:lnTo>
                      <a:lnTo>
                        <a:pt x="139" y="106"/>
                      </a:lnTo>
                      <a:lnTo>
                        <a:pt x="127" y="102"/>
                      </a:lnTo>
                      <a:lnTo>
                        <a:pt x="113" y="92"/>
                      </a:lnTo>
                      <a:lnTo>
                        <a:pt x="99" y="83"/>
                      </a:lnTo>
                      <a:lnTo>
                        <a:pt x="92" y="78"/>
                      </a:lnTo>
                      <a:lnTo>
                        <a:pt x="86" y="74"/>
                      </a:lnTo>
                      <a:lnTo>
                        <a:pt x="75" y="70"/>
                      </a:lnTo>
                      <a:lnTo>
                        <a:pt x="64" y="66"/>
                      </a:lnTo>
                      <a:lnTo>
                        <a:pt x="52" y="63"/>
                      </a:lnTo>
                      <a:lnTo>
                        <a:pt x="43" y="60"/>
                      </a:lnTo>
                      <a:lnTo>
                        <a:pt x="33" y="56"/>
                      </a:lnTo>
                      <a:lnTo>
                        <a:pt x="24" y="53"/>
                      </a:lnTo>
                      <a:lnTo>
                        <a:pt x="15" y="51"/>
                      </a:lnTo>
                      <a:lnTo>
                        <a:pt x="8" y="49"/>
                      </a:lnTo>
                      <a:lnTo>
                        <a:pt x="15" y="49"/>
                      </a:lnTo>
                      <a:lnTo>
                        <a:pt x="20" y="47"/>
                      </a:lnTo>
                      <a:lnTo>
                        <a:pt x="25" y="47"/>
                      </a:lnTo>
                      <a:lnTo>
                        <a:pt x="29" y="46"/>
                      </a:lnTo>
                      <a:lnTo>
                        <a:pt x="34" y="47"/>
                      </a:lnTo>
                      <a:lnTo>
                        <a:pt x="45" y="51"/>
                      </a:lnTo>
                      <a:lnTo>
                        <a:pt x="53" y="56"/>
                      </a:lnTo>
                      <a:lnTo>
                        <a:pt x="63" y="61"/>
                      </a:lnTo>
                      <a:lnTo>
                        <a:pt x="72" y="66"/>
                      </a:lnTo>
                      <a:lnTo>
                        <a:pt x="84" y="71"/>
                      </a:lnTo>
                      <a:lnTo>
                        <a:pt x="93" y="77"/>
                      </a:lnTo>
                      <a:lnTo>
                        <a:pt x="101" y="81"/>
                      </a:lnTo>
                      <a:lnTo>
                        <a:pt x="115" y="88"/>
                      </a:lnTo>
                      <a:lnTo>
                        <a:pt x="122" y="90"/>
                      </a:lnTo>
                      <a:lnTo>
                        <a:pt x="128" y="89"/>
                      </a:lnTo>
                      <a:lnTo>
                        <a:pt x="133" y="88"/>
                      </a:lnTo>
                      <a:lnTo>
                        <a:pt x="138" y="87"/>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1" name="Google Shape;21;p70"/>
                <p:cNvSpPr/>
                <p:nvPr/>
              </p:nvSpPr>
              <p:spPr>
                <a:xfrm>
                  <a:off x="1900" y="1641"/>
                  <a:ext cx="39" cy="193"/>
                </a:xfrm>
                <a:custGeom>
                  <a:rect b="b" l="l" r="r" t="t"/>
                  <a:pathLst>
                    <a:path extrusionOk="0" h="193" w="39">
                      <a:moveTo>
                        <a:pt x="20" y="0"/>
                      </a:moveTo>
                      <a:lnTo>
                        <a:pt x="25" y="9"/>
                      </a:lnTo>
                      <a:lnTo>
                        <a:pt x="28" y="15"/>
                      </a:lnTo>
                      <a:lnTo>
                        <a:pt x="34" y="24"/>
                      </a:lnTo>
                      <a:lnTo>
                        <a:pt x="36" y="33"/>
                      </a:lnTo>
                      <a:lnTo>
                        <a:pt x="37" y="43"/>
                      </a:lnTo>
                      <a:lnTo>
                        <a:pt x="37" y="56"/>
                      </a:lnTo>
                      <a:lnTo>
                        <a:pt x="38" y="64"/>
                      </a:lnTo>
                      <a:lnTo>
                        <a:pt x="37" y="75"/>
                      </a:lnTo>
                      <a:lnTo>
                        <a:pt x="36" y="86"/>
                      </a:lnTo>
                      <a:lnTo>
                        <a:pt x="34" y="97"/>
                      </a:lnTo>
                      <a:lnTo>
                        <a:pt x="31" y="113"/>
                      </a:lnTo>
                      <a:lnTo>
                        <a:pt x="29" y="122"/>
                      </a:lnTo>
                      <a:lnTo>
                        <a:pt x="24" y="132"/>
                      </a:lnTo>
                      <a:lnTo>
                        <a:pt x="18" y="144"/>
                      </a:lnTo>
                      <a:lnTo>
                        <a:pt x="12" y="155"/>
                      </a:lnTo>
                      <a:lnTo>
                        <a:pt x="7" y="165"/>
                      </a:lnTo>
                      <a:lnTo>
                        <a:pt x="3" y="174"/>
                      </a:lnTo>
                      <a:lnTo>
                        <a:pt x="0" y="192"/>
                      </a:lnTo>
                      <a:lnTo>
                        <a:pt x="1" y="174"/>
                      </a:lnTo>
                      <a:lnTo>
                        <a:pt x="3" y="162"/>
                      </a:lnTo>
                      <a:lnTo>
                        <a:pt x="4" y="151"/>
                      </a:lnTo>
                      <a:lnTo>
                        <a:pt x="5" y="139"/>
                      </a:lnTo>
                      <a:lnTo>
                        <a:pt x="7" y="124"/>
                      </a:lnTo>
                      <a:lnTo>
                        <a:pt x="10" y="113"/>
                      </a:lnTo>
                      <a:lnTo>
                        <a:pt x="12" y="102"/>
                      </a:lnTo>
                      <a:lnTo>
                        <a:pt x="15" y="93"/>
                      </a:lnTo>
                      <a:lnTo>
                        <a:pt x="18" y="82"/>
                      </a:lnTo>
                      <a:lnTo>
                        <a:pt x="20" y="72"/>
                      </a:lnTo>
                      <a:lnTo>
                        <a:pt x="22" y="61"/>
                      </a:lnTo>
                      <a:lnTo>
                        <a:pt x="23" y="52"/>
                      </a:lnTo>
                      <a:lnTo>
                        <a:pt x="24" y="41"/>
                      </a:lnTo>
                      <a:lnTo>
                        <a:pt x="24" y="30"/>
                      </a:lnTo>
                      <a:lnTo>
                        <a:pt x="24" y="15"/>
                      </a:lnTo>
                      <a:lnTo>
                        <a:pt x="22" y="8"/>
                      </a:lnTo>
                      <a:lnTo>
                        <a:pt x="20" y="0"/>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2" name="Google Shape;22;p70"/>
                <p:cNvSpPr/>
                <p:nvPr/>
              </p:nvSpPr>
              <p:spPr>
                <a:xfrm>
                  <a:off x="1716" y="1535"/>
                  <a:ext cx="171" cy="50"/>
                </a:xfrm>
                <a:custGeom>
                  <a:rect b="b" l="l" r="r" t="t"/>
                  <a:pathLst>
                    <a:path extrusionOk="0" h="50" w="171">
                      <a:moveTo>
                        <a:pt x="170" y="49"/>
                      </a:moveTo>
                      <a:lnTo>
                        <a:pt x="167" y="40"/>
                      </a:lnTo>
                      <a:lnTo>
                        <a:pt x="163" y="33"/>
                      </a:lnTo>
                      <a:lnTo>
                        <a:pt x="160" y="31"/>
                      </a:lnTo>
                      <a:lnTo>
                        <a:pt x="153" y="29"/>
                      </a:lnTo>
                      <a:lnTo>
                        <a:pt x="147" y="27"/>
                      </a:lnTo>
                      <a:lnTo>
                        <a:pt x="140" y="29"/>
                      </a:lnTo>
                      <a:lnTo>
                        <a:pt x="132" y="30"/>
                      </a:lnTo>
                      <a:lnTo>
                        <a:pt x="123" y="27"/>
                      </a:lnTo>
                      <a:lnTo>
                        <a:pt x="111" y="22"/>
                      </a:lnTo>
                      <a:lnTo>
                        <a:pt x="100" y="18"/>
                      </a:lnTo>
                      <a:lnTo>
                        <a:pt x="92" y="16"/>
                      </a:lnTo>
                      <a:lnTo>
                        <a:pt x="80" y="12"/>
                      </a:lnTo>
                      <a:lnTo>
                        <a:pt x="67" y="8"/>
                      </a:lnTo>
                      <a:lnTo>
                        <a:pt x="55" y="5"/>
                      </a:lnTo>
                      <a:lnTo>
                        <a:pt x="42" y="1"/>
                      </a:lnTo>
                      <a:lnTo>
                        <a:pt x="28" y="1"/>
                      </a:lnTo>
                      <a:lnTo>
                        <a:pt x="15" y="0"/>
                      </a:lnTo>
                      <a:lnTo>
                        <a:pt x="12" y="1"/>
                      </a:lnTo>
                      <a:lnTo>
                        <a:pt x="7" y="4"/>
                      </a:lnTo>
                      <a:lnTo>
                        <a:pt x="3" y="7"/>
                      </a:lnTo>
                      <a:lnTo>
                        <a:pt x="0" y="11"/>
                      </a:lnTo>
                      <a:lnTo>
                        <a:pt x="5" y="11"/>
                      </a:lnTo>
                      <a:lnTo>
                        <a:pt x="12" y="12"/>
                      </a:lnTo>
                      <a:lnTo>
                        <a:pt x="19" y="12"/>
                      </a:lnTo>
                      <a:lnTo>
                        <a:pt x="23" y="11"/>
                      </a:lnTo>
                      <a:lnTo>
                        <a:pt x="30" y="11"/>
                      </a:lnTo>
                      <a:lnTo>
                        <a:pt x="39" y="11"/>
                      </a:lnTo>
                      <a:lnTo>
                        <a:pt x="51" y="11"/>
                      </a:lnTo>
                      <a:lnTo>
                        <a:pt x="61" y="12"/>
                      </a:lnTo>
                      <a:lnTo>
                        <a:pt x="71" y="14"/>
                      </a:lnTo>
                      <a:lnTo>
                        <a:pt x="81" y="15"/>
                      </a:lnTo>
                      <a:lnTo>
                        <a:pt x="91" y="16"/>
                      </a:lnTo>
                      <a:lnTo>
                        <a:pt x="99" y="19"/>
                      </a:lnTo>
                      <a:lnTo>
                        <a:pt x="108" y="23"/>
                      </a:lnTo>
                      <a:lnTo>
                        <a:pt x="116" y="27"/>
                      </a:lnTo>
                      <a:lnTo>
                        <a:pt x="125" y="31"/>
                      </a:lnTo>
                      <a:lnTo>
                        <a:pt x="129" y="32"/>
                      </a:lnTo>
                      <a:lnTo>
                        <a:pt x="134" y="31"/>
                      </a:lnTo>
                      <a:lnTo>
                        <a:pt x="140" y="34"/>
                      </a:lnTo>
                      <a:lnTo>
                        <a:pt x="146" y="37"/>
                      </a:lnTo>
                      <a:lnTo>
                        <a:pt x="152" y="40"/>
                      </a:lnTo>
                      <a:lnTo>
                        <a:pt x="161" y="44"/>
                      </a:lnTo>
                      <a:lnTo>
                        <a:pt x="167" y="46"/>
                      </a:lnTo>
                      <a:lnTo>
                        <a:pt x="170" y="49"/>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3" name="Google Shape;23;p70"/>
                <p:cNvSpPr/>
                <p:nvPr/>
              </p:nvSpPr>
              <p:spPr>
                <a:xfrm>
                  <a:off x="1707" y="1563"/>
                  <a:ext cx="177" cy="21"/>
                </a:xfrm>
                <a:custGeom>
                  <a:rect b="b" l="l" r="r" t="t"/>
                  <a:pathLst>
                    <a:path extrusionOk="0" h="21" w="177">
                      <a:moveTo>
                        <a:pt x="176" y="20"/>
                      </a:moveTo>
                      <a:lnTo>
                        <a:pt x="171" y="18"/>
                      </a:lnTo>
                      <a:lnTo>
                        <a:pt x="166" y="16"/>
                      </a:lnTo>
                      <a:lnTo>
                        <a:pt x="161" y="13"/>
                      </a:lnTo>
                      <a:lnTo>
                        <a:pt x="155" y="12"/>
                      </a:lnTo>
                      <a:lnTo>
                        <a:pt x="149" y="10"/>
                      </a:lnTo>
                      <a:lnTo>
                        <a:pt x="141" y="6"/>
                      </a:lnTo>
                      <a:lnTo>
                        <a:pt x="134" y="3"/>
                      </a:lnTo>
                      <a:lnTo>
                        <a:pt x="128" y="2"/>
                      </a:lnTo>
                      <a:lnTo>
                        <a:pt x="120" y="3"/>
                      </a:lnTo>
                      <a:lnTo>
                        <a:pt x="110" y="5"/>
                      </a:lnTo>
                      <a:lnTo>
                        <a:pt x="106" y="5"/>
                      </a:lnTo>
                      <a:lnTo>
                        <a:pt x="93" y="3"/>
                      </a:lnTo>
                      <a:lnTo>
                        <a:pt x="78" y="1"/>
                      </a:lnTo>
                      <a:lnTo>
                        <a:pt x="69" y="0"/>
                      </a:lnTo>
                      <a:lnTo>
                        <a:pt x="57" y="0"/>
                      </a:lnTo>
                      <a:lnTo>
                        <a:pt x="44" y="0"/>
                      </a:lnTo>
                      <a:lnTo>
                        <a:pt x="36" y="1"/>
                      </a:lnTo>
                      <a:lnTo>
                        <a:pt x="27" y="2"/>
                      </a:lnTo>
                      <a:lnTo>
                        <a:pt x="18" y="3"/>
                      </a:lnTo>
                      <a:lnTo>
                        <a:pt x="9" y="4"/>
                      </a:lnTo>
                      <a:lnTo>
                        <a:pt x="8" y="8"/>
                      </a:lnTo>
                      <a:lnTo>
                        <a:pt x="7" y="11"/>
                      </a:lnTo>
                      <a:lnTo>
                        <a:pt x="4" y="15"/>
                      </a:lnTo>
                      <a:lnTo>
                        <a:pt x="0" y="17"/>
                      </a:lnTo>
                      <a:lnTo>
                        <a:pt x="7" y="16"/>
                      </a:lnTo>
                      <a:lnTo>
                        <a:pt x="15" y="14"/>
                      </a:lnTo>
                      <a:lnTo>
                        <a:pt x="22" y="12"/>
                      </a:lnTo>
                      <a:lnTo>
                        <a:pt x="29" y="11"/>
                      </a:lnTo>
                      <a:lnTo>
                        <a:pt x="37" y="10"/>
                      </a:lnTo>
                      <a:lnTo>
                        <a:pt x="50" y="10"/>
                      </a:lnTo>
                      <a:lnTo>
                        <a:pt x="63" y="8"/>
                      </a:lnTo>
                      <a:lnTo>
                        <a:pt x="79" y="8"/>
                      </a:lnTo>
                      <a:lnTo>
                        <a:pt x="94" y="7"/>
                      </a:lnTo>
                      <a:lnTo>
                        <a:pt x="108" y="6"/>
                      </a:lnTo>
                      <a:lnTo>
                        <a:pt x="120" y="7"/>
                      </a:lnTo>
                      <a:lnTo>
                        <a:pt x="129" y="10"/>
                      </a:lnTo>
                      <a:lnTo>
                        <a:pt x="138" y="12"/>
                      </a:lnTo>
                      <a:lnTo>
                        <a:pt x="148" y="14"/>
                      </a:lnTo>
                      <a:lnTo>
                        <a:pt x="159" y="17"/>
                      </a:lnTo>
                      <a:lnTo>
                        <a:pt x="167" y="18"/>
                      </a:lnTo>
                      <a:lnTo>
                        <a:pt x="176" y="20"/>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sp>
            <p:nvSpPr>
              <p:cNvPr id="24" name="Google Shape;24;p70"/>
              <p:cNvSpPr/>
              <p:nvPr/>
            </p:nvSpPr>
            <p:spPr>
              <a:xfrm>
                <a:off x="1691" y="1023"/>
                <a:ext cx="261" cy="374"/>
              </a:xfrm>
              <a:custGeom>
                <a:rect b="b" l="l" r="r" t="t"/>
                <a:pathLst>
                  <a:path extrusionOk="0" h="374" w="261">
                    <a:moveTo>
                      <a:pt x="64" y="145"/>
                    </a:moveTo>
                    <a:lnTo>
                      <a:pt x="68" y="150"/>
                    </a:lnTo>
                    <a:lnTo>
                      <a:pt x="72" y="154"/>
                    </a:lnTo>
                    <a:lnTo>
                      <a:pt x="77" y="157"/>
                    </a:lnTo>
                    <a:lnTo>
                      <a:pt x="82" y="162"/>
                    </a:lnTo>
                    <a:lnTo>
                      <a:pt x="86" y="165"/>
                    </a:lnTo>
                    <a:lnTo>
                      <a:pt x="91" y="168"/>
                    </a:lnTo>
                    <a:lnTo>
                      <a:pt x="94" y="170"/>
                    </a:lnTo>
                    <a:lnTo>
                      <a:pt x="92" y="162"/>
                    </a:lnTo>
                    <a:lnTo>
                      <a:pt x="90" y="154"/>
                    </a:lnTo>
                    <a:lnTo>
                      <a:pt x="87" y="143"/>
                    </a:lnTo>
                    <a:lnTo>
                      <a:pt x="85" y="134"/>
                    </a:lnTo>
                    <a:lnTo>
                      <a:pt x="82" y="124"/>
                    </a:lnTo>
                    <a:lnTo>
                      <a:pt x="80" y="114"/>
                    </a:lnTo>
                    <a:lnTo>
                      <a:pt x="76" y="104"/>
                    </a:lnTo>
                    <a:lnTo>
                      <a:pt x="72" y="93"/>
                    </a:lnTo>
                    <a:lnTo>
                      <a:pt x="68" y="84"/>
                    </a:lnTo>
                    <a:lnTo>
                      <a:pt x="63" y="71"/>
                    </a:lnTo>
                    <a:lnTo>
                      <a:pt x="59" y="63"/>
                    </a:lnTo>
                    <a:lnTo>
                      <a:pt x="54" y="56"/>
                    </a:lnTo>
                    <a:lnTo>
                      <a:pt x="50" y="48"/>
                    </a:lnTo>
                    <a:lnTo>
                      <a:pt x="44" y="42"/>
                    </a:lnTo>
                    <a:lnTo>
                      <a:pt x="39" y="38"/>
                    </a:lnTo>
                    <a:lnTo>
                      <a:pt x="34" y="35"/>
                    </a:lnTo>
                    <a:lnTo>
                      <a:pt x="31" y="33"/>
                    </a:lnTo>
                    <a:lnTo>
                      <a:pt x="35" y="32"/>
                    </a:lnTo>
                    <a:lnTo>
                      <a:pt x="37" y="33"/>
                    </a:lnTo>
                    <a:lnTo>
                      <a:pt x="41" y="34"/>
                    </a:lnTo>
                    <a:lnTo>
                      <a:pt x="45" y="39"/>
                    </a:lnTo>
                    <a:lnTo>
                      <a:pt x="51" y="45"/>
                    </a:lnTo>
                    <a:lnTo>
                      <a:pt x="55" y="50"/>
                    </a:lnTo>
                    <a:lnTo>
                      <a:pt x="58" y="56"/>
                    </a:lnTo>
                    <a:lnTo>
                      <a:pt x="63" y="64"/>
                    </a:lnTo>
                    <a:lnTo>
                      <a:pt x="68" y="75"/>
                    </a:lnTo>
                    <a:lnTo>
                      <a:pt x="72" y="84"/>
                    </a:lnTo>
                    <a:lnTo>
                      <a:pt x="77" y="94"/>
                    </a:lnTo>
                    <a:lnTo>
                      <a:pt x="81" y="101"/>
                    </a:lnTo>
                    <a:lnTo>
                      <a:pt x="86" y="109"/>
                    </a:lnTo>
                    <a:lnTo>
                      <a:pt x="89" y="117"/>
                    </a:lnTo>
                    <a:lnTo>
                      <a:pt x="92" y="126"/>
                    </a:lnTo>
                    <a:lnTo>
                      <a:pt x="95" y="135"/>
                    </a:lnTo>
                    <a:lnTo>
                      <a:pt x="99" y="143"/>
                    </a:lnTo>
                    <a:lnTo>
                      <a:pt x="101" y="151"/>
                    </a:lnTo>
                    <a:lnTo>
                      <a:pt x="104" y="161"/>
                    </a:lnTo>
                    <a:lnTo>
                      <a:pt x="106" y="168"/>
                    </a:lnTo>
                    <a:lnTo>
                      <a:pt x="107" y="171"/>
                    </a:lnTo>
                    <a:lnTo>
                      <a:pt x="110" y="168"/>
                    </a:lnTo>
                    <a:lnTo>
                      <a:pt x="113" y="164"/>
                    </a:lnTo>
                    <a:lnTo>
                      <a:pt x="117" y="159"/>
                    </a:lnTo>
                    <a:lnTo>
                      <a:pt x="118" y="150"/>
                    </a:lnTo>
                    <a:lnTo>
                      <a:pt x="119" y="143"/>
                    </a:lnTo>
                    <a:lnTo>
                      <a:pt x="120" y="133"/>
                    </a:lnTo>
                    <a:lnTo>
                      <a:pt x="121" y="124"/>
                    </a:lnTo>
                    <a:lnTo>
                      <a:pt x="120" y="124"/>
                    </a:lnTo>
                    <a:lnTo>
                      <a:pt x="121" y="114"/>
                    </a:lnTo>
                    <a:lnTo>
                      <a:pt x="121" y="103"/>
                    </a:lnTo>
                    <a:lnTo>
                      <a:pt x="122" y="92"/>
                    </a:lnTo>
                    <a:lnTo>
                      <a:pt x="122" y="82"/>
                    </a:lnTo>
                    <a:lnTo>
                      <a:pt x="123" y="75"/>
                    </a:lnTo>
                    <a:lnTo>
                      <a:pt x="125" y="65"/>
                    </a:lnTo>
                    <a:lnTo>
                      <a:pt x="127" y="58"/>
                    </a:lnTo>
                    <a:lnTo>
                      <a:pt x="128" y="50"/>
                    </a:lnTo>
                    <a:lnTo>
                      <a:pt x="131" y="44"/>
                    </a:lnTo>
                    <a:lnTo>
                      <a:pt x="133" y="36"/>
                    </a:lnTo>
                    <a:lnTo>
                      <a:pt x="136" y="26"/>
                    </a:lnTo>
                    <a:lnTo>
                      <a:pt x="139" y="16"/>
                    </a:lnTo>
                    <a:lnTo>
                      <a:pt x="140" y="7"/>
                    </a:lnTo>
                    <a:lnTo>
                      <a:pt x="143" y="0"/>
                    </a:lnTo>
                    <a:lnTo>
                      <a:pt x="144" y="6"/>
                    </a:lnTo>
                    <a:lnTo>
                      <a:pt x="143" y="12"/>
                    </a:lnTo>
                    <a:lnTo>
                      <a:pt x="142" y="21"/>
                    </a:lnTo>
                    <a:lnTo>
                      <a:pt x="140" y="28"/>
                    </a:lnTo>
                    <a:lnTo>
                      <a:pt x="138" y="40"/>
                    </a:lnTo>
                    <a:lnTo>
                      <a:pt x="137" y="47"/>
                    </a:lnTo>
                    <a:lnTo>
                      <a:pt x="136" y="53"/>
                    </a:lnTo>
                    <a:lnTo>
                      <a:pt x="135" y="62"/>
                    </a:lnTo>
                    <a:lnTo>
                      <a:pt x="134" y="72"/>
                    </a:lnTo>
                    <a:lnTo>
                      <a:pt x="134" y="83"/>
                    </a:lnTo>
                    <a:lnTo>
                      <a:pt x="133" y="94"/>
                    </a:lnTo>
                    <a:lnTo>
                      <a:pt x="132" y="106"/>
                    </a:lnTo>
                    <a:lnTo>
                      <a:pt x="132" y="116"/>
                    </a:lnTo>
                    <a:lnTo>
                      <a:pt x="132" y="126"/>
                    </a:lnTo>
                    <a:lnTo>
                      <a:pt x="131" y="134"/>
                    </a:lnTo>
                    <a:lnTo>
                      <a:pt x="131" y="145"/>
                    </a:lnTo>
                    <a:lnTo>
                      <a:pt x="130" y="155"/>
                    </a:lnTo>
                    <a:lnTo>
                      <a:pt x="128" y="168"/>
                    </a:lnTo>
                    <a:lnTo>
                      <a:pt x="127" y="178"/>
                    </a:lnTo>
                    <a:lnTo>
                      <a:pt x="125" y="190"/>
                    </a:lnTo>
                    <a:lnTo>
                      <a:pt x="130" y="187"/>
                    </a:lnTo>
                    <a:lnTo>
                      <a:pt x="136" y="183"/>
                    </a:lnTo>
                    <a:lnTo>
                      <a:pt x="143" y="178"/>
                    </a:lnTo>
                    <a:lnTo>
                      <a:pt x="149" y="176"/>
                    </a:lnTo>
                    <a:lnTo>
                      <a:pt x="156" y="176"/>
                    </a:lnTo>
                    <a:lnTo>
                      <a:pt x="160" y="176"/>
                    </a:lnTo>
                    <a:lnTo>
                      <a:pt x="166" y="177"/>
                    </a:lnTo>
                    <a:lnTo>
                      <a:pt x="173" y="178"/>
                    </a:lnTo>
                    <a:lnTo>
                      <a:pt x="182" y="179"/>
                    </a:lnTo>
                    <a:lnTo>
                      <a:pt x="190" y="178"/>
                    </a:lnTo>
                    <a:lnTo>
                      <a:pt x="198" y="178"/>
                    </a:lnTo>
                    <a:lnTo>
                      <a:pt x="205" y="178"/>
                    </a:lnTo>
                    <a:lnTo>
                      <a:pt x="211" y="179"/>
                    </a:lnTo>
                    <a:lnTo>
                      <a:pt x="217" y="182"/>
                    </a:lnTo>
                    <a:lnTo>
                      <a:pt x="225" y="185"/>
                    </a:lnTo>
                    <a:lnTo>
                      <a:pt x="231" y="189"/>
                    </a:lnTo>
                    <a:lnTo>
                      <a:pt x="236" y="193"/>
                    </a:lnTo>
                    <a:lnTo>
                      <a:pt x="242" y="199"/>
                    </a:lnTo>
                    <a:lnTo>
                      <a:pt x="245" y="202"/>
                    </a:lnTo>
                    <a:lnTo>
                      <a:pt x="251" y="210"/>
                    </a:lnTo>
                    <a:lnTo>
                      <a:pt x="255" y="218"/>
                    </a:lnTo>
                    <a:lnTo>
                      <a:pt x="260" y="227"/>
                    </a:lnTo>
                    <a:lnTo>
                      <a:pt x="254" y="227"/>
                    </a:lnTo>
                    <a:lnTo>
                      <a:pt x="248" y="226"/>
                    </a:lnTo>
                    <a:lnTo>
                      <a:pt x="241" y="224"/>
                    </a:lnTo>
                    <a:lnTo>
                      <a:pt x="235" y="224"/>
                    </a:lnTo>
                    <a:lnTo>
                      <a:pt x="231" y="222"/>
                    </a:lnTo>
                    <a:lnTo>
                      <a:pt x="224" y="218"/>
                    </a:lnTo>
                    <a:lnTo>
                      <a:pt x="218" y="216"/>
                    </a:lnTo>
                    <a:lnTo>
                      <a:pt x="213" y="213"/>
                    </a:lnTo>
                    <a:lnTo>
                      <a:pt x="209" y="212"/>
                    </a:lnTo>
                    <a:lnTo>
                      <a:pt x="200" y="211"/>
                    </a:lnTo>
                    <a:lnTo>
                      <a:pt x="190" y="210"/>
                    </a:lnTo>
                    <a:lnTo>
                      <a:pt x="182" y="208"/>
                    </a:lnTo>
                    <a:lnTo>
                      <a:pt x="173" y="206"/>
                    </a:lnTo>
                    <a:lnTo>
                      <a:pt x="165" y="205"/>
                    </a:lnTo>
                    <a:lnTo>
                      <a:pt x="159" y="204"/>
                    </a:lnTo>
                    <a:lnTo>
                      <a:pt x="154" y="204"/>
                    </a:lnTo>
                    <a:lnTo>
                      <a:pt x="148" y="203"/>
                    </a:lnTo>
                    <a:lnTo>
                      <a:pt x="142" y="204"/>
                    </a:lnTo>
                    <a:lnTo>
                      <a:pt x="137" y="205"/>
                    </a:lnTo>
                    <a:lnTo>
                      <a:pt x="132" y="208"/>
                    </a:lnTo>
                    <a:lnTo>
                      <a:pt x="125" y="210"/>
                    </a:lnTo>
                    <a:lnTo>
                      <a:pt x="130" y="213"/>
                    </a:lnTo>
                    <a:lnTo>
                      <a:pt x="136" y="217"/>
                    </a:lnTo>
                    <a:lnTo>
                      <a:pt x="141" y="222"/>
                    </a:lnTo>
                    <a:lnTo>
                      <a:pt x="147" y="224"/>
                    </a:lnTo>
                    <a:lnTo>
                      <a:pt x="154" y="227"/>
                    </a:lnTo>
                    <a:lnTo>
                      <a:pt x="160" y="229"/>
                    </a:lnTo>
                    <a:lnTo>
                      <a:pt x="166" y="229"/>
                    </a:lnTo>
                    <a:lnTo>
                      <a:pt x="173" y="231"/>
                    </a:lnTo>
                    <a:lnTo>
                      <a:pt x="182" y="233"/>
                    </a:lnTo>
                    <a:lnTo>
                      <a:pt x="189" y="235"/>
                    </a:lnTo>
                    <a:lnTo>
                      <a:pt x="197" y="235"/>
                    </a:lnTo>
                    <a:lnTo>
                      <a:pt x="203" y="237"/>
                    </a:lnTo>
                    <a:lnTo>
                      <a:pt x="210" y="239"/>
                    </a:lnTo>
                    <a:lnTo>
                      <a:pt x="217" y="240"/>
                    </a:lnTo>
                    <a:lnTo>
                      <a:pt x="222" y="243"/>
                    </a:lnTo>
                    <a:lnTo>
                      <a:pt x="227" y="247"/>
                    </a:lnTo>
                    <a:lnTo>
                      <a:pt x="232" y="252"/>
                    </a:lnTo>
                    <a:lnTo>
                      <a:pt x="238" y="257"/>
                    </a:lnTo>
                    <a:lnTo>
                      <a:pt x="243" y="264"/>
                    </a:lnTo>
                    <a:lnTo>
                      <a:pt x="245" y="268"/>
                    </a:lnTo>
                    <a:lnTo>
                      <a:pt x="248" y="275"/>
                    </a:lnTo>
                    <a:lnTo>
                      <a:pt x="250" y="283"/>
                    </a:lnTo>
                    <a:lnTo>
                      <a:pt x="253" y="291"/>
                    </a:lnTo>
                    <a:lnTo>
                      <a:pt x="256" y="297"/>
                    </a:lnTo>
                    <a:lnTo>
                      <a:pt x="250" y="293"/>
                    </a:lnTo>
                    <a:lnTo>
                      <a:pt x="243" y="289"/>
                    </a:lnTo>
                    <a:lnTo>
                      <a:pt x="238" y="286"/>
                    </a:lnTo>
                    <a:lnTo>
                      <a:pt x="231" y="281"/>
                    </a:lnTo>
                    <a:lnTo>
                      <a:pt x="224" y="277"/>
                    </a:lnTo>
                    <a:lnTo>
                      <a:pt x="218" y="273"/>
                    </a:lnTo>
                    <a:lnTo>
                      <a:pt x="211" y="269"/>
                    </a:lnTo>
                    <a:lnTo>
                      <a:pt x="204" y="264"/>
                    </a:lnTo>
                    <a:lnTo>
                      <a:pt x="198" y="260"/>
                    </a:lnTo>
                    <a:lnTo>
                      <a:pt x="191" y="256"/>
                    </a:lnTo>
                    <a:lnTo>
                      <a:pt x="186" y="252"/>
                    </a:lnTo>
                    <a:lnTo>
                      <a:pt x="179" y="248"/>
                    </a:lnTo>
                    <a:lnTo>
                      <a:pt x="173" y="245"/>
                    </a:lnTo>
                    <a:lnTo>
                      <a:pt x="166" y="241"/>
                    </a:lnTo>
                    <a:lnTo>
                      <a:pt x="160" y="238"/>
                    </a:lnTo>
                    <a:lnTo>
                      <a:pt x="155" y="237"/>
                    </a:lnTo>
                    <a:lnTo>
                      <a:pt x="150" y="234"/>
                    </a:lnTo>
                    <a:lnTo>
                      <a:pt x="144" y="231"/>
                    </a:lnTo>
                    <a:lnTo>
                      <a:pt x="140" y="229"/>
                    </a:lnTo>
                    <a:lnTo>
                      <a:pt x="136" y="230"/>
                    </a:lnTo>
                    <a:lnTo>
                      <a:pt x="131" y="231"/>
                    </a:lnTo>
                    <a:lnTo>
                      <a:pt x="128" y="231"/>
                    </a:lnTo>
                    <a:lnTo>
                      <a:pt x="123" y="229"/>
                    </a:lnTo>
                    <a:lnTo>
                      <a:pt x="123" y="237"/>
                    </a:lnTo>
                    <a:lnTo>
                      <a:pt x="121" y="246"/>
                    </a:lnTo>
                    <a:lnTo>
                      <a:pt x="124" y="254"/>
                    </a:lnTo>
                    <a:lnTo>
                      <a:pt x="127" y="263"/>
                    </a:lnTo>
                    <a:lnTo>
                      <a:pt x="130" y="271"/>
                    </a:lnTo>
                    <a:lnTo>
                      <a:pt x="132" y="280"/>
                    </a:lnTo>
                    <a:lnTo>
                      <a:pt x="135" y="290"/>
                    </a:lnTo>
                    <a:lnTo>
                      <a:pt x="138" y="302"/>
                    </a:lnTo>
                    <a:lnTo>
                      <a:pt x="139" y="311"/>
                    </a:lnTo>
                    <a:lnTo>
                      <a:pt x="142" y="321"/>
                    </a:lnTo>
                    <a:lnTo>
                      <a:pt x="143" y="330"/>
                    </a:lnTo>
                    <a:lnTo>
                      <a:pt x="145" y="342"/>
                    </a:lnTo>
                    <a:lnTo>
                      <a:pt x="148" y="355"/>
                    </a:lnTo>
                    <a:lnTo>
                      <a:pt x="150" y="373"/>
                    </a:lnTo>
                    <a:lnTo>
                      <a:pt x="130" y="373"/>
                    </a:lnTo>
                    <a:lnTo>
                      <a:pt x="128" y="357"/>
                    </a:lnTo>
                    <a:lnTo>
                      <a:pt x="127" y="346"/>
                    </a:lnTo>
                    <a:lnTo>
                      <a:pt x="124" y="332"/>
                    </a:lnTo>
                    <a:lnTo>
                      <a:pt x="122" y="319"/>
                    </a:lnTo>
                    <a:lnTo>
                      <a:pt x="120" y="308"/>
                    </a:lnTo>
                    <a:lnTo>
                      <a:pt x="118" y="298"/>
                    </a:lnTo>
                    <a:lnTo>
                      <a:pt x="116" y="290"/>
                    </a:lnTo>
                    <a:lnTo>
                      <a:pt x="113" y="279"/>
                    </a:lnTo>
                    <a:lnTo>
                      <a:pt x="109" y="269"/>
                    </a:lnTo>
                    <a:lnTo>
                      <a:pt x="107" y="260"/>
                    </a:lnTo>
                    <a:lnTo>
                      <a:pt x="104" y="258"/>
                    </a:lnTo>
                    <a:lnTo>
                      <a:pt x="101" y="256"/>
                    </a:lnTo>
                    <a:lnTo>
                      <a:pt x="98" y="254"/>
                    </a:lnTo>
                    <a:lnTo>
                      <a:pt x="96" y="255"/>
                    </a:lnTo>
                    <a:lnTo>
                      <a:pt x="93" y="260"/>
                    </a:lnTo>
                    <a:lnTo>
                      <a:pt x="87" y="268"/>
                    </a:lnTo>
                    <a:lnTo>
                      <a:pt x="83" y="274"/>
                    </a:lnTo>
                    <a:lnTo>
                      <a:pt x="79" y="280"/>
                    </a:lnTo>
                    <a:lnTo>
                      <a:pt x="76" y="288"/>
                    </a:lnTo>
                    <a:lnTo>
                      <a:pt x="72" y="293"/>
                    </a:lnTo>
                    <a:lnTo>
                      <a:pt x="68" y="301"/>
                    </a:lnTo>
                    <a:lnTo>
                      <a:pt x="64" y="309"/>
                    </a:lnTo>
                    <a:lnTo>
                      <a:pt x="61" y="318"/>
                    </a:lnTo>
                    <a:lnTo>
                      <a:pt x="57" y="327"/>
                    </a:lnTo>
                    <a:lnTo>
                      <a:pt x="53" y="337"/>
                    </a:lnTo>
                    <a:lnTo>
                      <a:pt x="49" y="348"/>
                    </a:lnTo>
                    <a:lnTo>
                      <a:pt x="44" y="360"/>
                    </a:lnTo>
                    <a:lnTo>
                      <a:pt x="46" y="346"/>
                    </a:lnTo>
                    <a:lnTo>
                      <a:pt x="47" y="336"/>
                    </a:lnTo>
                    <a:lnTo>
                      <a:pt x="48" y="325"/>
                    </a:lnTo>
                    <a:lnTo>
                      <a:pt x="50" y="319"/>
                    </a:lnTo>
                    <a:lnTo>
                      <a:pt x="51" y="314"/>
                    </a:lnTo>
                    <a:lnTo>
                      <a:pt x="54" y="305"/>
                    </a:lnTo>
                    <a:lnTo>
                      <a:pt x="57" y="295"/>
                    </a:lnTo>
                    <a:lnTo>
                      <a:pt x="59" y="288"/>
                    </a:lnTo>
                    <a:lnTo>
                      <a:pt x="64" y="280"/>
                    </a:lnTo>
                    <a:lnTo>
                      <a:pt x="69" y="272"/>
                    </a:lnTo>
                    <a:lnTo>
                      <a:pt x="73" y="263"/>
                    </a:lnTo>
                    <a:lnTo>
                      <a:pt x="78" y="254"/>
                    </a:lnTo>
                    <a:lnTo>
                      <a:pt x="81" y="249"/>
                    </a:lnTo>
                    <a:lnTo>
                      <a:pt x="86" y="244"/>
                    </a:lnTo>
                    <a:lnTo>
                      <a:pt x="91" y="238"/>
                    </a:lnTo>
                    <a:lnTo>
                      <a:pt x="95" y="232"/>
                    </a:lnTo>
                    <a:lnTo>
                      <a:pt x="100" y="226"/>
                    </a:lnTo>
                    <a:lnTo>
                      <a:pt x="105" y="218"/>
                    </a:lnTo>
                    <a:lnTo>
                      <a:pt x="103" y="216"/>
                    </a:lnTo>
                    <a:lnTo>
                      <a:pt x="99" y="212"/>
                    </a:lnTo>
                    <a:lnTo>
                      <a:pt x="96" y="210"/>
                    </a:lnTo>
                    <a:lnTo>
                      <a:pt x="93" y="211"/>
                    </a:lnTo>
                    <a:lnTo>
                      <a:pt x="87" y="216"/>
                    </a:lnTo>
                    <a:lnTo>
                      <a:pt x="82" y="221"/>
                    </a:lnTo>
                    <a:lnTo>
                      <a:pt x="77" y="226"/>
                    </a:lnTo>
                    <a:lnTo>
                      <a:pt x="72" y="232"/>
                    </a:lnTo>
                    <a:lnTo>
                      <a:pt x="67" y="241"/>
                    </a:lnTo>
                    <a:lnTo>
                      <a:pt x="61" y="249"/>
                    </a:lnTo>
                    <a:lnTo>
                      <a:pt x="56" y="255"/>
                    </a:lnTo>
                    <a:lnTo>
                      <a:pt x="52" y="261"/>
                    </a:lnTo>
                    <a:lnTo>
                      <a:pt x="47" y="268"/>
                    </a:lnTo>
                    <a:lnTo>
                      <a:pt x="42" y="276"/>
                    </a:lnTo>
                    <a:lnTo>
                      <a:pt x="38" y="284"/>
                    </a:lnTo>
                    <a:lnTo>
                      <a:pt x="33" y="293"/>
                    </a:lnTo>
                    <a:lnTo>
                      <a:pt x="28" y="301"/>
                    </a:lnTo>
                    <a:lnTo>
                      <a:pt x="24" y="310"/>
                    </a:lnTo>
                    <a:lnTo>
                      <a:pt x="18" y="321"/>
                    </a:lnTo>
                    <a:lnTo>
                      <a:pt x="21" y="307"/>
                    </a:lnTo>
                    <a:lnTo>
                      <a:pt x="22" y="297"/>
                    </a:lnTo>
                    <a:lnTo>
                      <a:pt x="24" y="288"/>
                    </a:lnTo>
                    <a:lnTo>
                      <a:pt x="25" y="286"/>
                    </a:lnTo>
                    <a:lnTo>
                      <a:pt x="28" y="281"/>
                    </a:lnTo>
                    <a:lnTo>
                      <a:pt x="32" y="275"/>
                    </a:lnTo>
                    <a:lnTo>
                      <a:pt x="37" y="269"/>
                    </a:lnTo>
                    <a:lnTo>
                      <a:pt x="42" y="262"/>
                    </a:lnTo>
                    <a:lnTo>
                      <a:pt x="47" y="256"/>
                    </a:lnTo>
                    <a:lnTo>
                      <a:pt x="54" y="248"/>
                    </a:lnTo>
                    <a:lnTo>
                      <a:pt x="58" y="243"/>
                    </a:lnTo>
                    <a:lnTo>
                      <a:pt x="64" y="236"/>
                    </a:lnTo>
                    <a:lnTo>
                      <a:pt x="71" y="229"/>
                    </a:lnTo>
                    <a:lnTo>
                      <a:pt x="77" y="224"/>
                    </a:lnTo>
                    <a:lnTo>
                      <a:pt x="83" y="218"/>
                    </a:lnTo>
                    <a:lnTo>
                      <a:pt x="93" y="210"/>
                    </a:lnTo>
                    <a:lnTo>
                      <a:pt x="98" y="208"/>
                    </a:lnTo>
                    <a:lnTo>
                      <a:pt x="101" y="206"/>
                    </a:lnTo>
                    <a:lnTo>
                      <a:pt x="95" y="202"/>
                    </a:lnTo>
                    <a:lnTo>
                      <a:pt x="90" y="196"/>
                    </a:lnTo>
                    <a:lnTo>
                      <a:pt x="84" y="190"/>
                    </a:lnTo>
                    <a:lnTo>
                      <a:pt x="79" y="185"/>
                    </a:lnTo>
                    <a:lnTo>
                      <a:pt x="73" y="180"/>
                    </a:lnTo>
                    <a:lnTo>
                      <a:pt x="69" y="176"/>
                    </a:lnTo>
                    <a:lnTo>
                      <a:pt x="65" y="170"/>
                    </a:lnTo>
                    <a:lnTo>
                      <a:pt x="58" y="163"/>
                    </a:lnTo>
                    <a:lnTo>
                      <a:pt x="52" y="156"/>
                    </a:lnTo>
                    <a:lnTo>
                      <a:pt x="46" y="148"/>
                    </a:lnTo>
                    <a:lnTo>
                      <a:pt x="39" y="141"/>
                    </a:lnTo>
                    <a:lnTo>
                      <a:pt x="33" y="136"/>
                    </a:lnTo>
                    <a:lnTo>
                      <a:pt x="26" y="129"/>
                    </a:lnTo>
                    <a:lnTo>
                      <a:pt x="22" y="125"/>
                    </a:lnTo>
                    <a:lnTo>
                      <a:pt x="17" y="118"/>
                    </a:lnTo>
                    <a:lnTo>
                      <a:pt x="14" y="112"/>
                    </a:lnTo>
                    <a:lnTo>
                      <a:pt x="10" y="108"/>
                    </a:lnTo>
                    <a:lnTo>
                      <a:pt x="4" y="102"/>
                    </a:lnTo>
                    <a:lnTo>
                      <a:pt x="0" y="98"/>
                    </a:lnTo>
                    <a:lnTo>
                      <a:pt x="3" y="98"/>
                    </a:lnTo>
                    <a:lnTo>
                      <a:pt x="9" y="100"/>
                    </a:lnTo>
                    <a:lnTo>
                      <a:pt x="14" y="101"/>
                    </a:lnTo>
                    <a:lnTo>
                      <a:pt x="20" y="104"/>
                    </a:lnTo>
                    <a:lnTo>
                      <a:pt x="25" y="109"/>
                    </a:lnTo>
                    <a:lnTo>
                      <a:pt x="32" y="115"/>
                    </a:lnTo>
                    <a:lnTo>
                      <a:pt x="38" y="120"/>
                    </a:lnTo>
                    <a:lnTo>
                      <a:pt x="45" y="125"/>
                    </a:lnTo>
                    <a:lnTo>
                      <a:pt x="51" y="132"/>
                    </a:lnTo>
                    <a:lnTo>
                      <a:pt x="58" y="139"/>
                    </a:lnTo>
                    <a:lnTo>
                      <a:pt x="64" y="145"/>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grpSp>
          <p:nvGrpSpPr>
            <p:cNvPr id="25" name="Google Shape;25;p70"/>
            <p:cNvGrpSpPr/>
            <p:nvPr/>
          </p:nvGrpSpPr>
          <p:grpSpPr>
            <a:xfrm>
              <a:off x="300" y="3360"/>
              <a:ext cx="508" cy="820"/>
              <a:chOff x="1985" y="1201"/>
              <a:chExt cx="508" cy="820"/>
            </a:xfrm>
          </p:grpSpPr>
          <p:grpSp>
            <p:nvGrpSpPr>
              <p:cNvPr id="26" name="Google Shape;26;p70"/>
              <p:cNvGrpSpPr/>
              <p:nvPr/>
            </p:nvGrpSpPr>
            <p:grpSpPr>
              <a:xfrm>
                <a:off x="2247" y="1201"/>
                <a:ext cx="246" cy="810"/>
                <a:chOff x="2247" y="1201"/>
                <a:chExt cx="246" cy="810"/>
              </a:xfrm>
            </p:grpSpPr>
            <p:sp>
              <p:nvSpPr>
                <p:cNvPr id="27" name="Google Shape;27;p70"/>
                <p:cNvSpPr/>
                <p:nvPr/>
              </p:nvSpPr>
              <p:spPr>
                <a:xfrm>
                  <a:off x="2392" y="1373"/>
                  <a:ext cx="92" cy="638"/>
                </a:xfrm>
                <a:custGeom>
                  <a:rect b="b" l="l" r="r" t="t"/>
                  <a:pathLst>
                    <a:path extrusionOk="0" h="638" w="92">
                      <a:moveTo>
                        <a:pt x="91" y="296"/>
                      </a:moveTo>
                      <a:lnTo>
                        <a:pt x="83" y="425"/>
                      </a:lnTo>
                      <a:lnTo>
                        <a:pt x="75" y="529"/>
                      </a:lnTo>
                      <a:lnTo>
                        <a:pt x="70" y="606"/>
                      </a:lnTo>
                      <a:lnTo>
                        <a:pt x="71" y="637"/>
                      </a:lnTo>
                      <a:lnTo>
                        <a:pt x="60" y="637"/>
                      </a:lnTo>
                      <a:lnTo>
                        <a:pt x="57" y="592"/>
                      </a:lnTo>
                      <a:lnTo>
                        <a:pt x="55" y="524"/>
                      </a:lnTo>
                      <a:lnTo>
                        <a:pt x="51" y="461"/>
                      </a:lnTo>
                      <a:lnTo>
                        <a:pt x="49" y="414"/>
                      </a:lnTo>
                      <a:lnTo>
                        <a:pt x="45" y="345"/>
                      </a:lnTo>
                      <a:lnTo>
                        <a:pt x="40" y="285"/>
                      </a:lnTo>
                      <a:lnTo>
                        <a:pt x="35" y="233"/>
                      </a:lnTo>
                      <a:lnTo>
                        <a:pt x="31" y="177"/>
                      </a:lnTo>
                      <a:lnTo>
                        <a:pt x="24" y="121"/>
                      </a:lnTo>
                      <a:lnTo>
                        <a:pt x="17" y="74"/>
                      </a:lnTo>
                      <a:lnTo>
                        <a:pt x="4" y="28"/>
                      </a:lnTo>
                      <a:lnTo>
                        <a:pt x="0" y="10"/>
                      </a:lnTo>
                      <a:lnTo>
                        <a:pt x="5" y="0"/>
                      </a:lnTo>
                      <a:lnTo>
                        <a:pt x="13" y="18"/>
                      </a:lnTo>
                      <a:lnTo>
                        <a:pt x="24" y="61"/>
                      </a:lnTo>
                      <a:lnTo>
                        <a:pt x="33" y="104"/>
                      </a:lnTo>
                      <a:lnTo>
                        <a:pt x="40" y="150"/>
                      </a:lnTo>
                      <a:lnTo>
                        <a:pt x="44" y="208"/>
                      </a:lnTo>
                      <a:lnTo>
                        <a:pt x="48" y="263"/>
                      </a:lnTo>
                      <a:lnTo>
                        <a:pt x="55" y="337"/>
                      </a:lnTo>
                      <a:lnTo>
                        <a:pt x="59" y="398"/>
                      </a:lnTo>
                      <a:lnTo>
                        <a:pt x="61" y="447"/>
                      </a:lnTo>
                      <a:lnTo>
                        <a:pt x="63" y="498"/>
                      </a:lnTo>
                      <a:lnTo>
                        <a:pt x="68" y="550"/>
                      </a:lnTo>
                      <a:lnTo>
                        <a:pt x="73" y="460"/>
                      </a:lnTo>
                      <a:lnTo>
                        <a:pt x="80" y="376"/>
                      </a:lnTo>
                      <a:lnTo>
                        <a:pt x="91" y="296"/>
                      </a:lnTo>
                    </a:path>
                  </a:pathLst>
                </a:custGeom>
                <a:solidFill>
                  <a:srgbClr val="3C002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8" name="Google Shape;28;p70"/>
                <p:cNvSpPr/>
                <p:nvPr/>
              </p:nvSpPr>
              <p:spPr>
                <a:xfrm>
                  <a:off x="2247" y="1201"/>
                  <a:ext cx="246" cy="466"/>
                </a:xfrm>
                <a:custGeom>
                  <a:rect b="b" l="l" r="r" t="t"/>
                  <a:pathLst>
                    <a:path extrusionOk="0" h="466" w="246">
                      <a:moveTo>
                        <a:pt x="147" y="109"/>
                      </a:moveTo>
                      <a:lnTo>
                        <a:pt x="143" y="88"/>
                      </a:lnTo>
                      <a:lnTo>
                        <a:pt x="136" y="67"/>
                      </a:lnTo>
                      <a:lnTo>
                        <a:pt x="127" y="44"/>
                      </a:lnTo>
                      <a:lnTo>
                        <a:pt x="117" y="27"/>
                      </a:lnTo>
                      <a:lnTo>
                        <a:pt x="105" y="12"/>
                      </a:lnTo>
                      <a:lnTo>
                        <a:pt x="89" y="5"/>
                      </a:lnTo>
                      <a:lnTo>
                        <a:pt x="69" y="0"/>
                      </a:lnTo>
                      <a:lnTo>
                        <a:pt x="55" y="1"/>
                      </a:lnTo>
                      <a:lnTo>
                        <a:pt x="39" y="0"/>
                      </a:lnTo>
                      <a:lnTo>
                        <a:pt x="49" y="11"/>
                      </a:lnTo>
                      <a:lnTo>
                        <a:pt x="58" y="12"/>
                      </a:lnTo>
                      <a:lnTo>
                        <a:pt x="69" y="19"/>
                      </a:lnTo>
                      <a:lnTo>
                        <a:pt x="80" y="25"/>
                      </a:lnTo>
                      <a:lnTo>
                        <a:pt x="96" y="39"/>
                      </a:lnTo>
                      <a:lnTo>
                        <a:pt x="109" y="58"/>
                      </a:lnTo>
                      <a:lnTo>
                        <a:pt x="118" y="82"/>
                      </a:lnTo>
                      <a:lnTo>
                        <a:pt x="130" y="134"/>
                      </a:lnTo>
                      <a:lnTo>
                        <a:pt x="96" y="99"/>
                      </a:lnTo>
                      <a:lnTo>
                        <a:pt x="85" y="91"/>
                      </a:lnTo>
                      <a:lnTo>
                        <a:pt x="73" y="85"/>
                      </a:lnTo>
                      <a:lnTo>
                        <a:pt x="61" y="83"/>
                      </a:lnTo>
                      <a:lnTo>
                        <a:pt x="54" y="80"/>
                      </a:lnTo>
                      <a:lnTo>
                        <a:pt x="32" y="75"/>
                      </a:lnTo>
                      <a:lnTo>
                        <a:pt x="0" y="72"/>
                      </a:lnTo>
                      <a:lnTo>
                        <a:pt x="0" y="103"/>
                      </a:lnTo>
                      <a:lnTo>
                        <a:pt x="7" y="103"/>
                      </a:lnTo>
                      <a:lnTo>
                        <a:pt x="17" y="104"/>
                      </a:lnTo>
                      <a:lnTo>
                        <a:pt x="29" y="103"/>
                      </a:lnTo>
                      <a:lnTo>
                        <a:pt x="38" y="103"/>
                      </a:lnTo>
                      <a:lnTo>
                        <a:pt x="62" y="107"/>
                      </a:lnTo>
                      <a:lnTo>
                        <a:pt x="72" y="111"/>
                      </a:lnTo>
                      <a:lnTo>
                        <a:pt x="108" y="129"/>
                      </a:lnTo>
                      <a:lnTo>
                        <a:pt x="127" y="144"/>
                      </a:lnTo>
                      <a:lnTo>
                        <a:pt x="113" y="146"/>
                      </a:lnTo>
                      <a:lnTo>
                        <a:pt x="104" y="146"/>
                      </a:lnTo>
                      <a:lnTo>
                        <a:pt x="89" y="161"/>
                      </a:lnTo>
                      <a:lnTo>
                        <a:pt x="82" y="183"/>
                      </a:lnTo>
                      <a:lnTo>
                        <a:pt x="92" y="171"/>
                      </a:lnTo>
                      <a:lnTo>
                        <a:pt x="120" y="155"/>
                      </a:lnTo>
                      <a:lnTo>
                        <a:pt x="137" y="162"/>
                      </a:lnTo>
                      <a:lnTo>
                        <a:pt x="126" y="170"/>
                      </a:lnTo>
                      <a:lnTo>
                        <a:pt x="113" y="171"/>
                      </a:lnTo>
                      <a:lnTo>
                        <a:pt x="79" y="189"/>
                      </a:lnTo>
                      <a:lnTo>
                        <a:pt x="69" y="193"/>
                      </a:lnTo>
                      <a:lnTo>
                        <a:pt x="57" y="199"/>
                      </a:lnTo>
                      <a:lnTo>
                        <a:pt x="48" y="209"/>
                      </a:lnTo>
                      <a:lnTo>
                        <a:pt x="37" y="233"/>
                      </a:lnTo>
                      <a:lnTo>
                        <a:pt x="31" y="251"/>
                      </a:lnTo>
                      <a:lnTo>
                        <a:pt x="13" y="310"/>
                      </a:lnTo>
                      <a:lnTo>
                        <a:pt x="6" y="325"/>
                      </a:lnTo>
                      <a:lnTo>
                        <a:pt x="36" y="281"/>
                      </a:lnTo>
                      <a:lnTo>
                        <a:pt x="50" y="265"/>
                      </a:lnTo>
                      <a:lnTo>
                        <a:pt x="72" y="231"/>
                      </a:lnTo>
                      <a:lnTo>
                        <a:pt x="83" y="218"/>
                      </a:lnTo>
                      <a:lnTo>
                        <a:pt x="92" y="209"/>
                      </a:lnTo>
                      <a:lnTo>
                        <a:pt x="118" y="194"/>
                      </a:lnTo>
                      <a:lnTo>
                        <a:pt x="132" y="181"/>
                      </a:lnTo>
                      <a:lnTo>
                        <a:pt x="121" y="195"/>
                      </a:lnTo>
                      <a:lnTo>
                        <a:pt x="94" y="269"/>
                      </a:lnTo>
                      <a:lnTo>
                        <a:pt x="84" y="302"/>
                      </a:lnTo>
                      <a:lnTo>
                        <a:pt x="79" y="320"/>
                      </a:lnTo>
                      <a:lnTo>
                        <a:pt x="76" y="338"/>
                      </a:lnTo>
                      <a:lnTo>
                        <a:pt x="75" y="359"/>
                      </a:lnTo>
                      <a:lnTo>
                        <a:pt x="74" y="375"/>
                      </a:lnTo>
                      <a:lnTo>
                        <a:pt x="71" y="408"/>
                      </a:lnTo>
                      <a:lnTo>
                        <a:pt x="84" y="375"/>
                      </a:lnTo>
                      <a:lnTo>
                        <a:pt x="92" y="330"/>
                      </a:lnTo>
                      <a:lnTo>
                        <a:pt x="98" y="303"/>
                      </a:lnTo>
                      <a:lnTo>
                        <a:pt x="104" y="286"/>
                      </a:lnTo>
                      <a:lnTo>
                        <a:pt x="118" y="252"/>
                      </a:lnTo>
                      <a:lnTo>
                        <a:pt x="124" y="236"/>
                      </a:lnTo>
                      <a:lnTo>
                        <a:pt x="128" y="216"/>
                      </a:lnTo>
                      <a:lnTo>
                        <a:pt x="137" y="188"/>
                      </a:lnTo>
                      <a:lnTo>
                        <a:pt x="125" y="214"/>
                      </a:lnTo>
                      <a:lnTo>
                        <a:pt x="119" y="243"/>
                      </a:lnTo>
                      <a:lnTo>
                        <a:pt x="117" y="302"/>
                      </a:lnTo>
                      <a:lnTo>
                        <a:pt x="118" y="323"/>
                      </a:lnTo>
                      <a:lnTo>
                        <a:pt x="120" y="362"/>
                      </a:lnTo>
                      <a:lnTo>
                        <a:pt x="123" y="377"/>
                      </a:lnTo>
                      <a:lnTo>
                        <a:pt x="138" y="439"/>
                      </a:lnTo>
                      <a:lnTo>
                        <a:pt x="141" y="465"/>
                      </a:lnTo>
                      <a:lnTo>
                        <a:pt x="137" y="379"/>
                      </a:lnTo>
                      <a:lnTo>
                        <a:pt x="128" y="313"/>
                      </a:lnTo>
                      <a:lnTo>
                        <a:pt x="126" y="291"/>
                      </a:lnTo>
                      <a:lnTo>
                        <a:pt x="125" y="238"/>
                      </a:lnTo>
                      <a:lnTo>
                        <a:pt x="127" y="223"/>
                      </a:lnTo>
                      <a:lnTo>
                        <a:pt x="133" y="196"/>
                      </a:lnTo>
                      <a:lnTo>
                        <a:pt x="138" y="179"/>
                      </a:lnTo>
                      <a:lnTo>
                        <a:pt x="147" y="189"/>
                      </a:lnTo>
                      <a:lnTo>
                        <a:pt x="161" y="212"/>
                      </a:lnTo>
                      <a:lnTo>
                        <a:pt x="177" y="259"/>
                      </a:lnTo>
                      <a:lnTo>
                        <a:pt x="188" y="298"/>
                      </a:lnTo>
                      <a:lnTo>
                        <a:pt x="197" y="333"/>
                      </a:lnTo>
                      <a:lnTo>
                        <a:pt x="213" y="384"/>
                      </a:lnTo>
                      <a:lnTo>
                        <a:pt x="223" y="411"/>
                      </a:lnTo>
                      <a:lnTo>
                        <a:pt x="232" y="429"/>
                      </a:lnTo>
                      <a:lnTo>
                        <a:pt x="228" y="403"/>
                      </a:lnTo>
                      <a:lnTo>
                        <a:pt x="193" y="292"/>
                      </a:lnTo>
                      <a:lnTo>
                        <a:pt x="171" y="232"/>
                      </a:lnTo>
                      <a:lnTo>
                        <a:pt x="165" y="210"/>
                      </a:lnTo>
                      <a:lnTo>
                        <a:pt x="160" y="190"/>
                      </a:lnTo>
                      <a:lnTo>
                        <a:pt x="144" y="150"/>
                      </a:lnTo>
                      <a:lnTo>
                        <a:pt x="147" y="132"/>
                      </a:lnTo>
                      <a:lnTo>
                        <a:pt x="164" y="121"/>
                      </a:lnTo>
                      <a:lnTo>
                        <a:pt x="172" y="125"/>
                      </a:lnTo>
                      <a:lnTo>
                        <a:pt x="183" y="126"/>
                      </a:lnTo>
                      <a:lnTo>
                        <a:pt x="194" y="130"/>
                      </a:lnTo>
                      <a:lnTo>
                        <a:pt x="239" y="136"/>
                      </a:lnTo>
                      <a:lnTo>
                        <a:pt x="236" y="136"/>
                      </a:lnTo>
                      <a:lnTo>
                        <a:pt x="240" y="125"/>
                      </a:lnTo>
                      <a:lnTo>
                        <a:pt x="242" y="125"/>
                      </a:lnTo>
                      <a:lnTo>
                        <a:pt x="230" y="122"/>
                      </a:lnTo>
                      <a:lnTo>
                        <a:pt x="216" y="122"/>
                      </a:lnTo>
                      <a:lnTo>
                        <a:pt x="199" y="127"/>
                      </a:lnTo>
                      <a:lnTo>
                        <a:pt x="180" y="135"/>
                      </a:lnTo>
                      <a:lnTo>
                        <a:pt x="163" y="144"/>
                      </a:lnTo>
                      <a:lnTo>
                        <a:pt x="150" y="149"/>
                      </a:lnTo>
                      <a:lnTo>
                        <a:pt x="168" y="129"/>
                      </a:lnTo>
                      <a:lnTo>
                        <a:pt x="194" y="109"/>
                      </a:lnTo>
                      <a:lnTo>
                        <a:pt x="220" y="100"/>
                      </a:lnTo>
                      <a:lnTo>
                        <a:pt x="232" y="100"/>
                      </a:lnTo>
                      <a:lnTo>
                        <a:pt x="244" y="101"/>
                      </a:lnTo>
                      <a:lnTo>
                        <a:pt x="239" y="101"/>
                      </a:lnTo>
                      <a:lnTo>
                        <a:pt x="245" y="85"/>
                      </a:lnTo>
                      <a:lnTo>
                        <a:pt x="229" y="88"/>
                      </a:lnTo>
                      <a:lnTo>
                        <a:pt x="212" y="97"/>
                      </a:lnTo>
                      <a:lnTo>
                        <a:pt x="193" y="111"/>
                      </a:lnTo>
                      <a:lnTo>
                        <a:pt x="163" y="138"/>
                      </a:lnTo>
                      <a:lnTo>
                        <a:pt x="150" y="149"/>
                      </a:lnTo>
                      <a:lnTo>
                        <a:pt x="157" y="114"/>
                      </a:lnTo>
                      <a:lnTo>
                        <a:pt x="172" y="99"/>
                      </a:lnTo>
                      <a:lnTo>
                        <a:pt x="190" y="85"/>
                      </a:lnTo>
                      <a:lnTo>
                        <a:pt x="214" y="67"/>
                      </a:lnTo>
                      <a:lnTo>
                        <a:pt x="226" y="61"/>
                      </a:lnTo>
                      <a:lnTo>
                        <a:pt x="212" y="57"/>
                      </a:lnTo>
                      <a:lnTo>
                        <a:pt x="200" y="67"/>
                      </a:lnTo>
                      <a:lnTo>
                        <a:pt x="188" y="82"/>
                      </a:lnTo>
                      <a:lnTo>
                        <a:pt x="178" y="93"/>
                      </a:lnTo>
                      <a:lnTo>
                        <a:pt x="163" y="115"/>
                      </a:lnTo>
                      <a:lnTo>
                        <a:pt x="147" y="109"/>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grpSp>
            <p:nvGrpSpPr>
              <p:cNvPr id="29" name="Google Shape;29;p70"/>
              <p:cNvGrpSpPr/>
              <p:nvPr/>
            </p:nvGrpSpPr>
            <p:grpSpPr>
              <a:xfrm>
                <a:off x="1985" y="1419"/>
                <a:ext cx="465" cy="602"/>
                <a:chOff x="1985" y="1419"/>
                <a:chExt cx="465" cy="602"/>
              </a:xfrm>
            </p:grpSpPr>
            <p:sp>
              <p:nvSpPr>
                <p:cNvPr id="30" name="Google Shape;30;p70"/>
                <p:cNvSpPr/>
                <p:nvPr/>
              </p:nvSpPr>
              <p:spPr>
                <a:xfrm>
                  <a:off x="2164" y="1525"/>
                  <a:ext cx="130" cy="496"/>
                </a:xfrm>
                <a:custGeom>
                  <a:rect b="b" l="l" r="r" t="t"/>
                  <a:pathLst>
                    <a:path extrusionOk="0" h="496" w="130">
                      <a:moveTo>
                        <a:pt x="129" y="230"/>
                      </a:moveTo>
                      <a:lnTo>
                        <a:pt x="118" y="330"/>
                      </a:lnTo>
                      <a:lnTo>
                        <a:pt x="107" y="411"/>
                      </a:lnTo>
                      <a:lnTo>
                        <a:pt x="100" y="471"/>
                      </a:lnTo>
                      <a:lnTo>
                        <a:pt x="101" y="495"/>
                      </a:lnTo>
                      <a:lnTo>
                        <a:pt x="86" y="495"/>
                      </a:lnTo>
                      <a:lnTo>
                        <a:pt x="81" y="460"/>
                      </a:lnTo>
                      <a:lnTo>
                        <a:pt x="79" y="408"/>
                      </a:lnTo>
                      <a:lnTo>
                        <a:pt x="73" y="358"/>
                      </a:lnTo>
                      <a:lnTo>
                        <a:pt x="70" y="321"/>
                      </a:lnTo>
                      <a:lnTo>
                        <a:pt x="64" y="268"/>
                      </a:lnTo>
                      <a:lnTo>
                        <a:pt x="56" y="222"/>
                      </a:lnTo>
                      <a:lnTo>
                        <a:pt x="51" y="181"/>
                      </a:lnTo>
                      <a:lnTo>
                        <a:pt x="45" y="137"/>
                      </a:lnTo>
                      <a:lnTo>
                        <a:pt x="35" y="94"/>
                      </a:lnTo>
                      <a:lnTo>
                        <a:pt x="24" y="57"/>
                      </a:lnTo>
                      <a:lnTo>
                        <a:pt x="6" y="21"/>
                      </a:lnTo>
                      <a:lnTo>
                        <a:pt x="0" y="8"/>
                      </a:lnTo>
                      <a:lnTo>
                        <a:pt x="7" y="0"/>
                      </a:lnTo>
                      <a:lnTo>
                        <a:pt x="19" y="14"/>
                      </a:lnTo>
                      <a:lnTo>
                        <a:pt x="35" y="47"/>
                      </a:lnTo>
                      <a:lnTo>
                        <a:pt x="47" y="81"/>
                      </a:lnTo>
                      <a:lnTo>
                        <a:pt x="56" y="116"/>
                      </a:lnTo>
                      <a:lnTo>
                        <a:pt x="63" y="161"/>
                      </a:lnTo>
                      <a:lnTo>
                        <a:pt x="69" y="204"/>
                      </a:lnTo>
                      <a:lnTo>
                        <a:pt x="77" y="262"/>
                      </a:lnTo>
                      <a:lnTo>
                        <a:pt x="84" y="309"/>
                      </a:lnTo>
                      <a:lnTo>
                        <a:pt x="87" y="347"/>
                      </a:lnTo>
                      <a:lnTo>
                        <a:pt x="90" y="386"/>
                      </a:lnTo>
                      <a:lnTo>
                        <a:pt x="96" y="427"/>
                      </a:lnTo>
                      <a:lnTo>
                        <a:pt x="104" y="357"/>
                      </a:lnTo>
                      <a:lnTo>
                        <a:pt x="114" y="292"/>
                      </a:lnTo>
                      <a:lnTo>
                        <a:pt x="129" y="230"/>
                      </a:lnTo>
                    </a:path>
                  </a:pathLst>
                </a:custGeom>
                <a:solidFill>
                  <a:srgbClr val="3C002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1" name="Google Shape;31;p70"/>
                <p:cNvSpPr/>
                <p:nvPr/>
              </p:nvSpPr>
              <p:spPr>
                <a:xfrm>
                  <a:off x="2204" y="1606"/>
                  <a:ext cx="229" cy="358"/>
                </a:xfrm>
                <a:custGeom>
                  <a:rect b="b" l="l" r="r" t="t"/>
                  <a:pathLst>
                    <a:path extrusionOk="0" h="358" w="229">
                      <a:moveTo>
                        <a:pt x="43" y="31"/>
                      </a:moveTo>
                      <a:lnTo>
                        <a:pt x="47" y="39"/>
                      </a:lnTo>
                      <a:lnTo>
                        <a:pt x="51" y="44"/>
                      </a:lnTo>
                      <a:lnTo>
                        <a:pt x="55" y="51"/>
                      </a:lnTo>
                      <a:lnTo>
                        <a:pt x="60" y="58"/>
                      </a:lnTo>
                      <a:lnTo>
                        <a:pt x="64" y="63"/>
                      </a:lnTo>
                      <a:lnTo>
                        <a:pt x="68" y="66"/>
                      </a:lnTo>
                      <a:lnTo>
                        <a:pt x="72" y="69"/>
                      </a:lnTo>
                      <a:lnTo>
                        <a:pt x="70" y="58"/>
                      </a:lnTo>
                      <a:lnTo>
                        <a:pt x="67" y="44"/>
                      </a:lnTo>
                      <a:lnTo>
                        <a:pt x="65" y="30"/>
                      </a:lnTo>
                      <a:lnTo>
                        <a:pt x="63" y="15"/>
                      </a:lnTo>
                      <a:lnTo>
                        <a:pt x="64" y="5"/>
                      </a:lnTo>
                      <a:lnTo>
                        <a:pt x="69" y="5"/>
                      </a:lnTo>
                      <a:lnTo>
                        <a:pt x="70" y="5"/>
                      </a:lnTo>
                      <a:lnTo>
                        <a:pt x="70" y="2"/>
                      </a:lnTo>
                      <a:lnTo>
                        <a:pt x="73" y="16"/>
                      </a:lnTo>
                      <a:lnTo>
                        <a:pt x="76" y="30"/>
                      </a:lnTo>
                      <a:lnTo>
                        <a:pt x="78" y="41"/>
                      </a:lnTo>
                      <a:lnTo>
                        <a:pt x="81" y="56"/>
                      </a:lnTo>
                      <a:lnTo>
                        <a:pt x="82" y="66"/>
                      </a:lnTo>
                      <a:lnTo>
                        <a:pt x="84" y="71"/>
                      </a:lnTo>
                      <a:lnTo>
                        <a:pt x="87" y="66"/>
                      </a:lnTo>
                      <a:lnTo>
                        <a:pt x="89" y="59"/>
                      </a:lnTo>
                      <a:lnTo>
                        <a:pt x="93" y="52"/>
                      </a:lnTo>
                      <a:lnTo>
                        <a:pt x="94" y="39"/>
                      </a:lnTo>
                      <a:lnTo>
                        <a:pt x="95" y="30"/>
                      </a:lnTo>
                      <a:lnTo>
                        <a:pt x="96" y="14"/>
                      </a:lnTo>
                      <a:lnTo>
                        <a:pt x="96" y="0"/>
                      </a:lnTo>
                      <a:lnTo>
                        <a:pt x="101" y="5"/>
                      </a:lnTo>
                      <a:lnTo>
                        <a:pt x="102" y="5"/>
                      </a:lnTo>
                      <a:lnTo>
                        <a:pt x="103" y="5"/>
                      </a:lnTo>
                      <a:lnTo>
                        <a:pt x="104" y="5"/>
                      </a:lnTo>
                      <a:lnTo>
                        <a:pt x="105" y="5"/>
                      </a:lnTo>
                      <a:lnTo>
                        <a:pt x="104" y="5"/>
                      </a:lnTo>
                      <a:lnTo>
                        <a:pt x="102" y="5"/>
                      </a:lnTo>
                      <a:lnTo>
                        <a:pt x="103" y="5"/>
                      </a:lnTo>
                      <a:lnTo>
                        <a:pt x="105" y="5"/>
                      </a:lnTo>
                      <a:lnTo>
                        <a:pt x="103" y="5"/>
                      </a:lnTo>
                      <a:lnTo>
                        <a:pt x="101" y="5"/>
                      </a:lnTo>
                      <a:lnTo>
                        <a:pt x="102" y="5"/>
                      </a:lnTo>
                      <a:lnTo>
                        <a:pt x="101" y="5"/>
                      </a:lnTo>
                      <a:lnTo>
                        <a:pt x="104" y="5"/>
                      </a:lnTo>
                      <a:lnTo>
                        <a:pt x="103" y="5"/>
                      </a:lnTo>
                      <a:lnTo>
                        <a:pt x="100" y="5"/>
                      </a:lnTo>
                      <a:lnTo>
                        <a:pt x="101" y="5"/>
                      </a:lnTo>
                      <a:lnTo>
                        <a:pt x="103" y="5"/>
                      </a:lnTo>
                      <a:lnTo>
                        <a:pt x="102" y="5"/>
                      </a:lnTo>
                      <a:lnTo>
                        <a:pt x="104" y="5"/>
                      </a:lnTo>
                      <a:lnTo>
                        <a:pt x="102" y="5"/>
                      </a:lnTo>
                      <a:lnTo>
                        <a:pt x="107" y="5"/>
                      </a:lnTo>
                      <a:lnTo>
                        <a:pt x="103" y="5"/>
                      </a:lnTo>
                      <a:lnTo>
                        <a:pt x="104" y="5"/>
                      </a:lnTo>
                      <a:lnTo>
                        <a:pt x="107" y="2"/>
                      </a:lnTo>
                      <a:lnTo>
                        <a:pt x="107" y="15"/>
                      </a:lnTo>
                      <a:lnTo>
                        <a:pt x="106" y="31"/>
                      </a:lnTo>
                      <a:lnTo>
                        <a:pt x="105" y="47"/>
                      </a:lnTo>
                      <a:lnTo>
                        <a:pt x="103" y="66"/>
                      </a:lnTo>
                      <a:lnTo>
                        <a:pt x="102" y="83"/>
                      </a:lnTo>
                      <a:lnTo>
                        <a:pt x="101" y="100"/>
                      </a:lnTo>
                      <a:lnTo>
                        <a:pt x="105" y="95"/>
                      </a:lnTo>
                      <a:lnTo>
                        <a:pt x="111" y="88"/>
                      </a:lnTo>
                      <a:lnTo>
                        <a:pt x="118" y="80"/>
                      </a:lnTo>
                      <a:lnTo>
                        <a:pt x="123" y="78"/>
                      </a:lnTo>
                      <a:lnTo>
                        <a:pt x="129" y="76"/>
                      </a:lnTo>
                      <a:lnTo>
                        <a:pt x="134" y="79"/>
                      </a:lnTo>
                      <a:lnTo>
                        <a:pt x="139" y="79"/>
                      </a:lnTo>
                      <a:lnTo>
                        <a:pt x="146" y="81"/>
                      </a:lnTo>
                      <a:lnTo>
                        <a:pt x="154" y="83"/>
                      </a:lnTo>
                      <a:lnTo>
                        <a:pt x="162" y="83"/>
                      </a:lnTo>
                      <a:lnTo>
                        <a:pt x="169" y="81"/>
                      </a:lnTo>
                      <a:lnTo>
                        <a:pt x="176" y="81"/>
                      </a:lnTo>
                      <a:lnTo>
                        <a:pt x="182" y="83"/>
                      </a:lnTo>
                      <a:lnTo>
                        <a:pt x="188" y="88"/>
                      </a:lnTo>
                      <a:lnTo>
                        <a:pt x="195" y="93"/>
                      </a:lnTo>
                      <a:lnTo>
                        <a:pt x="200" y="98"/>
                      </a:lnTo>
                      <a:lnTo>
                        <a:pt x="205" y="104"/>
                      </a:lnTo>
                      <a:lnTo>
                        <a:pt x="211" y="112"/>
                      </a:lnTo>
                      <a:lnTo>
                        <a:pt x="214" y="117"/>
                      </a:lnTo>
                      <a:lnTo>
                        <a:pt x="220" y="129"/>
                      </a:lnTo>
                      <a:lnTo>
                        <a:pt x="223" y="142"/>
                      </a:lnTo>
                      <a:lnTo>
                        <a:pt x="228" y="155"/>
                      </a:lnTo>
                      <a:lnTo>
                        <a:pt x="223" y="156"/>
                      </a:lnTo>
                      <a:lnTo>
                        <a:pt x="217" y="154"/>
                      </a:lnTo>
                      <a:lnTo>
                        <a:pt x="210" y="152"/>
                      </a:lnTo>
                      <a:lnTo>
                        <a:pt x="205" y="150"/>
                      </a:lnTo>
                      <a:lnTo>
                        <a:pt x="200" y="147"/>
                      </a:lnTo>
                      <a:lnTo>
                        <a:pt x="195" y="143"/>
                      </a:lnTo>
                      <a:lnTo>
                        <a:pt x="189" y="138"/>
                      </a:lnTo>
                      <a:lnTo>
                        <a:pt x="184" y="135"/>
                      </a:lnTo>
                      <a:lnTo>
                        <a:pt x="179" y="133"/>
                      </a:lnTo>
                      <a:lnTo>
                        <a:pt x="171" y="131"/>
                      </a:lnTo>
                      <a:lnTo>
                        <a:pt x="162" y="129"/>
                      </a:lnTo>
                      <a:lnTo>
                        <a:pt x="154" y="126"/>
                      </a:lnTo>
                      <a:lnTo>
                        <a:pt x="146" y="124"/>
                      </a:lnTo>
                      <a:lnTo>
                        <a:pt x="138" y="122"/>
                      </a:lnTo>
                      <a:lnTo>
                        <a:pt x="132" y="121"/>
                      </a:lnTo>
                      <a:lnTo>
                        <a:pt x="128" y="120"/>
                      </a:lnTo>
                      <a:lnTo>
                        <a:pt x="122" y="120"/>
                      </a:lnTo>
                      <a:lnTo>
                        <a:pt x="116" y="121"/>
                      </a:lnTo>
                      <a:lnTo>
                        <a:pt x="112" y="122"/>
                      </a:lnTo>
                      <a:lnTo>
                        <a:pt x="107" y="125"/>
                      </a:lnTo>
                      <a:lnTo>
                        <a:pt x="100" y="129"/>
                      </a:lnTo>
                      <a:lnTo>
                        <a:pt x="105" y="135"/>
                      </a:lnTo>
                      <a:lnTo>
                        <a:pt x="111" y="140"/>
                      </a:lnTo>
                      <a:lnTo>
                        <a:pt x="116" y="147"/>
                      </a:lnTo>
                      <a:lnTo>
                        <a:pt x="122" y="150"/>
                      </a:lnTo>
                      <a:lnTo>
                        <a:pt x="129" y="155"/>
                      </a:lnTo>
                      <a:lnTo>
                        <a:pt x="133" y="158"/>
                      </a:lnTo>
                      <a:lnTo>
                        <a:pt x="139" y="159"/>
                      </a:lnTo>
                      <a:lnTo>
                        <a:pt x="147" y="162"/>
                      </a:lnTo>
                      <a:lnTo>
                        <a:pt x="154" y="165"/>
                      </a:lnTo>
                      <a:lnTo>
                        <a:pt x="161" y="167"/>
                      </a:lnTo>
                      <a:lnTo>
                        <a:pt x="168" y="169"/>
                      </a:lnTo>
                      <a:lnTo>
                        <a:pt x="174" y="170"/>
                      </a:lnTo>
                      <a:lnTo>
                        <a:pt x="181" y="174"/>
                      </a:lnTo>
                      <a:lnTo>
                        <a:pt x="187" y="175"/>
                      </a:lnTo>
                      <a:lnTo>
                        <a:pt x="191" y="179"/>
                      </a:lnTo>
                      <a:lnTo>
                        <a:pt x="197" y="186"/>
                      </a:lnTo>
                      <a:lnTo>
                        <a:pt x="202" y="193"/>
                      </a:lnTo>
                      <a:lnTo>
                        <a:pt x="206" y="202"/>
                      </a:lnTo>
                      <a:lnTo>
                        <a:pt x="212" y="212"/>
                      </a:lnTo>
                      <a:lnTo>
                        <a:pt x="214" y="218"/>
                      </a:lnTo>
                      <a:lnTo>
                        <a:pt x="217" y="229"/>
                      </a:lnTo>
                      <a:lnTo>
                        <a:pt x="219" y="240"/>
                      </a:lnTo>
                      <a:lnTo>
                        <a:pt x="221" y="253"/>
                      </a:lnTo>
                      <a:lnTo>
                        <a:pt x="224" y="262"/>
                      </a:lnTo>
                      <a:lnTo>
                        <a:pt x="219" y="257"/>
                      </a:lnTo>
                      <a:lnTo>
                        <a:pt x="212" y="250"/>
                      </a:lnTo>
                      <a:lnTo>
                        <a:pt x="206" y="245"/>
                      </a:lnTo>
                      <a:lnTo>
                        <a:pt x="200" y="238"/>
                      </a:lnTo>
                      <a:lnTo>
                        <a:pt x="194" y="231"/>
                      </a:lnTo>
                      <a:lnTo>
                        <a:pt x="188" y="226"/>
                      </a:lnTo>
                      <a:lnTo>
                        <a:pt x="182" y="219"/>
                      </a:lnTo>
                      <a:lnTo>
                        <a:pt x="176" y="213"/>
                      </a:lnTo>
                      <a:lnTo>
                        <a:pt x="169" y="206"/>
                      </a:lnTo>
                      <a:lnTo>
                        <a:pt x="163" y="199"/>
                      </a:lnTo>
                      <a:lnTo>
                        <a:pt x="158" y="194"/>
                      </a:lnTo>
                      <a:lnTo>
                        <a:pt x="151" y="187"/>
                      </a:lnTo>
                      <a:lnTo>
                        <a:pt x="145" y="182"/>
                      </a:lnTo>
                      <a:lnTo>
                        <a:pt x="139" y="177"/>
                      </a:lnTo>
                      <a:lnTo>
                        <a:pt x="133" y="172"/>
                      </a:lnTo>
                      <a:lnTo>
                        <a:pt x="129" y="170"/>
                      </a:lnTo>
                      <a:lnTo>
                        <a:pt x="125" y="166"/>
                      </a:lnTo>
                      <a:lnTo>
                        <a:pt x="119" y="162"/>
                      </a:lnTo>
                      <a:lnTo>
                        <a:pt x="115" y="158"/>
                      </a:lnTo>
                      <a:lnTo>
                        <a:pt x="111" y="159"/>
                      </a:lnTo>
                      <a:lnTo>
                        <a:pt x="107" y="162"/>
                      </a:lnTo>
                      <a:lnTo>
                        <a:pt x="103" y="161"/>
                      </a:lnTo>
                      <a:lnTo>
                        <a:pt x="99" y="158"/>
                      </a:lnTo>
                      <a:lnTo>
                        <a:pt x="98" y="170"/>
                      </a:lnTo>
                      <a:lnTo>
                        <a:pt x="97" y="185"/>
                      </a:lnTo>
                      <a:lnTo>
                        <a:pt x="100" y="197"/>
                      </a:lnTo>
                      <a:lnTo>
                        <a:pt x="102" y="211"/>
                      </a:lnTo>
                      <a:lnTo>
                        <a:pt x="107" y="220"/>
                      </a:lnTo>
                      <a:lnTo>
                        <a:pt x="111" y="231"/>
                      </a:lnTo>
                      <a:lnTo>
                        <a:pt x="115" y="245"/>
                      </a:lnTo>
                      <a:lnTo>
                        <a:pt x="119" y="259"/>
                      </a:lnTo>
                      <a:lnTo>
                        <a:pt x="123" y="268"/>
                      </a:lnTo>
                      <a:lnTo>
                        <a:pt x="127" y="278"/>
                      </a:lnTo>
                      <a:lnTo>
                        <a:pt x="131" y="297"/>
                      </a:lnTo>
                      <a:lnTo>
                        <a:pt x="132" y="312"/>
                      </a:lnTo>
                      <a:lnTo>
                        <a:pt x="135" y="331"/>
                      </a:lnTo>
                      <a:lnTo>
                        <a:pt x="138" y="349"/>
                      </a:lnTo>
                      <a:lnTo>
                        <a:pt x="125" y="349"/>
                      </a:lnTo>
                      <a:lnTo>
                        <a:pt x="122" y="349"/>
                      </a:lnTo>
                      <a:lnTo>
                        <a:pt x="114" y="328"/>
                      </a:lnTo>
                      <a:lnTo>
                        <a:pt x="108" y="307"/>
                      </a:lnTo>
                      <a:lnTo>
                        <a:pt x="103" y="290"/>
                      </a:lnTo>
                      <a:lnTo>
                        <a:pt x="100" y="273"/>
                      </a:lnTo>
                      <a:lnTo>
                        <a:pt x="98" y="255"/>
                      </a:lnTo>
                      <a:lnTo>
                        <a:pt x="95" y="236"/>
                      </a:lnTo>
                      <a:lnTo>
                        <a:pt x="90" y="209"/>
                      </a:lnTo>
                      <a:lnTo>
                        <a:pt x="87" y="200"/>
                      </a:lnTo>
                      <a:lnTo>
                        <a:pt x="84" y="184"/>
                      </a:lnTo>
                      <a:lnTo>
                        <a:pt x="81" y="177"/>
                      </a:lnTo>
                      <a:lnTo>
                        <a:pt x="78" y="179"/>
                      </a:lnTo>
                      <a:lnTo>
                        <a:pt x="75" y="181"/>
                      </a:lnTo>
                      <a:lnTo>
                        <a:pt x="74" y="191"/>
                      </a:lnTo>
                      <a:lnTo>
                        <a:pt x="74" y="186"/>
                      </a:lnTo>
                      <a:lnTo>
                        <a:pt x="74" y="192"/>
                      </a:lnTo>
                      <a:lnTo>
                        <a:pt x="73" y="197"/>
                      </a:lnTo>
                      <a:lnTo>
                        <a:pt x="72" y="198"/>
                      </a:lnTo>
                      <a:lnTo>
                        <a:pt x="74" y="197"/>
                      </a:lnTo>
                      <a:lnTo>
                        <a:pt x="73" y="194"/>
                      </a:lnTo>
                      <a:lnTo>
                        <a:pt x="74" y="189"/>
                      </a:lnTo>
                      <a:lnTo>
                        <a:pt x="74" y="186"/>
                      </a:lnTo>
                      <a:lnTo>
                        <a:pt x="74" y="187"/>
                      </a:lnTo>
                      <a:lnTo>
                        <a:pt x="74" y="192"/>
                      </a:lnTo>
                      <a:lnTo>
                        <a:pt x="75" y="197"/>
                      </a:lnTo>
                      <a:lnTo>
                        <a:pt x="73" y="198"/>
                      </a:lnTo>
                      <a:lnTo>
                        <a:pt x="70" y="206"/>
                      </a:lnTo>
                      <a:lnTo>
                        <a:pt x="65" y="218"/>
                      </a:lnTo>
                      <a:lnTo>
                        <a:pt x="61" y="227"/>
                      </a:lnTo>
                      <a:lnTo>
                        <a:pt x="58" y="236"/>
                      </a:lnTo>
                      <a:lnTo>
                        <a:pt x="54" y="248"/>
                      </a:lnTo>
                      <a:lnTo>
                        <a:pt x="51" y="257"/>
                      </a:lnTo>
                      <a:lnTo>
                        <a:pt x="47" y="268"/>
                      </a:lnTo>
                      <a:lnTo>
                        <a:pt x="43" y="280"/>
                      </a:lnTo>
                      <a:lnTo>
                        <a:pt x="40" y="293"/>
                      </a:lnTo>
                      <a:lnTo>
                        <a:pt x="36" y="307"/>
                      </a:lnTo>
                      <a:lnTo>
                        <a:pt x="32" y="322"/>
                      </a:lnTo>
                      <a:lnTo>
                        <a:pt x="29" y="339"/>
                      </a:lnTo>
                      <a:lnTo>
                        <a:pt x="24" y="357"/>
                      </a:lnTo>
                      <a:lnTo>
                        <a:pt x="26" y="335"/>
                      </a:lnTo>
                      <a:lnTo>
                        <a:pt x="27" y="321"/>
                      </a:lnTo>
                      <a:lnTo>
                        <a:pt x="28" y="304"/>
                      </a:lnTo>
                      <a:lnTo>
                        <a:pt x="29" y="295"/>
                      </a:lnTo>
                      <a:lnTo>
                        <a:pt x="31" y="287"/>
                      </a:lnTo>
                      <a:lnTo>
                        <a:pt x="33" y="273"/>
                      </a:lnTo>
                      <a:lnTo>
                        <a:pt x="36" y="260"/>
                      </a:lnTo>
                      <a:lnTo>
                        <a:pt x="38" y="249"/>
                      </a:lnTo>
                      <a:lnTo>
                        <a:pt x="43" y="236"/>
                      </a:lnTo>
                      <a:lnTo>
                        <a:pt x="47" y="224"/>
                      </a:lnTo>
                      <a:lnTo>
                        <a:pt x="52" y="211"/>
                      </a:lnTo>
                      <a:lnTo>
                        <a:pt x="56" y="197"/>
                      </a:lnTo>
                      <a:lnTo>
                        <a:pt x="59" y="189"/>
                      </a:lnTo>
                      <a:lnTo>
                        <a:pt x="63" y="181"/>
                      </a:lnTo>
                      <a:lnTo>
                        <a:pt x="68" y="172"/>
                      </a:lnTo>
                      <a:lnTo>
                        <a:pt x="73" y="164"/>
                      </a:lnTo>
                      <a:lnTo>
                        <a:pt x="77" y="154"/>
                      </a:lnTo>
                      <a:lnTo>
                        <a:pt x="82" y="143"/>
                      </a:lnTo>
                      <a:lnTo>
                        <a:pt x="80" y="139"/>
                      </a:lnTo>
                      <a:lnTo>
                        <a:pt x="76" y="133"/>
                      </a:lnTo>
                      <a:lnTo>
                        <a:pt x="73" y="129"/>
                      </a:lnTo>
                      <a:lnTo>
                        <a:pt x="70" y="132"/>
                      </a:lnTo>
                      <a:lnTo>
                        <a:pt x="65" y="139"/>
                      </a:lnTo>
                      <a:lnTo>
                        <a:pt x="60" y="147"/>
                      </a:lnTo>
                      <a:lnTo>
                        <a:pt x="55" y="154"/>
                      </a:lnTo>
                      <a:lnTo>
                        <a:pt x="51" y="164"/>
                      </a:lnTo>
                      <a:lnTo>
                        <a:pt x="45" y="177"/>
                      </a:lnTo>
                      <a:lnTo>
                        <a:pt x="40" y="189"/>
                      </a:lnTo>
                      <a:lnTo>
                        <a:pt x="36" y="199"/>
                      </a:lnTo>
                      <a:lnTo>
                        <a:pt x="31" y="207"/>
                      </a:lnTo>
                      <a:lnTo>
                        <a:pt x="27" y="218"/>
                      </a:lnTo>
                      <a:lnTo>
                        <a:pt x="22" y="230"/>
                      </a:lnTo>
                      <a:lnTo>
                        <a:pt x="18" y="243"/>
                      </a:lnTo>
                      <a:lnTo>
                        <a:pt x="14" y="255"/>
                      </a:lnTo>
                      <a:lnTo>
                        <a:pt x="9" y="268"/>
                      </a:lnTo>
                      <a:lnTo>
                        <a:pt x="5" y="282"/>
                      </a:lnTo>
                      <a:lnTo>
                        <a:pt x="0" y="298"/>
                      </a:lnTo>
                      <a:lnTo>
                        <a:pt x="2" y="278"/>
                      </a:lnTo>
                      <a:lnTo>
                        <a:pt x="4" y="262"/>
                      </a:lnTo>
                      <a:lnTo>
                        <a:pt x="5" y="248"/>
                      </a:lnTo>
                      <a:lnTo>
                        <a:pt x="6" y="244"/>
                      </a:lnTo>
                      <a:lnTo>
                        <a:pt x="9" y="238"/>
                      </a:lnTo>
                      <a:lnTo>
                        <a:pt x="13" y="229"/>
                      </a:lnTo>
                      <a:lnTo>
                        <a:pt x="17" y="219"/>
                      </a:lnTo>
                      <a:lnTo>
                        <a:pt x="22" y="209"/>
                      </a:lnTo>
                      <a:lnTo>
                        <a:pt x="27" y="199"/>
                      </a:lnTo>
                      <a:lnTo>
                        <a:pt x="33" y="187"/>
                      </a:lnTo>
                      <a:lnTo>
                        <a:pt x="37" y="179"/>
                      </a:lnTo>
                      <a:lnTo>
                        <a:pt x="43" y="170"/>
                      </a:lnTo>
                      <a:lnTo>
                        <a:pt x="49" y="159"/>
                      </a:lnTo>
                      <a:lnTo>
                        <a:pt x="55" y="149"/>
                      </a:lnTo>
                      <a:lnTo>
                        <a:pt x="60" y="142"/>
                      </a:lnTo>
                      <a:lnTo>
                        <a:pt x="70" y="130"/>
                      </a:lnTo>
                      <a:lnTo>
                        <a:pt x="75" y="125"/>
                      </a:lnTo>
                      <a:lnTo>
                        <a:pt x="78" y="123"/>
                      </a:lnTo>
                      <a:lnTo>
                        <a:pt x="73" y="117"/>
                      </a:lnTo>
                      <a:lnTo>
                        <a:pt x="67" y="108"/>
                      </a:lnTo>
                      <a:lnTo>
                        <a:pt x="62" y="99"/>
                      </a:lnTo>
                      <a:lnTo>
                        <a:pt x="57" y="92"/>
                      </a:lnTo>
                      <a:lnTo>
                        <a:pt x="52" y="85"/>
                      </a:lnTo>
                      <a:lnTo>
                        <a:pt x="47" y="78"/>
                      </a:lnTo>
                      <a:lnTo>
                        <a:pt x="43" y="71"/>
                      </a:lnTo>
                      <a:lnTo>
                        <a:pt x="37" y="59"/>
                      </a:lnTo>
                      <a:lnTo>
                        <a:pt x="32" y="48"/>
                      </a:lnTo>
                      <a:lnTo>
                        <a:pt x="26" y="38"/>
                      </a:lnTo>
                      <a:lnTo>
                        <a:pt x="19" y="26"/>
                      </a:lnTo>
                      <a:lnTo>
                        <a:pt x="14" y="19"/>
                      </a:lnTo>
                      <a:lnTo>
                        <a:pt x="11" y="12"/>
                      </a:lnTo>
                      <a:lnTo>
                        <a:pt x="7" y="4"/>
                      </a:lnTo>
                      <a:lnTo>
                        <a:pt x="14" y="5"/>
                      </a:lnTo>
                      <a:lnTo>
                        <a:pt x="27" y="5"/>
                      </a:lnTo>
                      <a:lnTo>
                        <a:pt x="31" y="10"/>
                      </a:lnTo>
                      <a:lnTo>
                        <a:pt x="37" y="22"/>
                      </a:lnTo>
                      <a:lnTo>
                        <a:pt x="43" y="31"/>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nvGrpSpPr>
                <p:cNvPr id="32" name="Google Shape;32;p70"/>
                <p:cNvGrpSpPr/>
                <p:nvPr/>
              </p:nvGrpSpPr>
              <p:grpSpPr>
                <a:xfrm>
                  <a:off x="1985" y="1419"/>
                  <a:ext cx="465" cy="349"/>
                  <a:chOff x="1985" y="1419"/>
                  <a:chExt cx="465" cy="349"/>
                </a:xfrm>
              </p:grpSpPr>
              <p:sp>
                <p:nvSpPr>
                  <p:cNvPr id="33" name="Google Shape;33;p70"/>
                  <p:cNvSpPr/>
                  <p:nvPr/>
                </p:nvSpPr>
                <p:spPr>
                  <a:xfrm>
                    <a:off x="2030" y="1419"/>
                    <a:ext cx="420" cy="326"/>
                  </a:xfrm>
                  <a:custGeom>
                    <a:rect b="b" l="l" r="r" t="t"/>
                    <a:pathLst>
                      <a:path extrusionOk="0" h="326" w="420">
                        <a:moveTo>
                          <a:pt x="132" y="83"/>
                        </a:moveTo>
                        <a:lnTo>
                          <a:pt x="135" y="74"/>
                        </a:lnTo>
                        <a:lnTo>
                          <a:pt x="140" y="65"/>
                        </a:lnTo>
                        <a:lnTo>
                          <a:pt x="146" y="57"/>
                        </a:lnTo>
                        <a:lnTo>
                          <a:pt x="152" y="48"/>
                        </a:lnTo>
                        <a:lnTo>
                          <a:pt x="159" y="41"/>
                        </a:lnTo>
                        <a:lnTo>
                          <a:pt x="164" y="34"/>
                        </a:lnTo>
                        <a:lnTo>
                          <a:pt x="170" y="29"/>
                        </a:lnTo>
                        <a:lnTo>
                          <a:pt x="176" y="25"/>
                        </a:lnTo>
                        <a:lnTo>
                          <a:pt x="181" y="20"/>
                        </a:lnTo>
                        <a:lnTo>
                          <a:pt x="187" y="17"/>
                        </a:lnTo>
                        <a:lnTo>
                          <a:pt x="193" y="13"/>
                        </a:lnTo>
                        <a:lnTo>
                          <a:pt x="199" y="10"/>
                        </a:lnTo>
                        <a:lnTo>
                          <a:pt x="204" y="8"/>
                        </a:lnTo>
                        <a:lnTo>
                          <a:pt x="212" y="6"/>
                        </a:lnTo>
                        <a:lnTo>
                          <a:pt x="220" y="5"/>
                        </a:lnTo>
                        <a:lnTo>
                          <a:pt x="226" y="3"/>
                        </a:lnTo>
                        <a:lnTo>
                          <a:pt x="233" y="2"/>
                        </a:lnTo>
                        <a:lnTo>
                          <a:pt x="241" y="2"/>
                        </a:lnTo>
                        <a:lnTo>
                          <a:pt x="248" y="1"/>
                        </a:lnTo>
                        <a:lnTo>
                          <a:pt x="258" y="1"/>
                        </a:lnTo>
                        <a:lnTo>
                          <a:pt x="265" y="1"/>
                        </a:lnTo>
                        <a:lnTo>
                          <a:pt x="272" y="2"/>
                        </a:lnTo>
                        <a:lnTo>
                          <a:pt x="279" y="2"/>
                        </a:lnTo>
                        <a:lnTo>
                          <a:pt x="285" y="1"/>
                        </a:lnTo>
                        <a:lnTo>
                          <a:pt x="293" y="1"/>
                        </a:lnTo>
                        <a:lnTo>
                          <a:pt x="300" y="0"/>
                        </a:lnTo>
                        <a:lnTo>
                          <a:pt x="296" y="2"/>
                        </a:lnTo>
                        <a:lnTo>
                          <a:pt x="293" y="3"/>
                        </a:lnTo>
                        <a:lnTo>
                          <a:pt x="290" y="6"/>
                        </a:lnTo>
                        <a:lnTo>
                          <a:pt x="287" y="10"/>
                        </a:lnTo>
                        <a:lnTo>
                          <a:pt x="281" y="10"/>
                        </a:lnTo>
                        <a:lnTo>
                          <a:pt x="275" y="10"/>
                        </a:lnTo>
                        <a:lnTo>
                          <a:pt x="270" y="11"/>
                        </a:lnTo>
                        <a:lnTo>
                          <a:pt x="265" y="12"/>
                        </a:lnTo>
                        <a:lnTo>
                          <a:pt x="260" y="14"/>
                        </a:lnTo>
                        <a:lnTo>
                          <a:pt x="254" y="15"/>
                        </a:lnTo>
                        <a:lnTo>
                          <a:pt x="248" y="17"/>
                        </a:lnTo>
                        <a:lnTo>
                          <a:pt x="242" y="19"/>
                        </a:lnTo>
                        <a:lnTo>
                          <a:pt x="236" y="20"/>
                        </a:lnTo>
                        <a:lnTo>
                          <a:pt x="231" y="22"/>
                        </a:lnTo>
                        <a:lnTo>
                          <a:pt x="225" y="25"/>
                        </a:lnTo>
                        <a:lnTo>
                          <a:pt x="218" y="28"/>
                        </a:lnTo>
                        <a:lnTo>
                          <a:pt x="212" y="31"/>
                        </a:lnTo>
                        <a:lnTo>
                          <a:pt x="205" y="35"/>
                        </a:lnTo>
                        <a:lnTo>
                          <a:pt x="199" y="39"/>
                        </a:lnTo>
                        <a:lnTo>
                          <a:pt x="192" y="45"/>
                        </a:lnTo>
                        <a:lnTo>
                          <a:pt x="186" y="52"/>
                        </a:lnTo>
                        <a:lnTo>
                          <a:pt x="180" y="61"/>
                        </a:lnTo>
                        <a:lnTo>
                          <a:pt x="173" y="73"/>
                        </a:lnTo>
                        <a:lnTo>
                          <a:pt x="167" y="86"/>
                        </a:lnTo>
                        <a:lnTo>
                          <a:pt x="159" y="101"/>
                        </a:lnTo>
                        <a:lnTo>
                          <a:pt x="172" y="95"/>
                        </a:lnTo>
                        <a:lnTo>
                          <a:pt x="183" y="89"/>
                        </a:lnTo>
                        <a:lnTo>
                          <a:pt x="197" y="82"/>
                        </a:lnTo>
                        <a:lnTo>
                          <a:pt x="212" y="75"/>
                        </a:lnTo>
                        <a:lnTo>
                          <a:pt x="218" y="73"/>
                        </a:lnTo>
                        <a:lnTo>
                          <a:pt x="225" y="70"/>
                        </a:lnTo>
                        <a:lnTo>
                          <a:pt x="232" y="69"/>
                        </a:lnTo>
                        <a:lnTo>
                          <a:pt x="240" y="66"/>
                        </a:lnTo>
                        <a:lnTo>
                          <a:pt x="249" y="65"/>
                        </a:lnTo>
                        <a:lnTo>
                          <a:pt x="256" y="64"/>
                        </a:lnTo>
                        <a:lnTo>
                          <a:pt x="263" y="64"/>
                        </a:lnTo>
                        <a:lnTo>
                          <a:pt x="272" y="63"/>
                        </a:lnTo>
                        <a:lnTo>
                          <a:pt x="281" y="64"/>
                        </a:lnTo>
                        <a:lnTo>
                          <a:pt x="288" y="64"/>
                        </a:lnTo>
                        <a:lnTo>
                          <a:pt x="297" y="65"/>
                        </a:lnTo>
                        <a:lnTo>
                          <a:pt x="305" y="65"/>
                        </a:lnTo>
                        <a:lnTo>
                          <a:pt x="313" y="66"/>
                        </a:lnTo>
                        <a:lnTo>
                          <a:pt x="321" y="67"/>
                        </a:lnTo>
                        <a:lnTo>
                          <a:pt x="329" y="68"/>
                        </a:lnTo>
                        <a:lnTo>
                          <a:pt x="338" y="69"/>
                        </a:lnTo>
                        <a:lnTo>
                          <a:pt x="346" y="69"/>
                        </a:lnTo>
                        <a:lnTo>
                          <a:pt x="354" y="70"/>
                        </a:lnTo>
                        <a:lnTo>
                          <a:pt x="364" y="71"/>
                        </a:lnTo>
                        <a:lnTo>
                          <a:pt x="374" y="72"/>
                        </a:lnTo>
                        <a:lnTo>
                          <a:pt x="383" y="74"/>
                        </a:lnTo>
                        <a:lnTo>
                          <a:pt x="397" y="75"/>
                        </a:lnTo>
                        <a:lnTo>
                          <a:pt x="402" y="75"/>
                        </a:lnTo>
                        <a:lnTo>
                          <a:pt x="406" y="75"/>
                        </a:lnTo>
                        <a:lnTo>
                          <a:pt x="411" y="77"/>
                        </a:lnTo>
                        <a:lnTo>
                          <a:pt x="419" y="80"/>
                        </a:lnTo>
                        <a:lnTo>
                          <a:pt x="404" y="77"/>
                        </a:lnTo>
                        <a:lnTo>
                          <a:pt x="398" y="76"/>
                        </a:lnTo>
                        <a:lnTo>
                          <a:pt x="392" y="76"/>
                        </a:lnTo>
                        <a:lnTo>
                          <a:pt x="379" y="77"/>
                        </a:lnTo>
                        <a:lnTo>
                          <a:pt x="370" y="78"/>
                        </a:lnTo>
                        <a:lnTo>
                          <a:pt x="360" y="78"/>
                        </a:lnTo>
                        <a:lnTo>
                          <a:pt x="350" y="78"/>
                        </a:lnTo>
                        <a:lnTo>
                          <a:pt x="341" y="79"/>
                        </a:lnTo>
                        <a:lnTo>
                          <a:pt x="332" y="79"/>
                        </a:lnTo>
                        <a:lnTo>
                          <a:pt x="325" y="78"/>
                        </a:lnTo>
                        <a:lnTo>
                          <a:pt x="315" y="78"/>
                        </a:lnTo>
                        <a:lnTo>
                          <a:pt x="305" y="78"/>
                        </a:lnTo>
                        <a:lnTo>
                          <a:pt x="296" y="79"/>
                        </a:lnTo>
                        <a:lnTo>
                          <a:pt x="288" y="80"/>
                        </a:lnTo>
                        <a:lnTo>
                          <a:pt x="279" y="80"/>
                        </a:lnTo>
                        <a:lnTo>
                          <a:pt x="272" y="80"/>
                        </a:lnTo>
                        <a:lnTo>
                          <a:pt x="264" y="81"/>
                        </a:lnTo>
                        <a:lnTo>
                          <a:pt x="256" y="83"/>
                        </a:lnTo>
                        <a:lnTo>
                          <a:pt x="249" y="84"/>
                        </a:lnTo>
                        <a:lnTo>
                          <a:pt x="242" y="86"/>
                        </a:lnTo>
                        <a:lnTo>
                          <a:pt x="235" y="87"/>
                        </a:lnTo>
                        <a:lnTo>
                          <a:pt x="227" y="89"/>
                        </a:lnTo>
                        <a:lnTo>
                          <a:pt x="219" y="92"/>
                        </a:lnTo>
                        <a:lnTo>
                          <a:pt x="212" y="93"/>
                        </a:lnTo>
                        <a:lnTo>
                          <a:pt x="199" y="97"/>
                        </a:lnTo>
                        <a:lnTo>
                          <a:pt x="191" y="98"/>
                        </a:lnTo>
                        <a:lnTo>
                          <a:pt x="180" y="104"/>
                        </a:lnTo>
                        <a:lnTo>
                          <a:pt x="164" y="109"/>
                        </a:lnTo>
                        <a:lnTo>
                          <a:pt x="180" y="111"/>
                        </a:lnTo>
                        <a:lnTo>
                          <a:pt x="199" y="112"/>
                        </a:lnTo>
                        <a:lnTo>
                          <a:pt x="203" y="113"/>
                        </a:lnTo>
                        <a:lnTo>
                          <a:pt x="212" y="118"/>
                        </a:lnTo>
                        <a:lnTo>
                          <a:pt x="217" y="120"/>
                        </a:lnTo>
                        <a:lnTo>
                          <a:pt x="223" y="123"/>
                        </a:lnTo>
                        <a:lnTo>
                          <a:pt x="224" y="125"/>
                        </a:lnTo>
                        <a:lnTo>
                          <a:pt x="227" y="130"/>
                        </a:lnTo>
                        <a:lnTo>
                          <a:pt x="233" y="140"/>
                        </a:lnTo>
                        <a:lnTo>
                          <a:pt x="227" y="136"/>
                        </a:lnTo>
                        <a:lnTo>
                          <a:pt x="219" y="131"/>
                        </a:lnTo>
                        <a:lnTo>
                          <a:pt x="212" y="129"/>
                        </a:lnTo>
                        <a:lnTo>
                          <a:pt x="199" y="125"/>
                        </a:lnTo>
                        <a:lnTo>
                          <a:pt x="190" y="123"/>
                        </a:lnTo>
                        <a:lnTo>
                          <a:pt x="180" y="120"/>
                        </a:lnTo>
                        <a:lnTo>
                          <a:pt x="175" y="119"/>
                        </a:lnTo>
                        <a:lnTo>
                          <a:pt x="165" y="120"/>
                        </a:lnTo>
                        <a:lnTo>
                          <a:pt x="158" y="122"/>
                        </a:lnTo>
                        <a:lnTo>
                          <a:pt x="148" y="123"/>
                        </a:lnTo>
                        <a:lnTo>
                          <a:pt x="153" y="125"/>
                        </a:lnTo>
                        <a:lnTo>
                          <a:pt x="158" y="127"/>
                        </a:lnTo>
                        <a:lnTo>
                          <a:pt x="165" y="129"/>
                        </a:lnTo>
                        <a:lnTo>
                          <a:pt x="173" y="129"/>
                        </a:lnTo>
                        <a:lnTo>
                          <a:pt x="186" y="129"/>
                        </a:lnTo>
                        <a:lnTo>
                          <a:pt x="194" y="131"/>
                        </a:lnTo>
                        <a:lnTo>
                          <a:pt x="204" y="133"/>
                        </a:lnTo>
                        <a:lnTo>
                          <a:pt x="212" y="136"/>
                        </a:lnTo>
                        <a:lnTo>
                          <a:pt x="221" y="138"/>
                        </a:lnTo>
                        <a:lnTo>
                          <a:pt x="231" y="141"/>
                        </a:lnTo>
                        <a:lnTo>
                          <a:pt x="240" y="143"/>
                        </a:lnTo>
                        <a:lnTo>
                          <a:pt x="248" y="145"/>
                        </a:lnTo>
                        <a:lnTo>
                          <a:pt x="254" y="146"/>
                        </a:lnTo>
                        <a:lnTo>
                          <a:pt x="261" y="148"/>
                        </a:lnTo>
                        <a:lnTo>
                          <a:pt x="269" y="150"/>
                        </a:lnTo>
                        <a:lnTo>
                          <a:pt x="277" y="154"/>
                        </a:lnTo>
                        <a:lnTo>
                          <a:pt x="285" y="158"/>
                        </a:lnTo>
                        <a:lnTo>
                          <a:pt x="289" y="160"/>
                        </a:lnTo>
                        <a:lnTo>
                          <a:pt x="295" y="167"/>
                        </a:lnTo>
                        <a:lnTo>
                          <a:pt x="302" y="174"/>
                        </a:lnTo>
                        <a:lnTo>
                          <a:pt x="306" y="181"/>
                        </a:lnTo>
                        <a:lnTo>
                          <a:pt x="311" y="188"/>
                        </a:lnTo>
                        <a:lnTo>
                          <a:pt x="316" y="195"/>
                        </a:lnTo>
                        <a:lnTo>
                          <a:pt x="320" y="202"/>
                        </a:lnTo>
                        <a:lnTo>
                          <a:pt x="325" y="208"/>
                        </a:lnTo>
                        <a:lnTo>
                          <a:pt x="329" y="215"/>
                        </a:lnTo>
                        <a:lnTo>
                          <a:pt x="335" y="223"/>
                        </a:lnTo>
                        <a:lnTo>
                          <a:pt x="339" y="232"/>
                        </a:lnTo>
                        <a:lnTo>
                          <a:pt x="345" y="238"/>
                        </a:lnTo>
                        <a:lnTo>
                          <a:pt x="351" y="246"/>
                        </a:lnTo>
                        <a:lnTo>
                          <a:pt x="343" y="240"/>
                        </a:lnTo>
                        <a:lnTo>
                          <a:pt x="337" y="236"/>
                        </a:lnTo>
                        <a:lnTo>
                          <a:pt x="329" y="231"/>
                        </a:lnTo>
                        <a:lnTo>
                          <a:pt x="321" y="225"/>
                        </a:lnTo>
                        <a:lnTo>
                          <a:pt x="315" y="220"/>
                        </a:lnTo>
                        <a:lnTo>
                          <a:pt x="309" y="215"/>
                        </a:lnTo>
                        <a:lnTo>
                          <a:pt x="303" y="212"/>
                        </a:lnTo>
                        <a:lnTo>
                          <a:pt x="297" y="208"/>
                        </a:lnTo>
                        <a:lnTo>
                          <a:pt x="290" y="204"/>
                        </a:lnTo>
                        <a:lnTo>
                          <a:pt x="284" y="200"/>
                        </a:lnTo>
                        <a:lnTo>
                          <a:pt x="278" y="196"/>
                        </a:lnTo>
                        <a:lnTo>
                          <a:pt x="271" y="191"/>
                        </a:lnTo>
                        <a:lnTo>
                          <a:pt x="263" y="186"/>
                        </a:lnTo>
                        <a:lnTo>
                          <a:pt x="255" y="179"/>
                        </a:lnTo>
                        <a:lnTo>
                          <a:pt x="248" y="174"/>
                        </a:lnTo>
                        <a:lnTo>
                          <a:pt x="241" y="170"/>
                        </a:lnTo>
                        <a:lnTo>
                          <a:pt x="234" y="166"/>
                        </a:lnTo>
                        <a:lnTo>
                          <a:pt x="226" y="162"/>
                        </a:lnTo>
                        <a:lnTo>
                          <a:pt x="219" y="159"/>
                        </a:lnTo>
                        <a:lnTo>
                          <a:pt x="212" y="157"/>
                        </a:lnTo>
                        <a:lnTo>
                          <a:pt x="202" y="154"/>
                        </a:lnTo>
                        <a:lnTo>
                          <a:pt x="192" y="151"/>
                        </a:lnTo>
                        <a:lnTo>
                          <a:pt x="185" y="150"/>
                        </a:lnTo>
                        <a:lnTo>
                          <a:pt x="178" y="147"/>
                        </a:lnTo>
                        <a:lnTo>
                          <a:pt x="167" y="142"/>
                        </a:lnTo>
                        <a:lnTo>
                          <a:pt x="156" y="137"/>
                        </a:lnTo>
                        <a:lnTo>
                          <a:pt x="173" y="148"/>
                        </a:lnTo>
                        <a:lnTo>
                          <a:pt x="174" y="150"/>
                        </a:lnTo>
                        <a:lnTo>
                          <a:pt x="178" y="155"/>
                        </a:lnTo>
                        <a:lnTo>
                          <a:pt x="182" y="160"/>
                        </a:lnTo>
                        <a:lnTo>
                          <a:pt x="187" y="167"/>
                        </a:lnTo>
                        <a:lnTo>
                          <a:pt x="192" y="173"/>
                        </a:lnTo>
                        <a:lnTo>
                          <a:pt x="196" y="181"/>
                        </a:lnTo>
                        <a:lnTo>
                          <a:pt x="202" y="188"/>
                        </a:lnTo>
                        <a:lnTo>
                          <a:pt x="207" y="194"/>
                        </a:lnTo>
                        <a:lnTo>
                          <a:pt x="212" y="200"/>
                        </a:lnTo>
                        <a:lnTo>
                          <a:pt x="216" y="207"/>
                        </a:lnTo>
                        <a:lnTo>
                          <a:pt x="223" y="216"/>
                        </a:lnTo>
                        <a:lnTo>
                          <a:pt x="227" y="223"/>
                        </a:lnTo>
                        <a:lnTo>
                          <a:pt x="231" y="229"/>
                        </a:lnTo>
                        <a:lnTo>
                          <a:pt x="235" y="236"/>
                        </a:lnTo>
                        <a:lnTo>
                          <a:pt x="238" y="243"/>
                        </a:lnTo>
                        <a:lnTo>
                          <a:pt x="241" y="250"/>
                        </a:lnTo>
                        <a:lnTo>
                          <a:pt x="243" y="255"/>
                        </a:lnTo>
                        <a:lnTo>
                          <a:pt x="244" y="262"/>
                        </a:lnTo>
                        <a:lnTo>
                          <a:pt x="245" y="272"/>
                        </a:lnTo>
                        <a:lnTo>
                          <a:pt x="246" y="281"/>
                        </a:lnTo>
                        <a:lnTo>
                          <a:pt x="247" y="290"/>
                        </a:lnTo>
                        <a:lnTo>
                          <a:pt x="249" y="299"/>
                        </a:lnTo>
                        <a:lnTo>
                          <a:pt x="250" y="308"/>
                        </a:lnTo>
                        <a:lnTo>
                          <a:pt x="243" y="299"/>
                        </a:lnTo>
                        <a:lnTo>
                          <a:pt x="238" y="292"/>
                        </a:lnTo>
                        <a:lnTo>
                          <a:pt x="233" y="286"/>
                        </a:lnTo>
                        <a:lnTo>
                          <a:pt x="231" y="281"/>
                        </a:lnTo>
                        <a:lnTo>
                          <a:pt x="227" y="274"/>
                        </a:lnTo>
                        <a:lnTo>
                          <a:pt x="225" y="267"/>
                        </a:lnTo>
                        <a:lnTo>
                          <a:pt x="222" y="259"/>
                        </a:lnTo>
                        <a:lnTo>
                          <a:pt x="218" y="251"/>
                        </a:lnTo>
                        <a:lnTo>
                          <a:pt x="214" y="242"/>
                        </a:lnTo>
                        <a:lnTo>
                          <a:pt x="211" y="235"/>
                        </a:lnTo>
                        <a:lnTo>
                          <a:pt x="207" y="227"/>
                        </a:lnTo>
                        <a:lnTo>
                          <a:pt x="202" y="220"/>
                        </a:lnTo>
                        <a:lnTo>
                          <a:pt x="199" y="215"/>
                        </a:lnTo>
                        <a:lnTo>
                          <a:pt x="193" y="208"/>
                        </a:lnTo>
                        <a:lnTo>
                          <a:pt x="187" y="201"/>
                        </a:lnTo>
                        <a:lnTo>
                          <a:pt x="182" y="196"/>
                        </a:lnTo>
                        <a:lnTo>
                          <a:pt x="177" y="190"/>
                        </a:lnTo>
                        <a:lnTo>
                          <a:pt x="176" y="184"/>
                        </a:lnTo>
                        <a:lnTo>
                          <a:pt x="173" y="177"/>
                        </a:lnTo>
                        <a:lnTo>
                          <a:pt x="169" y="170"/>
                        </a:lnTo>
                        <a:lnTo>
                          <a:pt x="166" y="163"/>
                        </a:lnTo>
                        <a:lnTo>
                          <a:pt x="164" y="161"/>
                        </a:lnTo>
                        <a:lnTo>
                          <a:pt x="158" y="154"/>
                        </a:lnTo>
                        <a:lnTo>
                          <a:pt x="154" y="148"/>
                        </a:lnTo>
                        <a:lnTo>
                          <a:pt x="150" y="142"/>
                        </a:lnTo>
                        <a:lnTo>
                          <a:pt x="145" y="136"/>
                        </a:lnTo>
                        <a:lnTo>
                          <a:pt x="138" y="140"/>
                        </a:lnTo>
                        <a:lnTo>
                          <a:pt x="131" y="144"/>
                        </a:lnTo>
                        <a:lnTo>
                          <a:pt x="123" y="151"/>
                        </a:lnTo>
                        <a:lnTo>
                          <a:pt x="115" y="156"/>
                        </a:lnTo>
                        <a:lnTo>
                          <a:pt x="109" y="162"/>
                        </a:lnTo>
                        <a:lnTo>
                          <a:pt x="105" y="168"/>
                        </a:lnTo>
                        <a:lnTo>
                          <a:pt x="99" y="176"/>
                        </a:lnTo>
                        <a:lnTo>
                          <a:pt x="93" y="186"/>
                        </a:lnTo>
                        <a:lnTo>
                          <a:pt x="87" y="193"/>
                        </a:lnTo>
                        <a:lnTo>
                          <a:pt x="81" y="202"/>
                        </a:lnTo>
                        <a:lnTo>
                          <a:pt x="77" y="210"/>
                        </a:lnTo>
                        <a:lnTo>
                          <a:pt x="72" y="218"/>
                        </a:lnTo>
                        <a:lnTo>
                          <a:pt x="67" y="226"/>
                        </a:lnTo>
                        <a:lnTo>
                          <a:pt x="64" y="233"/>
                        </a:lnTo>
                        <a:lnTo>
                          <a:pt x="59" y="242"/>
                        </a:lnTo>
                        <a:lnTo>
                          <a:pt x="55" y="250"/>
                        </a:lnTo>
                        <a:lnTo>
                          <a:pt x="49" y="260"/>
                        </a:lnTo>
                        <a:lnTo>
                          <a:pt x="43" y="269"/>
                        </a:lnTo>
                        <a:lnTo>
                          <a:pt x="37" y="280"/>
                        </a:lnTo>
                        <a:lnTo>
                          <a:pt x="31" y="289"/>
                        </a:lnTo>
                        <a:lnTo>
                          <a:pt x="27" y="294"/>
                        </a:lnTo>
                        <a:lnTo>
                          <a:pt x="22" y="300"/>
                        </a:lnTo>
                        <a:lnTo>
                          <a:pt x="18" y="306"/>
                        </a:lnTo>
                        <a:lnTo>
                          <a:pt x="12" y="312"/>
                        </a:lnTo>
                        <a:lnTo>
                          <a:pt x="7" y="317"/>
                        </a:lnTo>
                        <a:lnTo>
                          <a:pt x="0" y="325"/>
                        </a:lnTo>
                        <a:lnTo>
                          <a:pt x="2" y="316"/>
                        </a:lnTo>
                        <a:lnTo>
                          <a:pt x="4" y="309"/>
                        </a:lnTo>
                        <a:lnTo>
                          <a:pt x="8" y="301"/>
                        </a:lnTo>
                        <a:lnTo>
                          <a:pt x="12" y="294"/>
                        </a:lnTo>
                        <a:lnTo>
                          <a:pt x="19" y="284"/>
                        </a:lnTo>
                        <a:lnTo>
                          <a:pt x="26" y="274"/>
                        </a:lnTo>
                        <a:lnTo>
                          <a:pt x="33" y="262"/>
                        </a:lnTo>
                        <a:lnTo>
                          <a:pt x="39" y="253"/>
                        </a:lnTo>
                        <a:lnTo>
                          <a:pt x="45" y="243"/>
                        </a:lnTo>
                        <a:lnTo>
                          <a:pt x="51" y="235"/>
                        </a:lnTo>
                        <a:lnTo>
                          <a:pt x="56" y="227"/>
                        </a:lnTo>
                        <a:lnTo>
                          <a:pt x="61" y="220"/>
                        </a:lnTo>
                        <a:lnTo>
                          <a:pt x="66" y="214"/>
                        </a:lnTo>
                        <a:lnTo>
                          <a:pt x="72" y="206"/>
                        </a:lnTo>
                        <a:lnTo>
                          <a:pt x="78" y="198"/>
                        </a:lnTo>
                        <a:lnTo>
                          <a:pt x="84" y="190"/>
                        </a:lnTo>
                        <a:lnTo>
                          <a:pt x="90" y="181"/>
                        </a:lnTo>
                        <a:lnTo>
                          <a:pt x="95" y="174"/>
                        </a:lnTo>
                        <a:lnTo>
                          <a:pt x="101" y="166"/>
                        </a:lnTo>
                        <a:lnTo>
                          <a:pt x="104" y="160"/>
                        </a:lnTo>
                        <a:lnTo>
                          <a:pt x="107" y="154"/>
                        </a:lnTo>
                        <a:lnTo>
                          <a:pt x="109" y="149"/>
                        </a:lnTo>
                        <a:lnTo>
                          <a:pt x="112" y="143"/>
                        </a:lnTo>
                        <a:lnTo>
                          <a:pt x="116" y="138"/>
                        </a:lnTo>
                        <a:lnTo>
                          <a:pt x="122" y="131"/>
                        </a:lnTo>
                        <a:lnTo>
                          <a:pt x="128" y="125"/>
                        </a:lnTo>
                        <a:lnTo>
                          <a:pt x="132" y="120"/>
                        </a:lnTo>
                        <a:lnTo>
                          <a:pt x="137" y="114"/>
                        </a:lnTo>
                        <a:lnTo>
                          <a:pt x="135" y="109"/>
                        </a:lnTo>
                        <a:lnTo>
                          <a:pt x="133" y="101"/>
                        </a:lnTo>
                        <a:lnTo>
                          <a:pt x="121" y="97"/>
                        </a:lnTo>
                        <a:lnTo>
                          <a:pt x="108" y="88"/>
                        </a:lnTo>
                        <a:lnTo>
                          <a:pt x="95" y="79"/>
                        </a:lnTo>
                        <a:lnTo>
                          <a:pt x="87" y="74"/>
                        </a:lnTo>
                        <a:lnTo>
                          <a:pt x="81" y="71"/>
                        </a:lnTo>
                        <a:lnTo>
                          <a:pt x="71" y="66"/>
                        </a:lnTo>
                        <a:lnTo>
                          <a:pt x="61" y="63"/>
                        </a:lnTo>
                        <a:lnTo>
                          <a:pt x="50" y="60"/>
                        </a:lnTo>
                        <a:lnTo>
                          <a:pt x="42" y="57"/>
                        </a:lnTo>
                        <a:lnTo>
                          <a:pt x="32" y="53"/>
                        </a:lnTo>
                        <a:lnTo>
                          <a:pt x="23" y="51"/>
                        </a:lnTo>
                        <a:lnTo>
                          <a:pt x="14" y="49"/>
                        </a:lnTo>
                        <a:lnTo>
                          <a:pt x="7" y="47"/>
                        </a:lnTo>
                        <a:lnTo>
                          <a:pt x="14" y="46"/>
                        </a:lnTo>
                        <a:lnTo>
                          <a:pt x="19" y="45"/>
                        </a:lnTo>
                        <a:lnTo>
                          <a:pt x="23" y="44"/>
                        </a:lnTo>
                        <a:lnTo>
                          <a:pt x="28" y="44"/>
                        </a:lnTo>
                        <a:lnTo>
                          <a:pt x="33" y="44"/>
                        </a:lnTo>
                        <a:lnTo>
                          <a:pt x="43" y="49"/>
                        </a:lnTo>
                        <a:lnTo>
                          <a:pt x="51" y="53"/>
                        </a:lnTo>
                        <a:lnTo>
                          <a:pt x="60" y="58"/>
                        </a:lnTo>
                        <a:lnTo>
                          <a:pt x="69" y="63"/>
                        </a:lnTo>
                        <a:lnTo>
                          <a:pt x="79" y="68"/>
                        </a:lnTo>
                        <a:lnTo>
                          <a:pt x="89" y="74"/>
                        </a:lnTo>
                        <a:lnTo>
                          <a:pt x="96" y="77"/>
                        </a:lnTo>
                        <a:lnTo>
                          <a:pt x="109" y="84"/>
                        </a:lnTo>
                        <a:lnTo>
                          <a:pt x="116" y="86"/>
                        </a:lnTo>
                        <a:lnTo>
                          <a:pt x="122" y="85"/>
                        </a:lnTo>
                        <a:lnTo>
                          <a:pt x="127" y="84"/>
                        </a:lnTo>
                        <a:lnTo>
                          <a:pt x="132" y="83"/>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4" name="Google Shape;34;p70"/>
                  <p:cNvSpPr/>
                  <p:nvPr/>
                </p:nvSpPr>
                <p:spPr>
                  <a:xfrm>
                    <a:off x="2175" y="1587"/>
                    <a:ext cx="38" cy="181"/>
                  </a:xfrm>
                  <a:custGeom>
                    <a:rect b="b" l="l" r="r" t="t"/>
                    <a:pathLst>
                      <a:path extrusionOk="0" h="181" w="38">
                        <a:moveTo>
                          <a:pt x="20" y="0"/>
                        </a:moveTo>
                        <a:lnTo>
                          <a:pt x="24" y="8"/>
                        </a:lnTo>
                        <a:lnTo>
                          <a:pt x="27" y="14"/>
                        </a:lnTo>
                        <a:lnTo>
                          <a:pt x="33" y="22"/>
                        </a:lnTo>
                        <a:lnTo>
                          <a:pt x="35" y="30"/>
                        </a:lnTo>
                        <a:lnTo>
                          <a:pt x="36" y="41"/>
                        </a:lnTo>
                        <a:lnTo>
                          <a:pt x="36" y="53"/>
                        </a:lnTo>
                        <a:lnTo>
                          <a:pt x="37" y="61"/>
                        </a:lnTo>
                        <a:lnTo>
                          <a:pt x="36" y="70"/>
                        </a:lnTo>
                        <a:lnTo>
                          <a:pt x="35" y="81"/>
                        </a:lnTo>
                        <a:lnTo>
                          <a:pt x="33" y="91"/>
                        </a:lnTo>
                        <a:lnTo>
                          <a:pt x="30" y="106"/>
                        </a:lnTo>
                        <a:lnTo>
                          <a:pt x="28" y="114"/>
                        </a:lnTo>
                        <a:lnTo>
                          <a:pt x="23" y="124"/>
                        </a:lnTo>
                        <a:lnTo>
                          <a:pt x="17" y="135"/>
                        </a:lnTo>
                        <a:lnTo>
                          <a:pt x="12" y="145"/>
                        </a:lnTo>
                        <a:lnTo>
                          <a:pt x="7" y="155"/>
                        </a:lnTo>
                        <a:lnTo>
                          <a:pt x="3" y="163"/>
                        </a:lnTo>
                        <a:lnTo>
                          <a:pt x="0" y="180"/>
                        </a:lnTo>
                        <a:lnTo>
                          <a:pt x="1" y="163"/>
                        </a:lnTo>
                        <a:lnTo>
                          <a:pt x="3" y="152"/>
                        </a:lnTo>
                        <a:lnTo>
                          <a:pt x="4" y="141"/>
                        </a:lnTo>
                        <a:lnTo>
                          <a:pt x="5" y="130"/>
                        </a:lnTo>
                        <a:lnTo>
                          <a:pt x="7" y="116"/>
                        </a:lnTo>
                        <a:lnTo>
                          <a:pt x="9" y="106"/>
                        </a:lnTo>
                        <a:lnTo>
                          <a:pt x="12" y="96"/>
                        </a:lnTo>
                        <a:lnTo>
                          <a:pt x="15" y="87"/>
                        </a:lnTo>
                        <a:lnTo>
                          <a:pt x="17" y="77"/>
                        </a:lnTo>
                        <a:lnTo>
                          <a:pt x="20" y="67"/>
                        </a:lnTo>
                        <a:lnTo>
                          <a:pt x="21" y="57"/>
                        </a:lnTo>
                        <a:lnTo>
                          <a:pt x="22" y="49"/>
                        </a:lnTo>
                        <a:lnTo>
                          <a:pt x="23" y="39"/>
                        </a:lnTo>
                        <a:lnTo>
                          <a:pt x="23" y="28"/>
                        </a:lnTo>
                        <a:lnTo>
                          <a:pt x="23" y="14"/>
                        </a:lnTo>
                        <a:lnTo>
                          <a:pt x="22" y="8"/>
                        </a:lnTo>
                        <a:lnTo>
                          <a:pt x="20" y="0"/>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5" name="Google Shape;35;p70"/>
                  <p:cNvSpPr/>
                  <p:nvPr/>
                </p:nvSpPr>
                <p:spPr>
                  <a:xfrm>
                    <a:off x="1991" y="1486"/>
                    <a:ext cx="168" cy="48"/>
                  </a:xfrm>
                  <a:custGeom>
                    <a:rect b="b" l="l" r="r" t="t"/>
                    <a:pathLst>
                      <a:path extrusionOk="0" h="48" w="168">
                        <a:moveTo>
                          <a:pt x="167" y="47"/>
                        </a:moveTo>
                        <a:lnTo>
                          <a:pt x="164" y="38"/>
                        </a:lnTo>
                        <a:lnTo>
                          <a:pt x="160" y="31"/>
                        </a:lnTo>
                        <a:lnTo>
                          <a:pt x="157" y="30"/>
                        </a:lnTo>
                        <a:lnTo>
                          <a:pt x="150" y="28"/>
                        </a:lnTo>
                        <a:lnTo>
                          <a:pt x="144" y="26"/>
                        </a:lnTo>
                        <a:lnTo>
                          <a:pt x="137" y="28"/>
                        </a:lnTo>
                        <a:lnTo>
                          <a:pt x="130" y="29"/>
                        </a:lnTo>
                        <a:lnTo>
                          <a:pt x="121" y="25"/>
                        </a:lnTo>
                        <a:lnTo>
                          <a:pt x="109" y="21"/>
                        </a:lnTo>
                        <a:lnTo>
                          <a:pt x="98" y="17"/>
                        </a:lnTo>
                        <a:lnTo>
                          <a:pt x="91" y="15"/>
                        </a:lnTo>
                        <a:lnTo>
                          <a:pt x="78" y="12"/>
                        </a:lnTo>
                        <a:lnTo>
                          <a:pt x="66" y="8"/>
                        </a:lnTo>
                        <a:lnTo>
                          <a:pt x="54" y="4"/>
                        </a:lnTo>
                        <a:lnTo>
                          <a:pt x="41" y="1"/>
                        </a:lnTo>
                        <a:lnTo>
                          <a:pt x="28" y="0"/>
                        </a:lnTo>
                        <a:lnTo>
                          <a:pt x="15" y="0"/>
                        </a:lnTo>
                        <a:lnTo>
                          <a:pt x="12" y="1"/>
                        </a:lnTo>
                        <a:lnTo>
                          <a:pt x="7" y="4"/>
                        </a:lnTo>
                        <a:lnTo>
                          <a:pt x="3" y="7"/>
                        </a:lnTo>
                        <a:lnTo>
                          <a:pt x="0" y="10"/>
                        </a:lnTo>
                        <a:lnTo>
                          <a:pt x="5" y="10"/>
                        </a:lnTo>
                        <a:lnTo>
                          <a:pt x="12" y="11"/>
                        </a:lnTo>
                        <a:lnTo>
                          <a:pt x="18" y="12"/>
                        </a:lnTo>
                        <a:lnTo>
                          <a:pt x="23" y="11"/>
                        </a:lnTo>
                        <a:lnTo>
                          <a:pt x="29" y="10"/>
                        </a:lnTo>
                        <a:lnTo>
                          <a:pt x="38" y="10"/>
                        </a:lnTo>
                        <a:lnTo>
                          <a:pt x="50" y="10"/>
                        </a:lnTo>
                        <a:lnTo>
                          <a:pt x="60" y="12"/>
                        </a:lnTo>
                        <a:lnTo>
                          <a:pt x="70" y="13"/>
                        </a:lnTo>
                        <a:lnTo>
                          <a:pt x="79" y="15"/>
                        </a:lnTo>
                        <a:lnTo>
                          <a:pt x="89" y="16"/>
                        </a:lnTo>
                        <a:lnTo>
                          <a:pt x="98" y="18"/>
                        </a:lnTo>
                        <a:lnTo>
                          <a:pt x="106" y="22"/>
                        </a:lnTo>
                        <a:lnTo>
                          <a:pt x="114" y="26"/>
                        </a:lnTo>
                        <a:lnTo>
                          <a:pt x="123" y="30"/>
                        </a:lnTo>
                        <a:lnTo>
                          <a:pt x="127" y="30"/>
                        </a:lnTo>
                        <a:lnTo>
                          <a:pt x="131" y="30"/>
                        </a:lnTo>
                        <a:lnTo>
                          <a:pt x="137" y="33"/>
                        </a:lnTo>
                        <a:lnTo>
                          <a:pt x="144" y="36"/>
                        </a:lnTo>
                        <a:lnTo>
                          <a:pt x="150" y="38"/>
                        </a:lnTo>
                        <a:lnTo>
                          <a:pt x="158" y="42"/>
                        </a:lnTo>
                        <a:lnTo>
                          <a:pt x="164" y="45"/>
                        </a:lnTo>
                        <a:lnTo>
                          <a:pt x="167" y="47"/>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6" name="Google Shape;36;p70"/>
                  <p:cNvSpPr/>
                  <p:nvPr/>
                </p:nvSpPr>
                <p:spPr>
                  <a:xfrm>
                    <a:off x="1985" y="1514"/>
                    <a:ext cx="173" cy="20"/>
                  </a:xfrm>
                  <a:custGeom>
                    <a:rect b="b" l="l" r="r" t="t"/>
                    <a:pathLst>
                      <a:path extrusionOk="0" h="20" w="173">
                        <a:moveTo>
                          <a:pt x="172" y="19"/>
                        </a:moveTo>
                        <a:lnTo>
                          <a:pt x="167" y="17"/>
                        </a:lnTo>
                        <a:lnTo>
                          <a:pt x="163" y="15"/>
                        </a:lnTo>
                        <a:lnTo>
                          <a:pt x="157" y="13"/>
                        </a:lnTo>
                        <a:lnTo>
                          <a:pt x="152" y="11"/>
                        </a:lnTo>
                        <a:lnTo>
                          <a:pt x="146" y="9"/>
                        </a:lnTo>
                        <a:lnTo>
                          <a:pt x="138" y="6"/>
                        </a:lnTo>
                        <a:lnTo>
                          <a:pt x="131" y="2"/>
                        </a:lnTo>
                        <a:lnTo>
                          <a:pt x="125" y="2"/>
                        </a:lnTo>
                        <a:lnTo>
                          <a:pt x="118" y="3"/>
                        </a:lnTo>
                        <a:lnTo>
                          <a:pt x="108" y="5"/>
                        </a:lnTo>
                        <a:lnTo>
                          <a:pt x="103" y="5"/>
                        </a:lnTo>
                        <a:lnTo>
                          <a:pt x="91" y="3"/>
                        </a:lnTo>
                        <a:lnTo>
                          <a:pt x="77" y="1"/>
                        </a:lnTo>
                        <a:lnTo>
                          <a:pt x="67" y="0"/>
                        </a:lnTo>
                        <a:lnTo>
                          <a:pt x="55" y="0"/>
                        </a:lnTo>
                        <a:lnTo>
                          <a:pt x="43" y="0"/>
                        </a:lnTo>
                        <a:lnTo>
                          <a:pt x="35" y="1"/>
                        </a:lnTo>
                        <a:lnTo>
                          <a:pt x="26" y="2"/>
                        </a:lnTo>
                        <a:lnTo>
                          <a:pt x="18" y="3"/>
                        </a:lnTo>
                        <a:lnTo>
                          <a:pt x="9" y="4"/>
                        </a:lnTo>
                        <a:lnTo>
                          <a:pt x="8" y="8"/>
                        </a:lnTo>
                        <a:lnTo>
                          <a:pt x="6" y="11"/>
                        </a:lnTo>
                        <a:lnTo>
                          <a:pt x="4" y="14"/>
                        </a:lnTo>
                        <a:lnTo>
                          <a:pt x="0" y="16"/>
                        </a:lnTo>
                        <a:lnTo>
                          <a:pt x="7" y="15"/>
                        </a:lnTo>
                        <a:lnTo>
                          <a:pt x="15" y="13"/>
                        </a:lnTo>
                        <a:lnTo>
                          <a:pt x="21" y="12"/>
                        </a:lnTo>
                        <a:lnTo>
                          <a:pt x="29" y="11"/>
                        </a:lnTo>
                        <a:lnTo>
                          <a:pt x="36" y="10"/>
                        </a:lnTo>
                        <a:lnTo>
                          <a:pt x="49" y="9"/>
                        </a:lnTo>
                        <a:lnTo>
                          <a:pt x="62" y="8"/>
                        </a:lnTo>
                        <a:lnTo>
                          <a:pt x="77" y="7"/>
                        </a:lnTo>
                        <a:lnTo>
                          <a:pt x="92" y="6"/>
                        </a:lnTo>
                        <a:lnTo>
                          <a:pt x="106" y="6"/>
                        </a:lnTo>
                        <a:lnTo>
                          <a:pt x="118" y="7"/>
                        </a:lnTo>
                        <a:lnTo>
                          <a:pt x="126" y="9"/>
                        </a:lnTo>
                        <a:lnTo>
                          <a:pt x="135" y="11"/>
                        </a:lnTo>
                        <a:lnTo>
                          <a:pt x="145" y="13"/>
                        </a:lnTo>
                        <a:lnTo>
                          <a:pt x="155" y="16"/>
                        </a:lnTo>
                        <a:lnTo>
                          <a:pt x="163" y="17"/>
                        </a:lnTo>
                        <a:lnTo>
                          <a:pt x="172" y="19"/>
                        </a:lnTo>
                      </a:path>
                    </a:pathLst>
                  </a:custGeom>
                  <a:solidFill>
                    <a:srgbClr val="037C03">
                      <a:alpha val="4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grpSp>
        </p:grpSp>
      </p:grpSp>
      <p:grpSp>
        <p:nvGrpSpPr>
          <p:cNvPr id="37" name="Google Shape;37;p70"/>
          <p:cNvGrpSpPr/>
          <p:nvPr/>
        </p:nvGrpSpPr>
        <p:grpSpPr>
          <a:xfrm>
            <a:off x="7934325" y="6124575"/>
            <a:ext cx="322263" cy="420688"/>
            <a:chOff x="112" y="4288"/>
            <a:chExt cx="439" cy="478"/>
          </a:xfrm>
        </p:grpSpPr>
        <p:grpSp>
          <p:nvGrpSpPr>
            <p:cNvPr id="38" name="Google Shape;38;p70"/>
            <p:cNvGrpSpPr/>
            <p:nvPr/>
          </p:nvGrpSpPr>
          <p:grpSpPr>
            <a:xfrm>
              <a:off x="259" y="4288"/>
              <a:ext cx="148" cy="478"/>
              <a:chOff x="259" y="4288"/>
              <a:chExt cx="148" cy="478"/>
            </a:xfrm>
          </p:grpSpPr>
          <p:sp>
            <p:nvSpPr>
              <p:cNvPr id="39" name="Google Shape;39;p70"/>
              <p:cNvSpPr/>
              <p:nvPr/>
            </p:nvSpPr>
            <p:spPr>
              <a:xfrm>
                <a:off x="260" y="4288"/>
                <a:ext cx="147" cy="478"/>
              </a:xfrm>
              <a:custGeom>
                <a:rect b="b" l="l" r="r" t="t"/>
                <a:pathLst>
                  <a:path extrusionOk="0" h="478" w="147">
                    <a:moveTo>
                      <a:pt x="49" y="188"/>
                    </a:moveTo>
                    <a:lnTo>
                      <a:pt x="131" y="472"/>
                    </a:lnTo>
                    <a:lnTo>
                      <a:pt x="135" y="475"/>
                    </a:lnTo>
                    <a:lnTo>
                      <a:pt x="139" y="477"/>
                    </a:lnTo>
                    <a:lnTo>
                      <a:pt x="142" y="475"/>
                    </a:lnTo>
                    <a:lnTo>
                      <a:pt x="144" y="472"/>
                    </a:lnTo>
                    <a:lnTo>
                      <a:pt x="146" y="468"/>
                    </a:lnTo>
                    <a:lnTo>
                      <a:pt x="146" y="463"/>
                    </a:lnTo>
                    <a:lnTo>
                      <a:pt x="143" y="455"/>
                    </a:lnTo>
                    <a:lnTo>
                      <a:pt x="61" y="176"/>
                    </a:lnTo>
                    <a:lnTo>
                      <a:pt x="9" y="5"/>
                    </a:lnTo>
                    <a:lnTo>
                      <a:pt x="6" y="2"/>
                    </a:lnTo>
                    <a:lnTo>
                      <a:pt x="4" y="1"/>
                    </a:lnTo>
                    <a:lnTo>
                      <a:pt x="1" y="0"/>
                    </a:lnTo>
                    <a:lnTo>
                      <a:pt x="0" y="2"/>
                    </a:lnTo>
                    <a:lnTo>
                      <a:pt x="0" y="6"/>
                    </a:lnTo>
                    <a:lnTo>
                      <a:pt x="0" y="10"/>
                    </a:lnTo>
                    <a:lnTo>
                      <a:pt x="49" y="188"/>
                    </a:lnTo>
                  </a:path>
                </a:pathLst>
              </a:custGeom>
              <a:solidFill>
                <a:srgbClr val="C0C0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40" name="Google Shape;40;p70"/>
              <p:cNvSpPr/>
              <p:nvPr/>
            </p:nvSpPr>
            <p:spPr>
              <a:xfrm>
                <a:off x="259" y="4289"/>
                <a:ext cx="146" cy="477"/>
              </a:xfrm>
              <a:custGeom>
                <a:rect b="b" l="l" r="r" t="t"/>
                <a:pathLst>
                  <a:path extrusionOk="0" h="477" w="146">
                    <a:moveTo>
                      <a:pt x="50" y="186"/>
                    </a:moveTo>
                    <a:lnTo>
                      <a:pt x="131" y="471"/>
                    </a:lnTo>
                    <a:lnTo>
                      <a:pt x="133" y="474"/>
                    </a:lnTo>
                    <a:lnTo>
                      <a:pt x="138" y="476"/>
                    </a:lnTo>
                    <a:lnTo>
                      <a:pt x="141" y="474"/>
                    </a:lnTo>
                    <a:lnTo>
                      <a:pt x="144" y="473"/>
                    </a:lnTo>
                    <a:lnTo>
                      <a:pt x="145" y="467"/>
                    </a:lnTo>
                    <a:lnTo>
                      <a:pt x="145" y="462"/>
                    </a:lnTo>
                    <a:lnTo>
                      <a:pt x="143" y="454"/>
                    </a:lnTo>
                    <a:lnTo>
                      <a:pt x="61" y="174"/>
                    </a:lnTo>
                    <a:lnTo>
                      <a:pt x="9" y="4"/>
                    </a:lnTo>
                    <a:lnTo>
                      <a:pt x="6" y="2"/>
                    </a:lnTo>
                    <a:lnTo>
                      <a:pt x="4" y="0"/>
                    </a:lnTo>
                    <a:lnTo>
                      <a:pt x="2" y="0"/>
                    </a:lnTo>
                    <a:lnTo>
                      <a:pt x="1" y="2"/>
                    </a:lnTo>
                    <a:lnTo>
                      <a:pt x="0" y="5"/>
                    </a:lnTo>
                    <a:lnTo>
                      <a:pt x="0" y="9"/>
                    </a:lnTo>
                    <a:lnTo>
                      <a:pt x="50" y="186"/>
                    </a:lnTo>
                  </a:path>
                </a:pathLst>
              </a:custGeom>
              <a:solidFill>
                <a:srgbClr val="9F9F9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grpSp>
          <p:nvGrpSpPr>
            <p:cNvPr id="41" name="Google Shape;41;p70"/>
            <p:cNvGrpSpPr/>
            <p:nvPr/>
          </p:nvGrpSpPr>
          <p:grpSpPr>
            <a:xfrm>
              <a:off x="112" y="4295"/>
              <a:ext cx="439" cy="321"/>
              <a:chOff x="112" y="4295"/>
              <a:chExt cx="439" cy="321"/>
            </a:xfrm>
          </p:grpSpPr>
          <p:sp>
            <p:nvSpPr>
              <p:cNvPr id="42" name="Google Shape;42;p70"/>
              <p:cNvSpPr/>
              <p:nvPr/>
            </p:nvSpPr>
            <p:spPr>
              <a:xfrm>
                <a:off x="191" y="4304"/>
                <a:ext cx="273" cy="276"/>
              </a:xfrm>
              <a:custGeom>
                <a:rect b="b" l="l" r="r" t="t"/>
                <a:pathLst>
                  <a:path extrusionOk="0" h="276" w="273">
                    <a:moveTo>
                      <a:pt x="30" y="48"/>
                    </a:moveTo>
                    <a:lnTo>
                      <a:pt x="43" y="32"/>
                    </a:lnTo>
                    <a:lnTo>
                      <a:pt x="55" y="21"/>
                    </a:lnTo>
                    <a:lnTo>
                      <a:pt x="69" y="13"/>
                    </a:lnTo>
                    <a:lnTo>
                      <a:pt x="78" y="8"/>
                    </a:lnTo>
                    <a:lnTo>
                      <a:pt x="92" y="4"/>
                    </a:lnTo>
                    <a:lnTo>
                      <a:pt x="108" y="0"/>
                    </a:lnTo>
                    <a:lnTo>
                      <a:pt x="123" y="0"/>
                    </a:lnTo>
                    <a:lnTo>
                      <a:pt x="144" y="4"/>
                    </a:lnTo>
                    <a:lnTo>
                      <a:pt x="154" y="9"/>
                    </a:lnTo>
                    <a:lnTo>
                      <a:pt x="173" y="20"/>
                    </a:lnTo>
                    <a:lnTo>
                      <a:pt x="194" y="36"/>
                    </a:lnTo>
                    <a:lnTo>
                      <a:pt x="213" y="55"/>
                    </a:lnTo>
                    <a:lnTo>
                      <a:pt x="232" y="75"/>
                    </a:lnTo>
                    <a:lnTo>
                      <a:pt x="247" y="105"/>
                    </a:lnTo>
                    <a:lnTo>
                      <a:pt x="265" y="128"/>
                    </a:lnTo>
                    <a:lnTo>
                      <a:pt x="272" y="165"/>
                    </a:lnTo>
                    <a:lnTo>
                      <a:pt x="268" y="156"/>
                    </a:lnTo>
                    <a:lnTo>
                      <a:pt x="265" y="150"/>
                    </a:lnTo>
                    <a:lnTo>
                      <a:pt x="261" y="146"/>
                    </a:lnTo>
                    <a:lnTo>
                      <a:pt x="256" y="142"/>
                    </a:lnTo>
                    <a:lnTo>
                      <a:pt x="253" y="138"/>
                    </a:lnTo>
                    <a:lnTo>
                      <a:pt x="247" y="136"/>
                    </a:lnTo>
                    <a:lnTo>
                      <a:pt x="242" y="133"/>
                    </a:lnTo>
                    <a:lnTo>
                      <a:pt x="237" y="132"/>
                    </a:lnTo>
                    <a:lnTo>
                      <a:pt x="232" y="132"/>
                    </a:lnTo>
                    <a:lnTo>
                      <a:pt x="226" y="132"/>
                    </a:lnTo>
                    <a:lnTo>
                      <a:pt x="220" y="133"/>
                    </a:lnTo>
                    <a:lnTo>
                      <a:pt x="215" y="134"/>
                    </a:lnTo>
                    <a:lnTo>
                      <a:pt x="209" y="137"/>
                    </a:lnTo>
                    <a:lnTo>
                      <a:pt x="205" y="141"/>
                    </a:lnTo>
                    <a:lnTo>
                      <a:pt x="201" y="144"/>
                    </a:lnTo>
                    <a:lnTo>
                      <a:pt x="196" y="149"/>
                    </a:lnTo>
                    <a:lnTo>
                      <a:pt x="193" y="155"/>
                    </a:lnTo>
                    <a:lnTo>
                      <a:pt x="190" y="161"/>
                    </a:lnTo>
                    <a:lnTo>
                      <a:pt x="187" y="167"/>
                    </a:lnTo>
                    <a:lnTo>
                      <a:pt x="186" y="175"/>
                    </a:lnTo>
                    <a:lnTo>
                      <a:pt x="184" y="181"/>
                    </a:lnTo>
                    <a:lnTo>
                      <a:pt x="185" y="190"/>
                    </a:lnTo>
                    <a:lnTo>
                      <a:pt x="186" y="196"/>
                    </a:lnTo>
                    <a:lnTo>
                      <a:pt x="187" y="203"/>
                    </a:lnTo>
                    <a:lnTo>
                      <a:pt x="166" y="150"/>
                    </a:lnTo>
                    <a:lnTo>
                      <a:pt x="98" y="175"/>
                    </a:lnTo>
                    <a:lnTo>
                      <a:pt x="99" y="225"/>
                    </a:lnTo>
                    <a:lnTo>
                      <a:pt x="102" y="239"/>
                    </a:lnTo>
                    <a:lnTo>
                      <a:pt x="99" y="231"/>
                    </a:lnTo>
                    <a:lnTo>
                      <a:pt x="96" y="226"/>
                    </a:lnTo>
                    <a:lnTo>
                      <a:pt x="92" y="221"/>
                    </a:lnTo>
                    <a:lnTo>
                      <a:pt x="87" y="217"/>
                    </a:lnTo>
                    <a:lnTo>
                      <a:pt x="83" y="212"/>
                    </a:lnTo>
                    <a:lnTo>
                      <a:pt x="78" y="210"/>
                    </a:lnTo>
                    <a:lnTo>
                      <a:pt x="73" y="207"/>
                    </a:lnTo>
                    <a:lnTo>
                      <a:pt x="68" y="206"/>
                    </a:lnTo>
                    <a:lnTo>
                      <a:pt x="63" y="204"/>
                    </a:lnTo>
                    <a:lnTo>
                      <a:pt x="58" y="204"/>
                    </a:lnTo>
                    <a:lnTo>
                      <a:pt x="53" y="206"/>
                    </a:lnTo>
                    <a:lnTo>
                      <a:pt x="48" y="206"/>
                    </a:lnTo>
                    <a:lnTo>
                      <a:pt x="43" y="208"/>
                    </a:lnTo>
                    <a:lnTo>
                      <a:pt x="38" y="211"/>
                    </a:lnTo>
                    <a:lnTo>
                      <a:pt x="33" y="214"/>
                    </a:lnTo>
                    <a:lnTo>
                      <a:pt x="28" y="218"/>
                    </a:lnTo>
                    <a:lnTo>
                      <a:pt x="25" y="222"/>
                    </a:lnTo>
                    <a:lnTo>
                      <a:pt x="22" y="226"/>
                    </a:lnTo>
                    <a:lnTo>
                      <a:pt x="19" y="231"/>
                    </a:lnTo>
                    <a:lnTo>
                      <a:pt x="17" y="238"/>
                    </a:lnTo>
                    <a:lnTo>
                      <a:pt x="15" y="243"/>
                    </a:lnTo>
                    <a:lnTo>
                      <a:pt x="14" y="252"/>
                    </a:lnTo>
                    <a:lnTo>
                      <a:pt x="14" y="258"/>
                    </a:lnTo>
                    <a:lnTo>
                      <a:pt x="15" y="264"/>
                    </a:lnTo>
                    <a:lnTo>
                      <a:pt x="17" y="275"/>
                    </a:lnTo>
                    <a:lnTo>
                      <a:pt x="12" y="262"/>
                    </a:lnTo>
                    <a:lnTo>
                      <a:pt x="3" y="229"/>
                    </a:lnTo>
                    <a:lnTo>
                      <a:pt x="2" y="207"/>
                    </a:lnTo>
                    <a:lnTo>
                      <a:pt x="0" y="173"/>
                    </a:lnTo>
                    <a:lnTo>
                      <a:pt x="0" y="144"/>
                    </a:lnTo>
                    <a:lnTo>
                      <a:pt x="4" y="119"/>
                    </a:lnTo>
                    <a:lnTo>
                      <a:pt x="11" y="84"/>
                    </a:lnTo>
                    <a:lnTo>
                      <a:pt x="30" y="48"/>
                    </a:ln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43" name="Google Shape;43;p70"/>
              <p:cNvSpPr/>
              <p:nvPr/>
            </p:nvSpPr>
            <p:spPr>
              <a:xfrm>
                <a:off x="112" y="4295"/>
                <a:ext cx="439" cy="321"/>
              </a:xfrm>
              <a:custGeom>
                <a:rect b="b" l="l" r="r" t="t"/>
                <a:pathLst>
                  <a:path extrusionOk="0" h="321" w="439">
                    <a:moveTo>
                      <a:pt x="172" y="12"/>
                    </a:moveTo>
                    <a:lnTo>
                      <a:pt x="162" y="16"/>
                    </a:lnTo>
                    <a:lnTo>
                      <a:pt x="157" y="17"/>
                    </a:lnTo>
                    <a:lnTo>
                      <a:pt x="152" y="20"/>
                    </a:lnTo>
                    <a:lnTo>
                      <a:pt x="146" y="22"/>
                    </a:lnTo>
                    <a:lnTo>
                      <a:pt x="138" y="26"/>
                    </a:lnTo>
                    <a:lnTo>
                      <a:pt x="132" y="30"/>
                    </a:lnTo>
                    <a:lnTo>
                      <a:pt x="126" y="33"/>
                    </a:lnTo>
                    <a:lnTo>
                      <a:pt x="119" y="38"/>
                    </a:lnTo>
                    <a:lnTo>
                      <a:pt x="113" y="43"/>
                    </a:lnTo>
                    <a:lnTo>
                      <a:pt x="107" y="47"/>
                    </a:lnTo>
                    <a:lnTo>
                      <a:pt x="101" y="52"/>
                    </a:lnTo>
                    <a:lnTo>
                      <a:pt x="94" y="57"/>
                    </a:lnTo>
                    <a:lnTo>
                      <a:pt x="88" y="61"/>
                    </a:lnTo>
                    <a:lnTo>
                      <a:pt x="83" y="67"/>
                    </a:lnTo>
                    <a:lnTo>
                      <a:pt x="77" y="72"/>
                    </a:lnTo>
                    <a:lnTo>
                      <a:pt x="72" y="79"/>
                    </a:lnTo>
                    <a:lnTo>
                      <a:pt x="66" y="84"/>
                    </a:lnTo>
                    <a:lnTo>
                      <a:pt x="61" y="90"/>
                    </a:lnTo>
                    <a:lnTo>
                      <a:pt x="57" y="96"/>
                    </a:lnTo>
                    <a:lnTo>
                      <a:pt x="51" y="103"/>
                    </a:lnTo>
                    <a:lnTo>
                      <a:pt x="46" y="110"/>
                    </a:lnTo>
                    <a:lnTo>
                      <a:pt x="41" y="118"/>
                    </a:lnTo>
                    <a:lnTo>
                      <a:pt x="36" y="126"/>
                    </a:lnTo>
                    <a:lnTo>
                      <a:pt x="31" y="134"/>
                    </a:lnTo>
                    <a:lnTo>
                      <a:pt x="27" y="141"/>
                    </a:lnTo>
                    <a:lnTo>
                      <a:pt x="23" y="150"/>
                    </a:lnTo>
                    <a:lnTo>
                      <a:pt x="18" y="160"/>
                    </a:lnTo>
                    <a:lnTo>
                      <a:pt x="15" y="169"/>
                    </a:lnTo>
                    <a:lnTo>
                      <a:pt x="12" y="177"/>
                    </a:lnTo>
                    <a:lnTo>
                      <a:pt x="9" y="186"/>
                    </a:lnTo>
                    <a:lnTo>
                      <a:pt x="6" y="196"/>
                    </a:lnTo>
                    <a:lnTo>
                      <a:pt x="4" y="207"/>
                    </a:lnTo>
                    <a:lnTo>
                      <a:pt x="3" y="216"/>
                    </a:lnTo>
                    <a:lnTo>
                      <a:pt x="1" y="227"/>
                    </a:lnTo>
                    <a:lnTo>
                      <a:pt x="0" y="239"/>
                    </a:lnTo>
                    <a:lnTo>
                      <a:pt x="0" y="250"/>
                    </a:lnTo>
                    <a:lnTo>
                      <a:pt x="0" y="260"/>
                    </a:lnTo>
                    <a:lnTo>
                      <a:pt x="0" y="270"/>
                    </a:lnTo>
                    <a:lnTo>
                      <a:pt x="0" y="278"/>
                    </a:lnTo>
                    <a:lnTo>
                      <a:pt x="1" y="286"/>
                    </a:lnTo>
                    <a:lnTo>
                      <a:pt x="3" y="294"/>
                    </a:lnTo>
                    <a:lnTo>
                      <a:pt x="4" y="302"/>
                    </a:lnTo>
                    <a:lnTo>
                      <a:pt x="6" y="310"/>
                    </a:lnTo>
                    <a:lnTo>
                      <a:pt x="9" y="320"/>
                    </a:lnTo>
                    <a:lnTo>
                      <a:pt x="7" y="310"/>
                    </a:lnTo>
                    <a:lnTo>
                      <a:pt x="7" y="302"/>
                    </a:lnTo>
                    <a:lnTo>
                      <a:pt x="7" y="295"/>
                    </a:lnTo>
                    <a:lnTo>
                      <a:pt x="9" y="289"/>
                    </a:lnTo>
                    <a:lnTo>
                      <a:pt x="10" y="282"/>
                    </a:lnTo>
                    <a:lnTo>
                      <a:pt x="13" y="276"/>
                    </a:lnTo>
                    <a:lnTo>
                      <a:pt x="16" y="271"/>
                    </a:lnTo>
                    <a:lnTo>
                      <a:pt x="21" y="264"/>
                    </a:lnTo>
                    <a:lnTo>
                      <a:pt x="25" y="260"/>
                    </a:lnTo>
                    <a:lnTo>
                      <a:pt x="29" y="258"/>
                    </a:lnTo>
                    <a:lnTo>
                      <a:pt x="33" y="255"/>
                    </a:lnTo>
                    <a:lnTo>
                      <a:pt x="39" y="252"/>
                    </a:lnTo>
                    <a:lnTo>
                      <a:pt x="45" y="251"/>
                    </a:lnTo>
                    <a:lnTo>
                      <a:pt x="50" y="250"/>
                    </a:lnTo>
                    <a:lnTo>
                      <a:pt x="55" y="250"/>
                    </a:lnTo>
                    <a:lnTo>
                      <a:pt x="60" y="251"/>
                    </a:lnTo>
                    <a:lnTo>
                      <a:pt x="66" y="252"/>
                    </a:lnTo>
                    <a:lnTo>
                      <a:pt x="72" y="255"/>
                    </a:lnTo>
                    <a:lnTo>
                      <a:pt x="75" y="258"/>
                    </a:lnTo>
                    <a:lnTo>
                      <a:pt x="81" y="260"/>
                    </a:lnTo>
                    <a:lnTo>
                      <a:pt x="85" y="266"/>
                    </a:lnTo>
                    <a:lnTo>
                      <a:pt x="89" y="271"/>
                    </a:lnTo>
                    <a:lnTo>
                      <a:pt x="93" y="278"/>
                    </a:lnTo>
                    <a:lnTo>
                      <a:pt x="96" y="285"/>
                    </a:lnTo>
                    <a:lnTo>
                      <a:pt x="94" y="276"/>
                    </a:lnTo>
                    <a:lnTo>
                      <a:pt x="92" y="268"/>
                    </a:lnTo>
                    <a:lnTo>
                      <a:pt x="89" y="259"/>
                    </a:lnTo>
                    <a:lnTo>
                      <a:pt x="87" y="248"/>
                    </a:lnTo>
                    <a:lnTo>
                      <a:pt x="86" y="239"/>
                    </a:lnTo>
                    <a:lnTo>
                      <a:pt x="84" y="229"/>
                    </a:lnTo>
                    <a:lnTo>
                      <a:pt x="83" y="220"/>
                    </a:lnTo>
                    <a:lnTo>
                      <a:pt x="82" y="211"/>
                    </a:lnTo>
                    <a:lnTo>
                      <a:pt x="81" y="200"/>
                    </a:lnTo>
                    <a:lnTo>
                      <a:pt x="81" y="189"/>
                    </a:lnTo>
                    <a:lnTo>
                      <a:pt x="81" y="178"/>
                    </a:lnTo>
                    <a:lnTo>
                      <a:pt x="81" y="166"/>
                    </a:lnTo>
                    <a:lnTo>
                      <a:pt x="82" y="155"/>
                    </a:lnTo>
                    <a:lnTo>
                      <a:pt x="83" y="147"/>
                    </a:lnTo>
                    <a:lnTo>
                      <a:pt x="84" y="138"/>
                    </a:lnTo>
                    <a:lnTo>
                      <a:pt x="85" y="129"/>
                    </a:lnTo>
                    <a:lnTo>
                      <a:pt x="87" y="119"/>
                    </a:lnTo>
                    <a:lnTo>
                      <a:pt x="90" y="111"/>
                    </a:lnTo>
                    <a:lnTo>
                      <a:pt x="92" y="103"/>
                    </a:lnTo>
                    <a:lnTo>
                      <a:pt x="93" y="96"/>
                    </a:lnTo>
                    <a:lnTo>
                      <a:pt x="96" y="91"/>
                    </a:lnTo>
                    <a:lnTo>
                      <a:pt x="99" y="86"/>
                    </a:lnTo>
                    <a:lnTo>
                      <a:pt x="102" y="77"/>
                    </a:lnTo>
                    <a:lnTo>
                      <a:pt x="105" y="69"/>
                    </a:lnTo>
                    <a:lnTo>
                      <a:pt x="109" y="63"/>
                    </a:lnTo>
                    <a:lnTo>
                      <a:pt x="113" y="57"/>
                    </a:lnTo>
                    <a:lnTo>
                      <a:pt x="117" y="52"/>
                    </a:lnTo>
                    <a:lnTo>
                      <a:pt x="123" y="45"/>
                    </a:lnTo>
                    <a:lnTo>
                      <a:pt x="127" y="40"/>
                    </a:lnTo>
                    <a:lnTo>
                      <a:pt x="132" y="34"/>
                    </a:lnTo>
                    <a:lnTo>
                      <a:pt x="138" y="30"/>
                    </a:lnTo>
                    <a:lnTo>
                      <a:pt x="144" y="26"/>
                    </a:lnTo>
                    <a:lnTo>
                      <a:pt x="150" y="22"/>
                    </a:lnTo>
                    <a:lnTo>
                      <a:pt x="154" y="21"/>
                    </a:lnTo>
                    <a:lnTo>
                      <a:pt x="151" y="25"/>
                    </a:lnTo>
                    <a:lnTo>
                      <a:pt x="149" y="30"/>
                    </a:lnTo>
                    <a:lnTo>
                      <a:pt x="147" y="38"/>
                    </a:lnTo>
                    <a:lnTo>
                      <a:pt x="147" y="47"/>
                    </a:lnTo>
                    <a:lnTo>
                      <a:pt x="146" y="53"/>
                    </a:lnTo>
                    <a:lnTo>
                      <a:pt x="146" y="63"/>
                    </a:lnTo>
                    <a:lnTo>
                      <a:pt x="146" y="71"/>
                    </a:lnTo>
                    <a:lnTo>
                      <a:pt x="146" y="77"/>
                    </a:lnTo>
                    <a:lnTo>
                      <a:pt x="147" y="87"/>
                    </a:lnTo>
                    <a:lnTo>
                      <a:pt x="147" y="98"/>
                    </a:lnTo>
                    <a:lnTo>
                      <a:pt x="149" y="107"/>
                    </a:lnTo>
                    <a:lnTo>
                      <a:pt x="150" y="116"/>
                    </a:lnTo>
                    <a:lnTo>
                      <a:pt x="152" y="129"/>
                    </a:lnTo>
                    <a:lnTo>
                      <a:pt x="154" y="139"/>
                    </a:lnTo>
                    <a:lnTo>
                      <a:pt x="156" y="151"/>
                    </a:lnTo>
                    <a:lnTo>
                      <a:pt x="159" y="162"/>
                    </a:lnTo>
                    <a:lnTo>
                      <a:pt x="161" y="172"/>
                    </a:lnTo>
                    <a:lnTo>
                      <a:pt x="163" y="181"/>
                    </a:lnTo>
                    <a:lnTo>
                      <a:pt x="165" y="190"/>
                    </a:lnTo>
                    <a:lnTo>
                      <a:pt x="168" y="200"/>
                    </a:lnTo>
                    <a:lnTo>
                      <a:pt x="171" y="209"/>
                    </a:lnTo>
                    <a:lnTo>
                      <a:pt x="174" y="220"/>
                    </a:lnTo>
                    <a:lnTo>
                      <a:pt x="176" y="229"/>
                    </a:lnTo>
                    <a:lnTo>
                      <a:pt x="178" y="237"/>
                    </a:lnTo>
                    <a:lnTo>
                      <a:pt x="181" y="248"/>
                    </a:lnTo>
                    <a:lnTo>
                      <a:pt x="180" y="240"/>
                    </a:lnTo>
                    <a:lnTo>
                      <a:pt x="179" y="231"/>
                    </a:lnTo>
                    <a:lnTo>
                      <a:pt x="180" y="223"/>
                    </a:lnTo>
                    <a:lnTo>
                      <a:pt x="180" y="216"/>
                    </a:lnTo>
                    <a:lnTo>
                      <a:pt x="183" y="209"/>
                    </a:lnTo>
                    <a:lnTo>
                      <a:pt x="186" y="203"/>
                    </a:lnTo>
                    <a:lnTo>
                      <a:pt x="189" y="196"/>
                    </a:lnTo>
                    <a:lnTo>
                      <a:pt x="193" y="190"/>
                    </a:lnTo>
                    <a:lnTo>
                      <a:pt x="198" y="186"/>
                    </a:lnTo>
                    <a:lnTo>
                      <a:pt x="204" y="182"/>
                    </a:lnTo>
                    <a:lnTo>
                      <a:pt x="210" y="178"/>
                    </a:lnTo>
                    <a:lnTo>
                      <a:pt x="217" y="178"/>
                    </a:lnTo>
                    <a:lnTo>
                      <a:pt x="223" y="177"/>
                    </a:lnTo>
                    <a:lnTo>
                      <a:pt x="230" y="177"/>
                    </a:lnTo>
                    <a:lnTo>
                      <a:pt x="236" y="178"/>
                    </a:lnTo>
                    <a:lnTo>
                      <a:pt x="243" y="181"/>
                    </a:lnTo>
                    <a:lnTo>
                      <a:pt x="247" y="184"/>
                    </a:lnTo>
                    <a:lnTo>
                      <a:pt x="252" y="188"/>
                    </a:lnTo>
                    <a:lnTo>
                      <a:pt x="256" y="193"/>
                    </a:lnTo>
                    <a:lnTo>
                      <a:pt x="261" y="198"/>
                    </a:lnTo>
                    <a:lnTo>
                      <a:pt x="267" y="212"/>
                    </a:lnTo>
                    <a:lnTo>
                      <a:pt x="262" y="198"/>
                    </a:lnTo>
                    <a:lnTo>
                      <a:pt x="259" y="190"/>
                    </a:lnTo>
                    <a:lnTo>
                      <a:pt x="257" y="184"/>
                    </a:lnTo>
                    <a:lnTo>
                      <a:pt x="255" y="176"/>
                    </a:lnTo>
                    <a:lnTo>
                      <a:pt x="252" y="168"/>
                    </a:lnTo>
                    <a:lnTo>
                      <a:pt x="248" y="158"/>
                    </a:lnTo>
                    <a:lnTo>
                      <a:pt x="244" y="149"/>
                    </a:lnTo>
                    <a:lnTo>
                      <a:pt x="241" y="139"/>
                    </a:lnTo>
                    <a:lnTo>
                      <a:pt x="238" y="131"/>
                    </a:lnTo>
                    <a:lnTo>
                      <a:pt x="234" y="123"/>
                    </a:lnTo>
                    <a:lnTo>
                      <a:pt x="231" y="115"/>
                    </a:lnTo>
                    <a:lnTo>
                      <a:pt x="227" y="106"/>
                    </a:lnTo>
                    <a:lnTo>
                      <a:pt x="222" y="98"/>
                    </a:lnTo>
                    <a:lnTo>
                      <a:pt x="219" y="90"/>
                    </a:lnTo>
                    <a:lnTo>
                      <a:pt x="215" y="83"/>
                    </a:lnTo>
                    <a:lnTo>
                      <a:pt x="211" y="75"/>
                    </a:lnTo>
                    <a:lnTo>
                      <a:pt x="207" y="68"/>
                    </a:lnTo>
                    <a:lnTo>
                      <a:pt x="204" y="61"/>
                    </a:lnTo>
                    <a:lnTo>
                      <a:pt x="201" y="55"/>
                    </a:lnTo>
                    <a:lnTo>
                      <a:pt x="196" y="49"/>
                    </a:lnTo>
                    <a:lnTo>
                      <a:pt x="192" y="44"/>
                    </a:lnTo>
                    <a:lnTo>
                      <a:pt x="188" y="37"/>
                    </a:lnTo>
                    <a:lnTo>
                      <a:pt x="184" y="32"/>
                    </a:lnTo>
                    <a:lnTo>
                      <a:pt x="180" y="28"/>
                    </a:lnTo>
                    <a:lnTo>
                      <a:pt x="175" y="24"/>
                    </a:lnTo>
                    <a:lnTo>
                      <a:pt x="170" y="20"/>
                    </a:lnTo>
                    <a:lnTo>
                      <a:pt x="165" y="18"/>
                    </a:lnTo>
                    <a:lnTo>
                      <a:pt x="161" y="17"/>
                    </a:lnTo>
                    <a:lnTo>
                      <a:pt x="169" y="14"/>
                    </a:lnTo>
                    <a:lnTo>
                      <a:pt x="176" y="13"/>
                    </a:lnTo>
                    <a:lnTo>
                      <a:pt x="183" y="12"/>
                    </a:lnTo>
                    <a:lnTo>
                      <a:pt x="190" y="12"/>
                    </a:lnTo>
                    <a:lnTo>
                      <a:pt x="198" y="12"/>
                    </a:lnTo>
                    <a:lnTo>
                      <a:pt x="205" y="12"/>
                    </a:lnTo>
                    <a:lnTo>
                      <a:pt x="211" y="13"/>
                    </a:lnTo>
                    <a:lnTo>
                      <a:pt x="217" y="14"/>
                    </a:lnTo>
                    <a:lnTo>
                      <a:pt x="224" y="17"/>
                    </a:lnTo>
                    <a:lnTo>
                      <a:pt x="231" y="20"/>
                    </a:lnTo>
                    <a:lnTo>
                      <a:pt x="238" y="24"/>
                    </a:lnTo>
                    <a:lnTo>
                      <a:pt x="245" y="26"/>
                    </a:lnTo>
                    <a:lnTo>
                      <a:pt x="251" y="30"/>
                    </a:lnTo>
                    <a:lnTo>
                      <a:pt x="256" y="33"/>
                    </a:lnTo>
                    <a:lnTo>
                      <a:pt x="261" y="37"/>
                    </a:lnTo>
                    <a:lnTo>
                      <a:pt x="267" y="43"/>
                    </a:lnTo>
                    <a:lnTo>
                      <a:pt x="273" y="47"/>
                    </a:lnTo>
                    <a:lnTo>
                      <a:pt x="278" y="52"/>
                    </a:lnTo>
                    <a:lnTo>
                      <a:pt x="284" y="57"/>
                    </a:lnTo>
                    <a:lnTo>
                      <a:pt x="289" y="63"/>
                    </a:lnTo>
                    <a:lnTo>
                      <a:pt x="294" y="68"/>
                    </a:lnTo>
                    <a:lnTo>
                      <a:pt x="298" y="73"/>
                    </a:lnTo>
                    <a:lnTo>
                      <a:pt x="303" y="80"/>
                    </a:lnTo>
                    <a:lnTo>
                      <a:pt x="308" y="87"/>
                    </a:lnTo>
                    <a:lnTo>
                      <a:pt x="312" y="92"/>
                    </a:lnTo>
                    <a:lnTo>
                      <a:pt x="315" y="99"/>
                    </a:lnTo>
                    <a:lnTo>
                      <a:pt x="320" y="106"/>
                    </a:lnTo>
                    <a:lnTo>
                      <a:pt x="324" y="112"/>
                    </a:lnTo>
                    <a:lnTo>
                      <a:pt x="327" y="119"/>
                    </a:lnTo>
                    <a:lnTo>
                      <a:pt x="331" y="126"/>
                    </a:lnTo>
                    <a:lnTo>
                      <a:pt x="335" y="134"/>
                    </a:lnTo>
                    <a:lnTo>
                      <a:pt x="338" y="141"/>
                    </a:lnTo>
                    <a:lnTo>
                      <a:pt x="341" y="149"/>
                    </a:lnTo>
                    <a:lnTo>
                      <a:pt x="345" y="157"/>
                    </a:lnTo>
                    <a:lnTo>
                      <a:pt x="348" y="165"/>
                    </a:lnTo>
                    <a:lnTo>
                      <a:pt x="351" y="176"/>
                    </a:lnTo>
                    <a:lnTo>
                      <a:pt x="350" y="164"/>
                    </a:lnTo>
                    <a:lnTo>
                      <a:pt x="350" y="157"/>
                    </a:lnTo>
                    <a:lnTo>
                      <a:pt x="350" y="149"/>
                    </a:lnTo>
                    <a:lnTo>
                      <a:pt x="351" y="142"/>
                    </a:lnTo>
                    <a:lnTo>
                      <a:pt x="354" y="135"/>
                    </a:lnTo>
                    <a:lnTo>
                      <a:pt x="356" y="130"/>
                    </a:lnTo>
                    <a:lnTo>
                      <a:pt x="360" y="125"/>
                    </a:lnTo>
                    <a:lnTo>
                      <a:pt x="364" y="119"/>
                    </a:lnTo>
                    <a:lnTo>
                      <a:pt x="369" y="114"/>
                    </a:lnTo>
                    <a:lnTo>
                      <a:pt x="374" y="111"/>
                    </a:lnTo>
                    <a:lnTo>
                      <a:pt x="378" y="108"/>
                    </a:lnTo>
                    <a:lnTo>
                      <a:pt x="383" y="106"/>
                    </a:lnTo>
                    <a:lnTo>
                      <a:pt x="388" y="104"/>
                    </a:lnTo>
                    <a:lnTo>
                      <a:pt x="393" y="103"/>
                    </a:lnTo>
                    <a:lnTo>
                      <a:pt x="398" y="103"/>
                    </a:lnTo>
                    <a:lnTo>
                      <a:pt x="402" y="104"/>
                    </a:lnTo>
                    <a:lnTo>
                      <a:pt x="407" y="106"/>
                    </a:lnTo>
                    <a:lnTo>
                      <a:pt x="412" y="108"/>
                    </a:lnTo>
                    <a:lnTo>
                      <a:pt x="417" y="111"/>
                    </a:lnTo>
                    <a:lnTo>
                      <a:pt x="422" y="114"/>
                    </a:lnTo>
                    <a:lnTo>
                      <a:pt x="426" y="119"/>
                    </a:lnTo>
                    <a:lnTo>
                      <a:pt x="430" y="125"/>
                    </a:lnTo>
                    <a:lnTo>
                      <a:pt x="434" y="130"/>
                    </a:lnTo>
                    <a:lnTo>
                      <a:pt x="438" y="137"/>
                    </a:lnTo>
                    <a:lnTo>
                      <a:pt x="435" y="129"/>
                    </a:lnTo>
                    <a:lnTo>
                      <a:pt x="432" y="123"/>
                    </a:lnTo>
                    <a:lnTo>
                      <a:pt x="430" y="116"/>
                    </a:lnTo>
                    <a:lnTo>
                      <a:pt x="427" y="110"/>
                    </a:lnTo>
                    <a:lnTo>
                      <a:pt x="423" y="103"/>
                    </a:lnTo>
                    <a:lnTo>
                      <a:pt x="420" y="95"/>
                    </a:lnTo>
                    <a:lnTo>
                      <a:pt x="415" y="88"/>
                    </a:lnTo>
                    <a:lnTo>
                      <a:pt x="411" y="83"/>
                    </a:lnTo>
                    <a:lnTo>
                      <a:pt x="407" y="76"/>
                    </a:lnTo>
                    <a:lnTo>
                      <a:pt x="402" y="69"/>
                    </a:lnTo>
                    <a:lnTo>
                      <a:pt x="396" y="64"/>
                    </a:lnTo>
                    <a:lnTo>
                      <a:pt x="392" y="59"/>
                    </a:lnTo>
                    <a:lnTo>
                      <a:pt x="387" y="53"/>
                    </a:lnTo>
                    <a:lnTo>
                      <a:pt x="381" y="48"/>
                    </a:lnTo>
                    <a:lnTo>
                      <a:pt x="375" y="43"/>
                    </a:lnTo>
                    <a:lnTo>
                      <a:pt x="369" y="38"/>
                    </a:lnTo>
                    <a:lnTo>
                      <a:pt x="362" y="33"/>
                    </a:lnTo>
                    <a:lnTo>
                      <a:pt x="356" y="29"/>
                    </a:lnTo>
                    <a:lnTo>
                      <a:pt x="350" y="26"/>
                    </a:lnTo>
                    <a:lnTo>
                      <a:pt x="343" y="22"/>
                    </a:lnTo>
                    <a:lnTo>
                      <a:pt x="337" y="20"/>
                    </a:lnTo>
                    <a:lnTo>
                      <a:pt x="330" y="16"/>
                    </a:lnTo>
                    <a:lnTo>
                      <a:pt x="324" y="13"/>
                    </a:lnTo>
                    <a:lnTo>
                      <a:pt x="317" y="10"/>
                    </a:lnTo>
                    <a:lnTo>
                      <a:pt x="310" y="9"/>
                    </a:lnTo>
                    <a:lnTo>
                      <a:pt x="304" y="6"/>
                    </a:lnTo>
                    <a:lnTo>
                      <a:pt x="297" y="5"/>
                    </a:lnTo>
                    <a:lnTo>
                      <a:pt x="291" y="4"/>
                    </a:lnTo>
                    <a:lnTo>
                      <a:pt x="285" y="2"/>
                    </a:lnTo>
                    <a:lnTo>
                      <a:pt x="279" y="1"/>
                    </a:lnTo>
                    <a:lnTo>
                      <a:pt x="270" y="0"/>
                    </a:lnTo>
                    <a:lnTo>
                      <a:pt x="263" y="0"/>
                    </a:lnTo>
                    <a:lnTo>
                      <a:pt x="256" y="0"/>
                    </a:lnTo>
                    <a:lnTo>
                      <a:pt x="249" y="0"/>
                    </a:lnTo>
                    <a:lnTo>
                      <a:pt x="240" y="0"/>
                    </a:lnTo>
                    <a:lnTo>
                      <a:pt x="232" y="0"/>
                    </a:lnTo>
                    <a:lnTo>
                      <a:pt x="225" y="0"/>
                    </a:lnTo>
                    <a:lnTo>
                      <a:pt x="217" y="1"/>
                    </a:lnTo>
                    <a:lnTo>
                      <a:pt x="209" y="2"/>
                    </a:lnTo>
                    <a:lnTo>
                      <a:pt x="203" y="4"/>
                    </a:lnTo>
                    <a:lnTo>
                      <a:pt x="196" y="5"/>
                    </a:lnTo>
                    <a:lnTo>
                      <a:pt x="189" y="8"/>
                    </a:lnTo>
                    <a:lnTo>
                      <a:pt x="180" y="9"/>
                    </a:lnTo>
                    <a:lnTo>
                      <a:pt x="172" y="12"/>
                    </a:lnTo>
                  </a:path>
                </a:pathLst>
              </a:custGeom>
              <a:solidFill>
                <a:srgbClr val="FF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grpSp>
      <p:sp>
        <p:nvSpPr>
          <p:cNvPr id="44" name="Google Shape;44;p70"/>
          <p:cNvSpPr txBox="1"/>
          <p:nvPr/>
        </p:nvSpPr>
        <p:spPr>
          <a:xfrm>
            <a:off x="6762750" y="6613525"/>
            <a:ext cx="2381250" cy="2444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none">
                <a:solidFill>
                  <a:schemeClr val="dk2"/>
                </a:solidFill>
                <a:latin typeface="Helvetica Neue"/>
                <a:ea typeface="Helvetica Neue"/>
                <a:cs typeface="Helvetica Neue"/>
                <a:sym typeface="Helvetica Neue"/>
              </a:rPr>
              <a:t>©Silberschatz, Korth and Sudarshan</a:t>
            </a:r>
            <a:endParaRPr/>
          </a:p>
        </p:txBody>
      </p:sp>
      <p:sp>
        <p:nvSpPr>
          <p:cNvPr id="45" name="Google Shape;45;p70"/>
          <p:cNvSpPr txBox="1"/>
          <p:nvPr/>
        </p:nvSpPr>
        <p:spPr>
          <a:xfrm>
            <a:off x="4446588" y="6613525"/>
            <a:ext cx="514350" cy="2444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000" u="none">
                <a:solidFill>
                  <a:schemeClr val="dk2"/>
                </a:solidFill>
                <a:latin typeface="Helvetica Neue"/>
                <a:ea typeface="Helvetica Neue"/>
                <a:cs typeface="Helvetica Neue"/>
                <a:sym typeface="Helvetica Neue"/>
              </a:rPr>
              <a:t>16.</a:t>
            </a:r>
            <a:fld id="{00000000-1234-1234-1234-123412341234}" type="slidenum">
              <a:rPr b="1" lang="en-US" sz="1000" u="none">
                <a:solidFill>
                  <a:schemeClr val="dk2"/>
                </a:solidFill>
                <a:latin typeface="Helvetica Neue"/>
                <a:ea typeface="Helvetica Neue"/>
                <a:cs typeface="Helvetica Neue"/>
                <a:sym typeface="Helvetica Neue"/>
              </a:rPr>
              <a:t>‹#›</a:t>
            </a:fld>
            <a:endParaRPr b="1" sz="1000" u="none">
              <a:solidFill>
                <a:schemeClr val="dk2"/>
              </a:solidFill>
              <a:latin typeface="Helvetica Neue"/>
              <a:ea typeface="Helvetica Neue"/>
              <a:cs typeface="Helvetica Neue"/>
              <a:sym typeface="Helvetica Neue"/>
            </a:endParaRPr>
          </a:p>
        </p:txBody>
      </p:sp>
      <p:sp>
        <p:nvSpPr>
          <p:cNvPr id="46" name="Google Shape;46;p70"/>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1pPr>
            <a:lvl2pPr lvl="1"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2pPr>
            <a:lvl3pPr lvl="2"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3pPr>
            <a:lvl4pPr lvl="3"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4pPr>
            <a:lvl5pPr lvl="4"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5pPr>
            <a:lvl6pPr lvl="5"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6pPr>
            <a:lvl7pPr lvl="6"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7pPr>
            <a:lvl8pPr lvl="7"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8pPr>
            <a:lvl9pPr lvl="8" marR="0" rtl="0" algn="ctr">
              <a:spcBef>
                <a:spcPts val="0"/>
              </a:spcBef>
              <a:spcAft>
                <a:spcPts val="0"/>
              </a:spcAft>
              <a:buSzPts val="1400"/>
              <a:buNone/>
              <a:defRPr b="1" i="0" sz="3200" u="none" cap="none" strike="noStrike">
                <a:solidFill>
                  <a:schemeClr val="dk2"/>
                </a:solidFill>
                <a:latin typeface="Helvetica Neue"/>
                <a:ea typeface="Helvetica Neue"/>
                <a:cs typeface="Helvetica Neue"/>
                <a:sym typeface="Helvetica Neue"/>
              </a:defRPr>
            </a:lvl9pPr>
          </a:lstStyle>
          <a:p/>
        </p:txBody>
      </p:sp>
      <p:sp>
        <p:nvSpPr>
          <p:cNvPr id="47" name="Google Shape;47;p70"/>
          <p:cNvSpPr txBox="1"/>
          <p:nvPr/>
        </p:nvSpPr>
        <p:spPr>
          <a:xfrm>
            <a:off x="0" y="6613525"/>
            <a:ext cx="2501900" cy="2444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00" u="none">
                <a:solidFill>
                  <a:schemeClr val="dk2"/>
                </a:solidFill>
                <a:latin typeface="Helvetica Neue"/>
                <a:ea typeface="Helvetica Neue"/>
                <a:cs typeface="Helvetica Neue"/>
                <a:sym typeface="Helvetica Neue"/>
              </a:rPr>
              <a:t>Database System Concepts 3</a:t>
            </a:r>
            <a:r>
              <a:rPr b="1" baseline="30000" lang="en-US" sz="1000" u="none">
                <a:solidFill>
                  <a:schemeClr val="dk2"/>
                </a:solidFill>
                <a:latin typeface="Helvetica Neue"/>
                <a:ea typeface="Helvetica Neue"/>
                <a:cs typeface="Helvetica Neue"/>
                <a:sym typeface="Helvetica Neue"/>
              </a:rPr>
              <a:t>rd</a:t>
            </a:r>
            <a:r>
              <a:rPr b="1" lang="en-US" sz="1000" u="none">
                <a:solidFill>
                  <a:schemeClr val="dk2"/>
                </a:solidFill>
                <a:latin typeface="Helvetica Neue"/>
                <a:ea typeface="Helvetica Neue"/>
                <a:cs typeface="Helvetica Neue"/>
                <a:sym typeface="Helvetica Neue"/>
              </a:rPr>
              <a:t> Edition</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1.png"/><Relationship Id="rId4" Type="http://schemas.openxmlformats.org/officeDocument/2006/relationships/image" Target="../media/image1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Chapter 16: Concurrency Control</a:t>
            </a:r>
            <a:endParaRPr/>
          </a:p>
        </p:txBody>
      </p:sp>
      <p:sp>
        <p:nvSpPr>
          <p:cNvPr id="114" name="Google Shape;114;p1"/>
          <p:cNvSpPr txBox="1"/>
          <p:nvPr>
            <p:ph idx="4294967295" type="body"/>
          </p:nvPr>
        </p:nvSpPr>
        <p:spPr>
          <a:xfrm>
            <a:off x="533400" y="1447800"/>
            <a:ext cx="7848600" cy="33813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Lock-Based Protocols</a:t>
            </a:r>
            <a:endParaRPr/>
          </a:p>
          <a:p>
            <a:pPr indent="-342900" lvl="0" marL="342900" rtl="0" algn="l">
              <a:spcBef>
                <a:spcPts val="700"/>
              </a:spcBef>
              <a:spcAft>
                <a:spcPts val="0"/>
              </a:spcAft>
              <a:buSzPts val="1800"/>
              <a:buChar char="●"/>
            </a:pPr>
            <a:r>
              <a:rPr lang="en-US"/>
              <a:t>Timestamp-Based Protocols</a:t>
            </a:r>
            <a:endParaRPr/>
          </a:p>
          <a:p>
            <a:pPr indent="-342900" lvl="0" marL="342900" rtl="0" algn="l">
              <a:spcBef>
                <a:spcPts val="700"/>
              </a:spcBef>
              <a:spcAft>
                <a:spcPts val="0"/>
              </a:spcAft>
              <a:buSzPts val="1800"/>
              <a:buChar char="●"/>
            </a:pPr>
            <a:r>
              <a:rPr lang="en-US"/>
              <a:t>Validation-Based Protocols</a:t>
            </a:r>
            <a:endParaRPr/>
          </a:p>
          <a:p>
            <a:pPr indent="-285750" lvl="1" marL="742950" rtl="0" algn="l">
              <a:spcBef>
                <a:spcPts val="630"/>
              </a:spcBef>
              <a:spcAft>
                <a:spcPts val="0"/>
              </a:spcAft>
              <a:buSzPts val="1890"/>
              <a:buChar char="🟉"/>
            </a:pPr>
            <a:r>
              <a:rPr lang="en-US"/>
              <a:t>Multiple Granularity</a:t>
            </a:r>
            <a:endParaRPr/>
          </a:p>
          <a:p>
            <a:pPr indent="-285750" lvl="1" marL="742950" rtl="0" algn="l">
              <a:spcBef>
                <a:spcPts val="630"/>
              </a:spcBef>
              <a:spcAft>
                <a:spcPts val="0"/>
              </a:spcAft>
              <a:buSzPts val="1890"/>
              <a:buChar char="🟉"/>
            </a:pPr>
            <a:r>
              <a:rPr lang="en-US"/>
              <a:t>Multiversion Schemes</a:t>
            </a:r>
            <a:endParaRPr/>
          </a:p>
          <a:p>
            <a:pPr indent="-342900" lvl="0" marL="342900" rtl="0" algn="l">
              <a:spcBef>
                <a:spcPts val="700"/>
              </a:spcBef>
              <a:spcAft>
                <a:spcPts val="0"/>
              </a:spcAft>
              <a:buSzPts val="1800"/>
              <a:buChar char="●"/>
            </a:pPr>
            <a:r>
              <a:rPr lang="en-US"/>
              <a:t>Deadlock Handling</a:t>
            </a:r>
            <a:endParaRPr/>
          </a:p>
          <a:p>
            <a:pPr indent="-285750" lvl="1" marL="742950" rtl="0" algn="l">
              <a:spcBef>
                <a:spcPts val="630"/>
              </a:spcBef>
              <a:spcAft>
                <a:spcPts val="0"/>
              </a:spcAft>
              <a:buSzPts val="1890"/>
              <a:buChar char="🟉"/>
            </a:pPr>
            <a:r>
              <a:rPr lang="en-US"/>
              <a:t>Insert and Delete Operations</a:t>
            </a:r>
            <a:endParaRPr/>
          </a:p>
          <a:p>
            <a:pPr indent="-285750" lvl="1" marL="742950" rtl="0" algn="l">
              <a:spcBef>
                <a:spcPts val="630"/>
              </a:spcBef>
              <a:spcAft>
                <a:spcPts val="0"/>
              </a:spcAft>
              <a:buSzPts val="1890"/>
              <a:buChar char="🟉"/>
            </a:pPr>
            <a:r>
              <a:rPr lang="en-US"/>
              <a:t>Concurrency in Index Structures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Lock-Based Protocols</a:t>
            </a:r>
            <a:endParaRPr/>
          </a:p>
        </p:txBody>
      </p:sp>
      <p:sp>
        <p:nvSpPr>
          <p:cNvPr id="120" name="Google Shape;120;p2"/>
          <p:cNvSpPr txBox="1"/>
          <p:nvPr>
            <p:ph idx="4294967295" type="body"/>
          </p:nvPr>
        </p:nvSpPr>
        <p:spPr>
          <a:xfrm>
            <a:off x="571500" y="1447800"/>
            <a:ext cx="81153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A lock is a mechanism to control concurrent access to a data item</a:t>
            </a:r>
            <a:endParaRPr/>
          </a:p>
          <a:p>
            <a:pPr indent="-342900" lvl="0" marL="342900" rtl="0" algn="l">
              <a:spcBef>
                <a:spcPts val="700"/>
              </a:spcBef>
              <a:spcAft>
                <a:spcPts val="0"/>
              </a:spcAft>
              <a:buSzPts val="1800"/>
              <a:buChar char="●"/>
            </a:pPr>
            <a:r>
              <a:rPr lang="en-US"/>
              <a:t>Data items can be locked in two modes :</a:t>
            </a:r>
            <a:endParaRPr/>
          </a:p>
          <a:p>
            <a:pPr indent="-342900" lvl="0" marL="342900" rtl="0" algn="l">
              <a:spcBef>
                <a:spcPts val="700"/>
              </a:spcBef>
              <a:spcAft>
                <a:spcPts val="0"/>
              </a:spcAft>
              <a:buSzPts val="1800"/>
              <a:buFont typeface="Arial"/>
              <a:buNone/>
            </a:pPr>
            <a:r>
              <a:rPr i="1" lang="en-US"/>
              <a:t>    </a:t>
            </a:r>
            <a:r>
              <a:rPr lang="en-US"/>
              <a:t>1</a:t>
            </a:r>
            <a:r>
              <a:rPr i="1" lang="en-US"/>
              <a:t>.  </a:t>
            </a:r>
            <a:r>
              <a:rPr i="1" lang="en-US">
                <a:solidFill>
                  <a:schemeClr val="dk2"/>
                </a:solidFill>
              </a:rPr>
              <a:t>exclusive</a:t>
            </a:r>
            <a:r>
              <a:rPr i="1" lang="en-US"/>
              <a:t> (X) mode</a:t>
            </a:r>
            <a:r>
              <a:rPr lang="en-US"/>
              <a:t>. Data item can be both read as well as   </a:t>
            </a:r>
            <a:endParaRPr/>
          </a:p>
          <a:p>
            <a:pPr indent="-342900" lvl="0" marL="342900" rtl="0" algn="l">
              <a:lnSpc>
                <a:spcPct val="60000"/>
              </a:lnSpc>
              <a:spcBef>
                <a:spcPts val="700"/>
              </a:spcBef>
              <a:spcAft>
                <a:spcPts val="0"/>
              </a:spcAft>
              <a:buSzPts val="1800"/>
              <a:buFont typeface="Arial"/>
              <a:buNone/>
            </a:pPr>
            <a:r>
              <a:rPr lang="en-US"/>
              <a:t>         written. X-lock is requested using </a:t>
            </a:r>
            <a:r>
              <a:rPr b="1" lang="en-US"/>
              <a:t> lock-X</a:t>
            </a:r>
            <a:r>
              <a:rPr lang="en-US"/>
              <a:t> instruction.</a:t>
            </a:r>
            <a:endParaRPr/>
          </a:p>
          <a:p>
            <a:pPr indent="-342900" lvl="0" marL="342900" rtl="0" algn="l">
              <a:spcBef>
                <a:spcPts val="700"/>
              </a:spcBef>
              <a:spcAft>
                <a:spcPts val="0"/>
              </a:spcAft>
              <a:buSzPts val="1800"/>
              <a:buFont typeface="Arial"/>
              <a:buNone/>
            </a:pPr>
            <a:r>
              <a:rPr i="1" lang="en-US"/>
              <a:t>    </a:t>
            </a:r>
            <a:r>
              <a:rPr lang="en-US"/>
              <a:t>2</a:t>
            </a:r>
            <a:r>
              <a:rPr i="1" lang="en-US"/>
              <a:t>.  </a:t>
            </a:r>
            <a:r>
              <a:rPr i="1" lang="en-US">
                <a:solidFill>
                  <a:schemeClr val="dk2"/>
                </a:solidFill>
              </a:rPr>
              <a:t>shared</a:t>
            </a:r>
            <a:r>
              <a:rPr i="1" lang="en-US"/>
              <a:t> (S) mode</a:t>
            </a:r>
            <a:r>
              <a:rPr lang="en-US"/>
              <a:t>. Data item can only be read. S-lock is          </a:t>
            </a:r>
            <a:endParaRPr/>
          </a:p>
          <a:p>
            <a:pPr indent="-342900" lvl="0" marL="342900" rtl="0" algn="l">
              <a:lnSpc>
                <a:spcPct val="60000"/>
              </a:lnSpc>
              <a:spcBef>
                <a:spcPts val="700"/>
              </a:spcBef>
              <a:spcAft>
                <a:spcPts val="0"/>
              </a:spcAft>
              <a:buSzPts val="1800"/>
              <a:buFont typeface="Arial"/>
              <a:buNone/>
            </a:pPr>
            <a:r>
              <a:rPr lang="en-US"/>
              <a:t>         requested using </a:t>
            </a:r>
            <a:r>
              <a:rPr b="1" lang="en-US"/>
              <a:t> lock-S</a:t>
            </a:r>
            <a:r>
              <a:rPr lang="en-US"/>
              <a:t> instruction.</a:t>
            </a:r>
            <a:endParaRPr/>
          </a:p>
          <a:p>
            <a:pPr indent="-342900" lvl="0" marL="342900" rtl="0" algn="l">
              <a:lnSpc>
                <a:spcPct val="110000"/>
              </a:lnSpc>
              <a:spcBef>
                <a:spcPts val="700"/>
              </a:spcBef>
              <a:spcAft>
                <a:spcPts val="0"/>
              </a:spcAft>
              <a:buSzPts val="1800"/>
              <a:buChar char="●"/>
            </a:pPr>
            <a:r>
              <a:rPr lang="en-US"/>
              <a:t>Lock requests are made to concurrency-control manager. Transaction can proceed only after request is granted.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3"/>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Lock-Based Protocols (Cont.)</a:t>
            </a:r>
            <a:endParaRPr/>
          </a:p>
        </p:txBody>
      </p:sp>
      <p:sp>
        <p:nvSpPr>
          <p:cNvPr id="126" name="Google Shape;126;p3"/>
          <p:cNvSpPr txBox="1"/>
          <p:nvPr>
            <p:ph idx="4294967295" type="body"/>
          </p:nvPr>
        </p:nvSpPr>
        <p:spPr>
          <a:xfrm>
            <a:off x="571500" y="11430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00"/>
              <a:buChar char="●"/>
            </a:pPr>
            <a:r>
              <a:rPr lang="en-US">
                <a:solidFill>
                  <a:schemeClr val="dk2"/>
                </a:solidFill>
              </a:rPr>
              <a:t>Lock-compatibility matrix</a:t>
            </a:r>
            <a:endParaRPr/>
          </a:p>
          <a:p>
            <a:pPr indent="-228600" lvl="0" marL="342900" rtl="0" algn="l">
              <a:lnSpc>
                <a:spcPct val="90000"/>
              </a:lnSpc>
              <a:spcBef>
                <a:spcPts val="700"/>
              </a:spcBef>
              <a:spcAft>
                <a:spcPts val="0"/>
              </a:spcAft>
              <a:buSzPts val="1800"/>
              <a:buNone/>
            </a:pPr>
            <a:r>
              <a:t/>
            </a:r>
            <a:endParaRPr>
              <a:solidFill>
                <a:schemeClr val="dk2"/>
              </a:solidFill>
            </a:endParaRPr>
          </a:p>
          <a:p>
            <a:pPr indent="-228600" lvl="0" marL="342900" rtl="0" algn="l">
              <a:lnSpc>
                <a:spcPct val="90000"/>
              </a:lnSpc>
              <a:spcBef>
                <a:spcPts val="700"/>
              </a:spcBef>
              <a:spcAft>
                <a:spcPts val="0"/>
              </a:spcAft>
              <a:buSzPts val="1800"/>
              <a:buNone/>
            </a:pPr>
            <a:r>
              <a:t/>
            </a:r>
            <a:endParaRPr/>
          </a:p>
          <a:p>
            <a:pPr indent="-228600" lvl="0" marL="342900" rtl="0" algn="l">
              <a:lnSpc>
                <a:spcPct val="90000"/>
              </a:lnSpc>
              <a:spcBef>
                <a:spcPts val="700"/>
              </a:spcBef>
              <a:spcAft>
                <a:spcPts val="0"/>
              </a:spcAft>
              <a:buSzPts val="1800"/>
              <a:buNone/>
            </a:pPr>
            <a:r>
              <a:t/>
            </a:r>
            <a:endParaRPr/>
          </a:p>
          <a:p>
            <a:pPr indent="-342900" lvl="0" marL="342900" rtl="0" algn="l">
              <a:lnSpc>
                <a:spcPct val="90000"/>
              </a:lnSpc>
              <a:spcBef>
                <a:spcPts val="700"/>
              </a:spcBef>
              <a:spcAft>
                <a:spcPts val="0"/>
              </a:spcAft>
              <a:buSzPts val="1800"/>
              <a:buFont typeface="Arial"/>
              <a:buNone/>
            </a:pPr>
            <a:r>
              <a:t/>
            </a:r>
            <a:endParaRPr/>
          </a:p>
          <a:p>
            <a:pPr indent="-342900" lvl="0" marL="342900" rtl="0" algn="l">
              <a:lnSpc>
                <a:spcPct val="90000"/>
              </a:lnSpc>
              <a:spcBef>
                <a:spcPts val="700"/>
              </a:spcBef>
              <a:spcAft>
                <a:spcPts val="0"/>
              </a:spcAft>
              <a:buSzPts val="1800"/>
              <a:buChar char="●"/>
            </a:pPr>
            <a:r>
              <a:rPr lang="en-US"/>
              <a:t>A transaction may be granted a lock on an item if the requested lock is compatible with locks already held on the item by other transactions</a:t>
            </a:r>
            <a:endParaRPr/>
          </a:p>
          <a:p>
            <a:pPr indent="-342900" lvl="0" marL="342900" rtl="0" algn="l">
              <a:lnSpc>
                <a:spcPct val="90000"/>
              </a:lnSpc>
              <a:spcBef>
                <a:spcPts val="700"/>
              </a:spcBef>
              <a:spcAft>
                <a:spcPts val="0"/>
              </a:spcAft>
              <a:buSzPts val="1800"/>
              <a:buChar char="●"/>
            </a:pPr>
            <a:r>
              <a:rPr lang="en-US"/>
              <a:t>Any number of transactions can hold shared locks on an item, but if any transaction holds an exclusive on the item no other transaction may hold any lock on the item.</a:t>
            </a:r>
            <a:endParaRPr/>
          </a:p>
          <a:p>
            <a:pPr indent="-342900" lvl="0" marL="342900" rtl="0" algn="l">
              <a:lnSpc>
                <a:spcPct val="90000"/>
              </a:lnSpc>
              <a:spcBef>
                <a:spcPts val="700"/>
              </a:spcBef>
              <a:spcAft>
                <a:spcPts val="0"/>
              </a:spcAft>
              <a:buSzPts val="1800"/>
              <a:buChar char="●"/>
            </a:pPr>
            <a:r>
              <a:rPr lang="en-US"/>
              <a:t>If a lock cannot be granted, the requesting transaction is made to wait till all incompatible locks held by other transactions have been released.  The lock is then granted.</a:t>
            </a:r>
            <a:endParaRPr/>
          </a:p>
        </p:txBody>
      </p:sp>
      <p:pic>
        <p:nvPicPr>
          <p:cNvPr id="127" name="Google Shape;127;p3"/>
          <p:cNvPicPr preferRelativeResize="0"/>
          <p:nvPr/>
        </p:nvPicPr>
        <p:blipFill rotWithShape="1">
          <a:blip r:embed="rId3">
            <a:alphaModFix/>
          </a:blip>
          <a:srcRect b="21666" l="4999" r="6249" t="20000"/>
          <a:stretch/>
        </p:blipFill>
        <p:spPr>
          <a:xfrm>
            <a:off x="3200400" y="1689100"/>
            <a:ext cx="2097088" cy="1033463"/>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4"/>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Lock-Based Protocols (Cont.)</a:t>
            </a:r>
            <a:endParaRPr/>
          </a:p>
        </p:txBody>
      </p:sp>
      <p:sp>
        <p:nvSpPr>
          <p:cNvPr id="133" name="Google Shape;133;p4"/>
          <p:cNvSpPr txBox="1"/>
          <p:nvPr>
            <p:ph idx="4294967295" type="body"/>
          </p:nvPr>
        </p:nvSpPr>
        <p:spPr>
          <a:xfrm>
            <a:off x="571500" y="1114425"/>
            <a:ext cx="81153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lang="en-US" sz="1800"/>
              <a:t>Example of a transaction performing locking:</a:t>
            </a:r>
            <a:endParaRPr/>
          </a:p>
          <a:p>
            <a:pPr indent="-342900" lvl="0" marL="342900" rtl="0" algn="l">
              <a:spcBef>
                <a:spcPts val="630"/>
              </a:spcBef>
              <a:spcAft>
                <a:spcPts val="0"/>
              </a:spcAft>
              <a:buSzPts val="1620"/>
              <a:buFont typeface="Arial"/>
              <a:buNone/>
            </a:pPr>
            <a:r>
              <a:rPr lang="en-US" sz="1800"/>
              <a:t>                       </a:t>
            </a:r>
            <a:r>
              <a:rPr i="1" lang="en-US" sz="1800"/>
              <a:t>T</a:t>
            </a:r>
            <a:r>
              <a:rPr baseline="-25000" i="1" lang="en-US" sz="1800"/>
              <a:t>2</a:t>
            </a:r>
            <a:r>
              <a:rPr lang="en-US" sz="1800"/>
              <a:t>:</a:t>
            </a:r>
            <a:r>
              <a:rPr b="1" lang="en-US" sz="1800"/>
              <a:t> lock-S</a:t>
            </a:r>
            <a:r>
              <a:rPr i="1" lang="en-US" sz="1800"/>
              <a:t>(A)</a:t>
            </a:r>
            <a:r>
              <a:rPr lang="en-US" sz="1800"/>
              <a:t>;</a:t>
            </a:r>
            <a:endParaRPr/>
          </a:p>
          <a:p>
            <a:pPr indent="-342900" lvl="0" marL="342900" rtl="0" algn="l">
              <a:spcBef>
                <a:spcPts val="630"/>
              </a:spcBef>
              <a:spcAft>
                <a:spcPts val="0"/>
              </a:spcAft>
              <a:buSzPts val="1620"/>
              <a:buFont typeface="Arial"/>
              <a:buNone/>
            </a:pPr>
            <a:r>
              <a:rPr b="1" lang="en-US" sz="1800"/>
              <a:t>                             read </a:t>
            </a:r>
            <a:r>
              <a:rPr i="1" lang="en-US" sz="1800"/>
              <a:t>(A)</a:t>
            </a:r>
            <a:r>
              <a:rPr lang="en-US" sz="1800"/>
              <a:t>;</a:t>
            </a:r>
            <a:endParaRPr/>
          </a:p>
          <a:p>
            <a:pPr indent="-342900" lvl="0" marL="342900" rtl="0" algn="l">
              <a:spcBef>
                <a:spcPts val="630"/>
              </a:spcBef>
              <a:spcAft>
                <a:spcPts val="0"/>
              </a:spcAft>
              <a:buSzPts val="1620"/>
              <a:buFont typeface="Arial"/>
              <a:buNone/>
            </a:pPr>
            <a:r>
              <a:rPr b="1" lang="en-US" sz="1800"/>
              <a:t>                             unlock</a:t>
            </a:r>
            <a:r>
              <a:rPr i="1" lang="en-US" sz="1800"/>
              <a:t>(A)</a:t>
            </a:r>
            <a:r>
              <a:rPr lang="en-US" sz="1800"/>
              <a:t>;</a:t>
            </a:r>
            <a:endParaRPr/>
          </a:p>
          <a:p>
            <a:pPr indent="-342900" lvl="0" marL="342900" rtl="0" algn="l">
              <a:spcBef>
                <a:spcPts val="630"/>
              </a:spcBef>
              <a:spcAft>
                <a:spcPts val="0"/>
              </a:spcAft>
              <a:buSzPts val="1620"/>
              <a:buFont typeface="Arial"/>
              <a:buNone/>
            </a:pPr>
            <a:r>
              <a:rPr b="1" lang="en-US" sz="1800"/>
              <a:t>                             lock-S</a:t>
            </a:r>
            <a:r>
              <a:rPr i="1" lang="en-US" sz="1800"/>
              <a:t>(B)</a:t>
            </a:r>
            <a:r>
              <a:rPr lang="en-US" sz="1800"/>
              <a:t>;</a:t>
            </a:r>
            <a:endParaRPr/>
          </a:p>
          <a:p>
            <a:pPr indent="-342900" lvl="0" marL="342900" rtl="0" algn="l">
              <a:spcBef>
                <a:spcPts val="630"/>
              </a:spcBef>
              <a:spcAft>
                <a:spcPts val="0"/>
              </a:spcAft>
              <a:buSzPts val="1620"/>
              <a:buFont typeface="Arial"/>
              <a:buNone/>
            </a:pPr>
            <a:r>
              <a:rPr b="1" lang="en-US" sz="1800"/>
              <a:t>                             read </a:t>
            </a:r>
            <a:r>
              <a:rPr i="1" lang="en-US" sz="1800"/>
              <a:t>(B)</a:t>
            </a:r>
            <a:r>
              <a:rPr lang="en-US" sz="1800"/>
              <a:t>;</a:t>
            </a:r>
            <a:endParaRPr/>
          </a:p>
          <a:p>
            <a:pPr indent="-342900" lvl="0" marL="342900" rtl="0" algn="l">
              <a:spcBef>
                <a:spcPts val="630"/>
              </a:spcBef>
              <a:spcAft>
                <a:spcPts val="0"/>
              </a:spcAft>
              <a:buSzPts val="1620"/>
              <a:buFont typeface="Arial"/>
              <a:buNone/>
            </a:pPr>
            <a:r>
              <a:rPr b="1" lang="en-US" sz="1800"/>
              <a:t>                             unlock</a:t>
            </a:r>
            <a:r>
              <a:rPr i="1" lang="en-US" sz="1800"/>
              <a:t>(B)</a:t>
            </a:r>
            <a:r>
              <a:rPr lang="en-US" sz="1800"/>
              <a:t>;</a:t>
            </a:r>
            <a:endParaRPr/>
          </a:p>
          <a:p>
            <a:pPr indent="-342900" lvl="0" marL="342900" rtl="0" algn="l">
              <a:spcBef>
                <a:spcPts val="630"/>
              </a:spcBef>
              <a:spcAft>
                <a:spcPts val="0"/>
              </a:spcAft>
              <a:buSzPts val="1620"/>
              <a:buFont typeface="Arial"/>
              <a:buNone/>
            </a:pPr>
            <a:r>
              <a:rPr b="1" lang="en-US" sz="1800"/>
              <a:t>                             display</a:t>
            </a:r>
            <a:r>
              <a:rPr i="1" lang="en-US" sz="1800"/>
              <a:t>(A+B)</a:t>
            </a:r>
            <a:endParaRPr/>
          </a:p>
          <a:p>
            <a:pPr indent="-342900" lvl="0" marL="342900" rtl="0" algn="l">
              <a:spcBef>
                <a:spcPts val="630"/>
              </a:spcBef>
              <a:spcAft>
                <a:spcPts val="0"/>
              </a:spcAft>
              <a:buSzPts val="1620"/>
              <a:buChar char="●"/>
            </a:pPr>
            <a:r>
              <a:rPr lang="en-US" sz="1800"/>
              <a:t>Locking as above is not sufficient to guarantee serializability — if </a:t>
            </a:r>
            <a:r>
              <a:rPr i="1" lang="en-US" sz="1800"/>
              <a:t>A</a:t>
            </a:r>
            <a:r>
              <a:rPr lang="en-US" sz="1800"/>
              <a:t> and </a:t>
            </a:r>
            <a:r>
              <a:rPr i="1" lang="en-US" sz="1800"/>
              <a:t>B</a:t>
            </a:r>
            <a:r>
              <a:rPr lang="en-US" sz="1800"/>
              <a:t> get updated in-between the read of </a:t>
            </a:r>
            <a:r>
              <a:rPr i="1" lang="en-US" sz="1800"/>
              <a:t>A</a:t>
            </a:r>
            <a:r>
              <a:rPr lang="en-US" sz="1800"/>
              <a:t> and </a:t>
            </a:r>
            <a:r>
              <a:rPr i="1" lang="en-US" sz="1800"/>
              <a:t>B</a:t>
            </a:r>
            <a:r>
              <a:rPr lang="en-US" sz="1800"/>
              <a:t>, the displayed sum would be wrong.</a:t>
            </a:r>
            <a:endParaRPr/>
          </a:p>
          <a:p>
            <a:pPr indent="-342900" lvl="0" marL="342900" rtl="0" algn="l">
              <a:spcBef>
                <a:spcPts val="630"/>
              </a:spcBef>
              <a:spcAft>
                <a:spcPts val="0"/>
              </a:spcAft>
              <a:buSzPts val="1620"/>
              <a:buChar char="●"/>
            </a:pPr>
            <a:r>
              <a:rPr lang="en-US" sz="1800"/>
              <a:t>A  </a:t>
            </a:r>
            <a:r>
              <a:rPr b="1" lang="en-US" sz="1800">
                <a:solidFill>
                  <a:schemeClr val="dk2"/>
                </a:solidFill>
              </a:rPr>
              <a:t>locking protocol</a:t>
            </a:r>
            <a:r>
              <a:rPr lang="en-US" sz="1800"/>
              <a:t> is a set of rules followed by all transactions while requesting and releasing locks. Locking protocols restrict the set of possible schedules.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5"/>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Pitfalls of Lock-Based Protocols</a:t>
            </a:r>
            <a:endParaRPr/>
          </a:p>
        </p:txBody>
      </p:sp>
      <p:sp>
        <p:nvSpPr>
          <p:cNvPr id="139" name="Google Shape;139;p5"/>
          <p:cNvSpPr txBox="1"/>
          <p:nvPr>
            <p:ph idx="4294967295" type="body"/>
          </p:nvPr>
        </p:nvSpPr>
        <p:spPr>
          <a:xfrm>
            <a:off x="546100" y="901700"/>
            <a:ext cx="7848600" cy="51435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620"/>
              <a:buChar char="●"/>
            </a:pPr>
            <a:r>
              <a:rPr lang="en-US" sz="1800"/>
              <a:t>Consider the partial schedule</a:t>
            </a:r>
            <a:endParaRPr/>
          </a:p>
          <a:p>
            <a:pPr indent="-240030" lvl="0" marL="342900" rtl="0" algn="l">
              <a:lnSpc>
                <a:spcPct val="90000"/>
              </a:lnSpc>
              <a:spcBef>
                <a:spcPts val="630"/>
              </a:spcBef>
              <a:spcAft>
                <a:spcPts val="0"/>
              </a:spcAft>
              <a:buSzPts val="1620"/>
              <a:buNone/>
            </a:pPr>
            <a:r>
              <a:t/>
            </a:r>
            <a:endParaRPr sz="1800"/>
          </a:p>
          <a:p>
            <a:pPr indent="-240030" lvl="0" marL="342900" rtl="0" algn="l">
              <a:lnSpc>
                <a:spcPct val="90000"/>
              </a:lnSpc>
              <a:spcBef>
                <a:spcPts val="630"/>
              </a:spcBef>
              <a:spcAft>
                <a:spcPts val="0"/>
              </a:spcAft>
              <a:buSzPts val="1620"/>
              <a:buNone/>
            </a:pPr>
            <a:r>
              <a:t/>
            </a:r>
            <a:endParaRPr sz="1800"/>
          </a:p>
          <a:p>
            <a:pPr indent="-240030" lvl="0" marL="342900" rtl="0" algn="l">
              <a:lnSpc>
                <a:spcPct val="90000"/>
              </a:lnSpc>
              <a:spcBef>
                <a:spcPts val="630"/>
              </a:spcBef>
              <a:spcAft>
                <a:spcPts val="0"/>
              </a:spcAft>
              <a:buSzPts val="1620"/>
              <a:buNone/>
            </a:pPr>
            <a:r>
              <a:t/>
            </a:r>
            <a:endParaRPr sz="1800"/>
          </a:p>
          <a:p>
            <a:pPr indent="-342900" lvl="0" marL="342900" rtl="0" algn="l">
              <a:lnSpc>
                <a:spcPct val="90000"/>
              </a:lnSpc>
              <a:spcBef>
                <a:spcPts val="630"/>
              </a:spcBef>
              <a:spcAft>
                <a:spcPts val="0"/>
              </a:spcAft>
              <a:buSzPts val="1620"/>
              <a:buFont typeface="Arial"/>
              <a:buNone/>
            </a:pPr>
            <a:br>
              <a:rPr lang="en-US" sz="1800"/>
            </a:br>
            <a:endParaRPr sz="1800"/>
          </a:p>
          <a:p>
            <a:pPr indent="-240030" lvl="0" marL="342900" rtl="0" algn="l">
              <a:lnSpc>
                <a:spcPct val="90000"/>
              </a:lnSpc>
              <a:spcBef>
                <a:spcPts val="630"/>
              </a:spcBef>
              <a:spcAft>
                <a:spcPts val="0"/>
              </a:spcAft>
              <a:buSzPts val="1620"/>
              <a:buNone/>
            </a:pPr>
            <a:r>
              <a:t/>
            </a:r>
            <a:endParaRPr sz="1800"/>
          </a:p>
          <a:p>
            <a:pPr indent="-240030" lvl="0" marL="342900" rtl="0" algn="l">
              <a:lnSpc>
                <a:spcPct val="90000"/>
              </a:lnSpc>
              <a:spcBef>
                <a:spcPts val="630"/>
              </a:spcBef>
              <a:spcAft>
                <a:spcPts val="0"/>
              </a:spcAft>
              <a:buSzPts val="1620"/>
              <a:buNone/>
            </a:pPr>
            <a:r>
              <a:t/>
            </a:r>
            <a:endParaRPr sz="1800"/>
          </a:p>
          <a:p>
            <a:pPr indent="-342900" lvl="0" marL="342900" rtl="0" algn="l">
              <a:lnSpc>
                <a:spcPct val="90000"/>
              </a:lnSpc>
              <a:spcBef>
                <a:spcPts val="630"/>
              </a:spcBef>
              <a:spcAft>
                <a:spcPts val="0"/>
              </a:spcAft>
              <a:buSzPts val="1620"/>
              <a:buFont typeface="Arial"/>
              <a:buNone/>
            </a:pPr>
            <a:br>
              <a:rPr lang="en-US" sz="1800"/>
            </a:br>
            <a:endParaRPr sz="1800"/>
          </a:p>
          <a:p>
            <a:pPr indent="-342900" lvl="0" marL="342900" rtl="0" algn="l">
              <a:lnSpc>
                <a:spcPct val="90000"/>
              </a:lnSpc>
              <a:spcBef>
                <a:spcPts val="630"/>
              </a:spcBef>
              <a:spcAft>
                <a:spcPts val="0"/>
              </a:spcAft>
              <a:buSzPts val="1620"/>
              <a:buChar char="●"/>
            </a:pPr>
            <a:r>
              <a:rPr lang="en-US" sz="1800"/>
              <a:t>Neither </a:t>
            </a:r>
            <a:r>
              <a:rPr i="1" lang="en-US" sz="1800"/>
              <a:t>T</a:t>
            </a:r>
            <a:r>
              <a:rPr baseline="-25000" i="1" lang="en-US" sz="1800"/>
              <a:t>3</a:t>
            </a:r>
            <a:r>
              <a:rPr lang="en-US" sz="1800"/>
              <a:t> nor </a:t>
            </a:r>
            <a:r>
              <a:rPr i="1" lang="en-US" sz="1800"/>
              <a:t>T</a:t>
            </a:r>
            <a:r>
              <a:rPr baseline="-25000" i="1" lang="en-US" sz="1800"/>
              <a:t>4</a:t>
            </a:r>
            <a:r>
              <a:rPr lang="en-US" sz="1800"/>
              <a:t> can make progress — executing  </a:t>
            </a:r>
            <a:r>
              <a:rPr b="1" lang="en-US" sz="1800"/>
              <a:t>lock-S</a:t>
            </a:r>
            <a:r>
              <a:rPr i="1" lang="en-US" sz="1800"/>
              <a:t>(B)</a:t>
            </a:r>
            <a:r>
              <a:rPr lang="en-US" sz="1800"/>
              <a:t> causes </a:t>
            </a:r>
            <a:r>
              <a:rPr i="1" lang="en-US" sz="1800"/>
              <a:t>T</a:t>
            </a:r>
            <a:r>
              <a:rPr baseline="-25000" i="1" lang="en-US" sz="1800"/>
              <a:t>4</a:t>
            </a:r>
            <a:r>
              <a:rPr lang="en-US" sz="1800"/>
              <a:t> to wait for </a:t>
            </a:r>
            <a:r>
              <a:rPr i="1" lang="en-US" sz="1800"/>
              <a:t>T</a:t>
            </a:r>
            <a:r>
              <a:rPr baseline="-25000" i="1" lang="en-US" sz="1800"/>
              <a:t>3</a:t>
            </a:r>
            <a:r>
              <a:rPr lang="en-US" sz="1800"/>
              <a:t> to release its lock on </a:t>
            </a:r>
            <a:r>
              <a:rPr i="1" lang="en-US" sz="1800"/>
              <a:t>B</a:t>
            </a:r>
            <a:r>
              <a:rPr lang="en-US" sz="1800"/>
              <a:t>, while executing  </a:t>
            </a:r>
            <a:r>
              <a:rPr b="1" lang="en-US" sz="1800"/>
              <a:t>lock-X</a:t>
            </a:r>
            <a:r>
              <a:rPr i="1" lang="en-US" sz="1800"/>
              <a:t>(A)</a:t>
            </a:r>
            <a:r>
              <a:rPr lang="en-US" sz="1800"/>
              <a:t> causes </a:t>
            </a:r>
            <a:r>
              <a:rPr i="1" lang="en-US" sz="1800"/>
              <a:t>T</a:t>
            </a:r>
            <a:r>
              <a:rPr baseline="-25000" i="1" lang="en-US" sz="1800"/>
              <a:t>3</a:t>
            </a:r>
            <a:r>
              <a:rPr i="1" lang="en-US" sz="1800"/>
              <a:t> </a:t>
            </a:r>
            <a:r>
              <a:rPr lang="en-US" sz="1800"/>
              <a:t> to wait for </a:t>
            </a:r>
            <a:r>
              <a:rPr i="1" lang="en-US" sz="1800"/>
              <a:t>T</a:t>
            </a:r>
            <a:r>
              <a:rPr baseline="-25000" i="1" lang="en-US" sz="1800"/>
              <a:t>4</a:t>
            </a:r>
            <a:r>
              <a:rPr lang="en-US" sz="1800"/>
              <a:t> to release its lock on </a:t>
            </a:r>
            <a:r>
              <a:rPr i="1" lang="en-US" sz="1800"/>
              <a:t>A</a:t>
            </a:r>
            <a:r>
              <a:rPr lang="en-US" sz="1800"/>
              <a:t>.</a:t>
            </a:r>
            <a:endParaRPr/>
          </a:p>
          <a:p>
            <a:pPr indent="-342900" lvl="0" marL="342900" rtl="0" algn="l">
              <a:lnSpc>
                <a:spcPct val="90000"/>
              </a:lnSpc>
              <a:spcBef>
                <a:spcPts val="630"/>
              </a:spcBef>
              <a:spcAft>
                <a:spcPts val="0"/>
              </a:spcAft>
              <a:buSzPts val="1620"/>
              <a:buChar char="●"/>
            </a:pPr>
            <a:r>
              <a:rPr lang="en-US" sz="1800"/>
              <a:t>Such a situation is called a </a:t>
            </a:r>
            <a:r>
              <a:rPr b="1" lang="en-US" sz="1800">
                <a:solidFill>
                  <a:schemeClr val="dk2"/>
                </a:solidFill>
              </a:rPr>
              <a:t>deadlock</a:t>
            </a:r>
            <a:r>
              <a:rPr lang="en-US" sz="1800"/>
              <a:t>. </a:t>
            </a:r>
            <a:endParaRPr/>
          </a:p>
          <a:p>
            <a:pPr indent="-285750" lvl="1" marL="742950" rtl="0" algn="l">
              <a:lnSpc>
                <a:spcPct val="90000"/>
              </a:lnSpc>
              <a:spcBef>
                <a:spcPts val="630"/>
              </a:spcBef>
              <a:spcAft>
                <a:spcPts val="0"/>
              </a:spcAft>
              <a:buSzPts val="1890"/>
              <a:buChar char="🟉"/>
            </a:pPr>
            <a:r>
              <a:rPr lang="en-US"/>
              <a:t>To handle a deadlock one of </a:t>
            </a:r>
            <a:r>
              <a:rPr i="1" lang="en-US"/>
              <a:t>T</a:t>
            </a:r>
            <a:r>
              <a:rPr baseline="-25000" i="1" lang="en-US"/>
              <a:t>3</a:t>
            </a:r>
            <a:r>
              <a:rPr lang="en-US"/>
              <a:t> or </a:t>
            </a:r>
            <a:r>
              <a:rPr i="1" lang="en-US"/>
              <a:t>T</a:t>
            </a:r>
            <a:r>
              <a:rPr baseline="-25000" i="1" lang="en-US"/>
              <a:t>4</a:t>
            </a:r>
            <a:r>
              <a:rPr lang="en-US"/>
              <a:t> must be rolled back </a:t>
            </a:r>
            <a:br>
              <a:rPr lang="en-US"/>
            </a:br>
            <a:r>
              <a:rPr lang="en-US"/>
              <a:t>and its locks released.</a:t>
            </a:r>
            <a:endParaRPr/>
          </a:p>
        </p:txBody>
      </p:sp>
      <p:pic>
        <p:nvPicPr>
          <p:cNvPr id="140" name="Google Shape;140;p5"/>
          <p:cNvPicPr preferRelativeResize="0"/>
          <p:nvPr/>
        </p:nvPicPr>
        <p:blipFill rotWithShape="1">
          <a:blip r:embed="rId3">
            <a:alphaModFix/>
          </a:blip>
          <a:srcRect b="1449" l="14131" r="13043" t="2899"/>
          <a:stretch/>
        </p:blipFill>
        <p:spPr>
          <a:xfrm>
            <a:off x="3036888" y="1397000"/>
            <a:ext cx="2665412" cy="2625725"/>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6"/>
          <p:cNvSpPr txBox="1"/>
          <p:nvPr>
            <p:ph type="title"/>
          </p:nvPr>
        </p:nvSpPr>
        <p:spPr>
          <a:xfrm>
            <a:off x="7620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Pitfalls of Lock-Based Protocols (Cont.)</a:t>
            </a:r>
            <a:endParaRPr/>
          </a:p>
        </p:txBody>
      </p:sp>
      <p:sp>
        <p:nvSpPr>
          <p:cNvPr id="146" name="Google Shape;146;p6"/>
          <p:cNvSpPr txBox="1"/>
          <p:nvPr>
            <p:ph idx="4294967295" type="body"/>
          </p:nvPr>
        </p:nvSpPr>
        <p:spPr>
          <a:xfrm>
            <a:off x="571500" y="16764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The potential for deadlock exists in most locking protocols. Deadlocks are a necessary evil.</a:t>
            </a:r>
            <a:endParaRPr/>
          </a:p>
          <a:p>
            <a:pPr indent="-342900" lvl="0" marL="342900" rtl="0" algn="l">
              <a:spcBef>
                <a:spcPts val="700"/>
              </a:spcBef>
              <a:spcAft>
                <a:spcPts val="0"/>
              </a:spcAft>
              <a:buSzPts val="1800"/>
              <a:buChar char="●"/>
            </a:pPr>
            <a:r>
              <a:rPr b="1" lang="en-US">
                <a:solidFill>
                  <a:schemeClr val="dk2"/>
                </a:solidFill>
              </a:rPr>
              <a:t>Starvation</a:t>
            </a:r>
            <a:r>
              <a:rPr lang="en-US"/>
              <a:t> is also possible if concurrency control manager is badly designed. For example:</a:t>
            </a:r>
            <a:endParaRPr/>
          </a:p>
          <a:p>
            <a:pPr indent="-285750" lvl="1" marL="742950" rtl="0" algn="l">
              <a:spcBef>
                <a:spcPts val="630"/>
              </a:spcBef>
              <a:spcAft>
                <a:spcPts val="0"/>
              </a:spcAft>
              <a:buSzPts val="1890"/>
              <a:buChar char="🟉"/>
            </a:pPr>
            <a:r>
              <a:rPr lang="en-US"/>
              <a:t>A transaction may be waiting for an X-lock on an item, while a sequence of other transactions request and are granted an S-lock on the same item.  </a:t>
            </a:r>
            <a:endParaRPr/>
          </a:p>
          <a:p>
            <a:pPr indent="-285750" lvl="1" marL="742950" rtl="0" algn="l">
              <a:spcBef>
                <a:spcPts val="630"/>
              </a:spcBef>
              <a:spcAft>
                <a:spcPts val="0"/>
              </a:spcAft>
              <a:buSzPts val="1890"/>
              <a:buChar char="🟉"/>
            </a:pPr>
            <a:r>
              <a:rPr lang="en-US"/>
              <a:t>The same transaction is repeatedly rolled back due to deadlocks.</a:t>
            </a:r>
            <a:endParaRPr/>
          </a:p>
          <a:p>
            <a:pPr indent="-342900" lvl="0" marL="342900" rtl="0" algn="l">
              <a:spcBef>
                <a:spcPts val="700"/>
              </a:spcBef>
              <a:spcAft>
                <a:spcPts val="0"/>
              </a:spcAft>
              <a:buSzPts val="1800"/>
              <a:buChar char="●"/>
            </a:pPr>
            <a:r>
              <a:rPr lang="en-US"/>
              <a:t>Concurrency control manager can be designed to prevent starvation.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2db746885ec_0_0"/>
          <p:cNvSpPr txBox="1"/>
          <p:nvPr>
            <p:ph type="title"/>
          </p:nvPr>
        </p:nvSpPr>
        <p:spPr>
          <a:xfrm>
            <a:off x="685800" y="0"/>
            <a:ext cx="8077200" cy="6096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pic>
        <p:nvPicPr>
          <p:cNvPr id="152" name="Google Shape;152;g2db746885ec_0_0"/>
          <p:cNvPicPr preferRelativeResize="0"/>
          <p:nvPr/>
        </p:nvPicPr>
        <p:blipFill>
          <a:blip r:embed="rId3">
            <a:alphaModFix/>
          </a:blip>
          <a:stretch>
            <a:fillRect/>
          </a:stretch>
        </p:blipFill>
        <p:spPr>
          <a:xfrm>
            <a:off x="152400" y="762000"/>
            <a:ext cx="8839200" cy="593973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7"/>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The Two-Phase Locking Protocol</a:t>
            </a:r>
            <a:endParaRPr/>
          </a:p>
        </p:txBody>
      </p:sp>
      <p:sp>
        <p:nvSpPr>
          <p:cNvPr id="158" name="Google Shape;158;p7"/>
          <p:cNvSpPr txBox="1"/>
          <p:nvPr>
            <p:ph idx="4294967295" type="body"/>
          </p:nvPr>
        </p:nvSpPr>
        <p:spPr>
          <a:xfrm>
            <a:off x="571500" y="16764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This is a protocol which ensures conflict-serializable schedules.</a:t>
            </a:r>
            <a:endParaRPr/>
          </a:p>
          <a:p>
            <a:pPr indent="-342900" lvl="0" marL="342900" rtl="0" algn="l">
              <a:spcBef>
                <a:spcPts val="700"/>
              </a:spcBef>
              <a:spcAft>
                <a:spcPts val="0"/>
              </a:spcAft>
              <a:buSzPts val="1800"/>
              <a:buChar char="●"/>
            </a:pPr>
            <a:r>
              <a:rPr lang="en-US"/>
              <a:t>Phase 1: Growing Phase</a:t>
            </a:r>
            <a:endParaRPr/>
          </a:p>
          <a:p>
            <a:pPr indent="-285750" lvl="1" marL="742950" rtl="0" algn="l">
              <a:spcBef>
                <a:spcPts val="630"/>
              </a:spcBef>
              <a:spcAft>
                <a:spcPts val="0"/>
              </a:spcAft>
              <a:buSzPts val="1890"/>
              <a:buChar char="🟉"/>
            </a:pPr>
            <a:r>
              <a:rPr lang="en-US"/>
              <a:t>transaction may obtain locks </a:t>
            </a:r>
            <a:endParaRPr/>
          </a:p>
          <a:p>
            <a:pPr indent="-285750" lvl="1" marL="742950" rtl="0" algn="l">
              <a:spcBef>
                <a:spcPts val="630"/>
              </a:spcBef>
              <a:spcAft>
                <a:spcPts val="0"/>
              </a:spcAft>
              <a:buSzPts val="1890"/>
              <a:buChar char="🟉"/>
            </a:pPr>
            <a:r>
              <a:rPr lang="en-US"/>
              <a:t>transaction may not release locks</a:t>
            </a:r>
            <a:endParaRPr/>
          </a:p>
          <a:p>
            <a:pPr indent="-342900" lvl="0" marL="342900" rtl="0" algn="l">
              <a:spcBef>
                <a:spcPts val="700"/>
              </a:spcBef>
              <a:spcAft>
                <a:spcPts val="0"/>
              </a:spcAft>
              <a:buSzPts val="1800"/>
              <a:buChar char="●"/>
            </a:pPr>
            <a:r>
              <a:rPr lang="en-US"/>
              <a:t>Phase 2: Shrinking Phase</a:t>
            </a:r>
            <a:endParaRPr/>
          </a:p>
          <a:p>
            <a:pPr indent="-285750" lvl="1" marL="742950" rtl="0" algn="l">
              <a:spcBef>
                <a:spcPts val="630"/>
              </a:spcBef>
              <a:spcAft>
                <a:spcPts val="0"/>
              </a:spcAft>
              <a:buSzPts val="1890"/>
              <a:buChar char="🟉"/>
            </a:pPr>
            <a:r>
              <a:rPr lang="en-US"/>
              <a:t>transaction may release locks</a:t>
            </a:r>
            <a:endParaRPr/>
          </a:p>
          <a:p>
            <a:pPr indent="-285750" lvl="1" marL="742950" rtl="0" algn="l">
              <a:spcBef>
                <a:spcPts val="630"/>
              </a:spcBef>
              <a:spcAft>
                <a:spcPts val="0"/>
              </a:spcAft>
              <a:buSzPts val="1890"/>
              <a:buChar char="🟉"/>
            </a:pPr>
            <a:r>
              <a:rPr lang="en-US"/>
              <a:t>transaction may not obtain locks</a:t>
            </a:r>
            <a:endParaRPr/>
          </a:p>
          <a:p>
            <a:pPr indent="-342900" lvl="0" marL="342900" rtl="0" algn="l">
              <a:lnSpc>
                <a:spcPct val="120000"/>
              </a:lnSpc>
              <a:spcBef>
                <a:spcPts val="700"/>
              </a:spcBef>
              <a:spcAft>
                <a:spcPts val="0"/>
              </a:spcAft>
              <a:buSzPts val="1800"/>
              <a:buChar char="●"/>
            </a:pPr>
            <a:r>
              <a:rPr lang="en-US"/>
              <a:t>The protocol </a:t>
            </a:r>
            <a:r>
              <a:rPr lang="en-US"/>
              <a:t>ensures</a:t>
            </a:r>
            <a:r>
              <a:rPr lang="en-US"/>
              <a:t> serializability. It can be proved that the transactions can be serialized in the order of their </a:t>
            </a:r>
            <a:r>
              <a:rPr b="1" lang="en-US">
                <a:solidFill>
                  <a:schemeClr val="dk2"/>
                </a:solidFill>
              </a:rPr>
              <a:t>lock points</a:t>
            </a:r>
            <a:r>
              <a:rPr i="1" lang="en-US"/>
              <a:t> </a:t>
            </a:r>
            <a:r>
              <a:rPr lang="en-US"/>
              <a:t> (i.e. the point where a transaction acquired its final lock).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8"/>
          <p:cNvSpPr txBox="1"/>
          <p:nvPr>
            <p:ph type="title"/>
          </p:nvPr>
        </p:nvSpPr>
        <p:spPr>
          <a:xfrm>
            <a:off x="9144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The Two-Phase Locking Protocol (Cont.)</a:t>
            </a:r>
            <a:endParaRPr/>
          </a:p>
        </p:txBody>
      </p:sp>
      <p:sp>
        <p:nvSpPr>
          <p:cNvPr id="164" name="Google Shape;164;p8"/>
          <p:cNvSpPr txBox="1"/>
          <p:nvPr>
            <p:ph idx="4294967295" type="body"/>
          </p:nvPr>
        </p:nvSpPr>
        <p:spPr>
          <a:xfrm>
            <a:off x="571500" y="1771650"/>
            <a:ext cx="7848600" cy="31527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Two-phase locking </a:t>
            </a:r>
            <a:r>
              <a:rPr i="1" lang="en-US"/>
              <a:t>does not</a:t>
            </a:r>
            <a:r>
              <a:rPr lang="en-US"/>
              <a:t> ensure freedom from deadlocks</a:t>
            </a:r>
            <a:endParaRPr/>
          </a:p>
          <a:p>
            <a:pPr indent="-342900" lvl="0" marL="342900" rtl="0" algn="l">
              <a:lnSpc>
                <a:spcPct val="110000"/>
              </a:lnSpc>
              <a:spcBef>
                <a:spcPts val="700"/>
              </a:spcBef>
              <a:spcAft>
                <a:spcPts val="0"/>
              </a:spcAft>
              <a:buSzPts val="1800"/>
              <a:buChar char="●"/>
            </a:pPr>
            <a:r>
              <a:rPr lang="en-US"/>
              <a:t>Cascading roll-back is possible under two-phase locking. To avoid this, follow a modified protocol called </a:t>
            </a:r>
            <a:r>
              <a:rPr b="1" lang="en-US">
                <a:solidFill>
                  <a:schemeClr val="dk2"/>
                </a:solidFill>
              </a:rPr>
              <a:t>strict two-phase locking</a:t>
            </a:r>
            <a:r>
              <a:rPr lang="en-US"/>
              <a:t>. Here a transaction must hold all its exclusive locks till it commits/aborts.</a:t>
            </a:r>
            <a:endParaRPr/>
          </a:p>
          <a:p>
            <a:pPr indent="-342900" lvl="0" marL="342900" rtl="0" algn="l">
              <a:lnSpc>
                <a:spcPct val="110000"/>
              </a:lnSpc>
              <a:spcBef>
                <a:spcPts val="700"/>
              </a:spcBef>
              <a:spcAft>
                <a:spcPts val="0"/>
              </a:spcAft>
              <a:buSzPts val="1800"/>
              <a:buChar char="●"/>
            </a:pPr>
            <a:r>
              <a:rPr b="1" lang="en-US">
                <a:solidFill>
                  <a:schemeClr val="dk2"/>
                </a:solidFill>
              </a:rPr>
              <a:t>Rigorous two-phase locking</a:t>
            </a:r>
            <a:r>
              <a:rPr lang="en-US"/>
              <a:t> is even stricter: here </a:t>
            </a:r>
            <a:r>
              <a:rPr i="1" lang="en-US"/>
              <a:t>all </a:t>
            </a:r>
            <a:r>
              <a:rPr lang="en-US"/>
              <a:t>locks are held till commit/abort. In this protocol transactions can be serialized in the order in which they commit.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9"/>
          <p:cNvSpPr txBox="1"/>
          <p:nvPr>
            <p:ph type="title"/>
          </p:nvPr>
        </p:nvSpPr>
        <p:spPr>
          <a:xfrm>
            <a:off x="838200" y="-7620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The Two-Phase Locking Protocol (Cont.)</a:t>
            </a:r>
            <a:endParaRPr/>
          </a:p>
        </p:txBody>
      </p:sp>
      <p:sp>
        <p:nvSpPr>
          <p:cNvPr id="170" name="Google Shape;170;p9"/>
          <p:cNvSpPr txBox="1"/>
          <p:nvPr>
            <p:ph idx="4294967295" type="body"/>
          </p:nvPr>
        </p:nvSpPr>
        <p:spPr>
          <a:xfrm>
            <a:off x="571500" y="16764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There can be conflict serializable schedules that cannot be obtained if two-phase locking is used.  </a:t>
            </a:r>
            <a:endParaRPr/>
          </a:p>
          <a:p>
            <a:pPr indent="-342900" lvl="0" marL="342900" rtl="0" algn="l">
              <a:spcBef>
                <a:spcPts val="700"/>
              </a:spcBef>
              <a:spcAft>
                <a:spcPts val="0"/>
              </a:spcAft>
              <a:buSzPts val="1800"/>
              <a:buChar char="●"/>
            </a:pPr>
            <a:r>
              <a:rPr lang="en-US"/>
              <a:t>However, in the absence of extra information (e.g., ordering of  access to data), two-phase locking is needed for conflict serializability in the following sense:</a:t>
            </a:r>
            <a:endParaRPr/>
          </a:p>
          <a:p>
            <a:pPr indent="-342900" lvl="0" marL="342900" rtl="0" algn="l">
              <a:spcBef>
                <a:spcPts val="700"/>
              </a:spcBef>
              <a:spcAft>
                <a:spcPts val="0"/>
              </a:spcAft>
              <a:buSzPts val="1800"/>
              <a:buFont typeface="Arial"/>
              <a:buNone/>
            </a:pPr>
            <a:r>
              <a:rPr lang="en-US"/>
              <a:t>    Given a transaction </a:t>
            </a:r>
            <a:r>
              <a:rPr i="1" lang="en-US"/>
              <a:t>T</a:t>
            </a:r>
            <a:r>
              <a:rPr baseline="-25000" lang="en-US"/>
              <a:t>i</a:t>
            </a:r>
            <a:r>
              <a:rPr lang="en-US"/>
              <a:t> that does not follow two-phase locking, we can find a transaction </a:t>
            </a:r>
            <a:r>
              <a:rPr i="1" lang="en-US"/>
              <a:t>T</a:t>
            </a:r>
            <a:r>
              <a:rPr baseline="-25000" i="1" lang="en-US"/>
              <a:t>j</a:t>
            </a:r>
            <a:r>
              <a:rPr lang="en-US"/>
              <a:t> that uses two-phase locking, and a schedule for </a:t>
            </a:r>
            <a:r>
              <a:rPr i="1" lang="en-US"/>
              <a:t>T</a:t>
            </a:r>
            <a:r>
              <a:rPr baseline="-25000" i="1" lang="en-US"/>
              <a:t>i</a:t>
            </a:r>
            <a:r>
              <a:rPr lang="en-US"/>
              <a:t> and </a:t>
            </a:r>
            <a:r>
              <a:rPr i="1" lang="en-US"/>
              <a:t>T</a:t>
            </a:r>
            <a:r>
              <a:rPr baseline="-25000" i="1" lang="en-US"/>
              <a:t>j</a:t>
            </a:r>
            <a:r>
              <a:rPr lang="en-US"/>
              <a:t> that is not conflict serializable.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0"/>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Lock Conversions</a:t>
            </a:r>
            <a:endParaRPr/>
          </a:p>
        </p:txBody>
      </p:sp>
      <p:sp>
        <p:nvSpPr>
          <p:cNvPr id="176" name="Google Shape;176;p10"/>
          <p:cNvSpPr txBox="1"/>
          <p:nvPr>
            <p:ph idx="4294967295" type="body"/>
          </p:nvPr>
        </p:nvSpPr>
        <p:spPr>
          <a:xfrm>
            <a:off x="546100" y="11811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Two-phase locking with lock conversions:</a:t>
            </a:r>
            <a:endParaRPr/>
          </a:p>
          <a:p>
            <a:pPr indent="-342900" lvl="0" marL="342900" rtl="0" algn="l">
              <a:lnSpc>
                <a:spcPct val="130000"/>
              </a:lnSpc>
              <a:spcBef>
                <a:spcPts val="700"/>
              </a:spcBef>
              <a:spcAft>
                <a:spcPts val="0"/>
              </a:spcAft>
              <a:buSzPts val="1800"/>
              <a:buFont typeface="Arial"/>
              <a:buNone/>
            </a:pPr>
            <a:r>
              <a:rPr lang="en-US"/>
              <a:t>     –   First Phase:        </a:t>
            </a:r>
            <a:endParaRPr/>
          </a:p>
          <a:p>
            <a:pPr indent="-285750" lvl="1" marL="742950" rtl="0" algn="l">
              <a:spcBef>
                <a:spcPts val="630"/>
              </a:spcBef>
              <a:spcAft>
                <a:spcPts val="0"/>
              </a:spcAft>
              <a:buSzPts val="1890"/>
              <a:buChar char="🟉"/>
            </a:pPr>
            <a:r>
              <a:rPr lang="en-US"/>
              <a:t>can acquire a </a:t>
            </a:r>
            <a:r>
              <a:rPr b="1" lang="en-US"/>
              <a:t>lock-S</a:t>
            </a:r>
            <a:r>
              <a:rPr lang="en-US"/>
              <a:t> on item</a:t>
            </a:r>
            <a:endParaRPr/>
          </a:p>
          <a:p>
            <a:pPr indent="-285750" lvl="1" marL="742950" rtl="0" algn="l">
              <a:spcBef>
                <a:spcPts val="630"/>
              </a:spcBef>
              <a:spcAft>
                <a:spcPts val="0"/>
              </a:spcAft>
              <a:buSzPts val="1890"/>
              <a:buChar char="🟉"/>
            </a:pPr>
            <a:r>
              <a:rPr lang="en-US"/>
              <a:t>can acquire a </a:t>
            </a:r>
            <a:r>
              <a:rPr b="1" lang="en-US"/>
              <a:t>lock-X</a:t>
            </a:r>
            <a:r>
              <a:rPr lang="en-US"/>
              <a:t> on item</a:t>
            </a:r>
            <a:endParaRPr/>
          </a:p>
          <a:p>
            <a:pPr indent="-285750" lvl="1" marL="742950" rtl="0" algn="l">
              <a:spcBef>
                <a:spcPts val="630"/>
              </a:spcBef>
              <a:spcAft>
                <a:spcPts val="0"/>
              </a:spcAft>
              <a:buSzPts val="1890"/>
              <a:buChar char="🟉"/>
            </a:pPr>
            <a:r>
              <a:rPr lang="en-US"/>
              <a:t>can convert a </a:t>
            </a:r>
            <a:r>
              <a:rPr b="1" lang="en-US"/>
              <a:t>lock-S</a:t>
            </a:r>
            <a:r>
              <a:rPr lang="en-US"/>
              <a:t> to a </a:t>
            </a:r>
            <a:r>
              <a:rPr b="1" lang="en-US"/>
              <a:t>lock-X</a:t>
            </a:r>
            <a:r>
              <a:rPr lang="en-US"/>
              <a:t> (</a:t>
            </a:r>
            <a:r>
              <a:rPr b="1" lang="en-US"/>
              <a:t>upgrade</a:t>
            </a:r>
            <a:r>
              <a:rPr lang="en-US"/>
              <a:t>)</a:t>
            </a:r>
            <a:endParaRPr/>
          </a:p>
          <a:p>
            <a:pPr indent="-342900" lvl="0" marL="342900" rtl="0" algn="l">
              <a:lnSpc>
                <a:spcPct val="130000"/>
              </a:lnSpc>
              <a:spcBef>
                <a:spcPts val="700"/>
              </a:spcBef>
              <a:spcAft>
                <a:spcPts val="0"/>
              </a:spcAft>
              <a:buSzPts val="1800"/>
              <a:buFont typeface="Arial"/>
              <a:buNone/>
            </a:pPr>
            <a:r>
              <a:rPr lang="en-US"/>
              <a:t>     –   Second Phase:</a:t>
            </a:r>
            <a:endParaRPr/>
          </a:p>
          <a:p>
            <a:pPr indent="-285750" lvl="1" marL="742950" rtl="0" algn="l">
              <a:spcBef>
                <a:spcPts val="630"/>
              </a:spcBef>
              <a:spcAft>
                <a:spcPts val="0"/>
              </a:spcAft>
              <a:buSzPts val="1890"/>
              <a:buChar char="🟉"/>
            </a:pPr>
            <a:r>
              <a:rPr lang="en-US"/>
              <a:t>can release a </a:t>
            </a:r>
            <a:r>
              <a:rPr b="1" lang="en-US"/>
              <a:t>lock-S</a:t>
            </a:r>
            <a:endParaRPr/>
          </a:p>
          <a:p>
            <a:pPr indent="-285750" lvl="1" marL="742950" rtl="0" algn="l">
              <a:spcBef>
                <a:spcPts val="630"/>
              </a:spcBef>
              <a:spcAft>
                <a:spcPts val="0"/>
              </a:spcAft>
              <a:buSzPts val="1890"/>
              <a:buChar char="🟉"/>
            </a:pPr>
            <a:r>
              <a:rPr lang="en-US"/>
              <a:t>can release a </a:t>
            </a:r>
            <a:r>
              <a:rPr b="1" lang="en-US"/>
              <a:t>lock-X</a:t>
            </a:r>
            <a:endParaRPr/>
          </a:p>
          <a:p>
            <a:pPr indent="-285750" lvl="1" marL="742950" rtl="0" algn="l">
              <a:spcBef>
                <a:spcPts val="630"/>
              </a:spcBef>
              <a:spcAft>
                <a:spcPts val="0"/>
              </a:spcAft>
              <a:buSzPts val="1890"/>
              <a:buChar char="🟉"/>
            </a:pPr>
            <a:r>
              <a:rPr lang="en-US"/>
              <a:t>can convert a </a:t>
            </a:r>
            <a:r>
              <a:rPr b="1" lang="en-US"/>
              <a:t>lock-X</a:t>
            </a:r>
            <a:r>
              <a:rPr lang="en-US"/>
              <a:t> to a </a:t>
            </a:r>
            <a:r>
              <a:rPr b="1" lang="en-US"/>
              <a:t>lock-S</a:t>
            </a:r>
            <a:r>
              <a:rPr lang="en-US"/>
              <a:t> </a:t>
            </a:r>
            <a:r>
              <a:rPr b="1" lang="en-US"/>
              <a:t> (downgrade</a:t>
            </a:r>
            <a:r>
              <a:rPr lang="en-US"/>
              <a:t>)</a:t>
            </a:r>
            <a:endParaRPr/>
          </a:p>
          <a:p>
            <a:pPr indent="-342900" lvl="0" marL="342900" rtl="0" algn="l">
              <a:lnSpc>
                <a:spcPct val="120000"/>
              </a:lnSpc>
              <a:spcBef>
                <a:spcPts val="700"/>
              </a:spcBef>
              <a:spcAft>
                <a:spcPts val="0"/>
              </a:spcAft>
              <a:buSzPts val="1800"/>
              <a:buChar char="●"/>
            </a:pPr>
            <a:r>
              <a:rPr lang="en-US"/>
              <a:t>This protocol assures serializability. But still relies on the programmer to insert the various  locking instructions.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1"/>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Automatic Acquisition of Locks</a:t>
            </a:r>
            <a:endParaRPr/>
          </a:p>
        </p:txBody>
      </p:sp>
      <p:sp>
        <p:nvSpPr>
          <p:cNvPr id="182" name="Google Shape;182;p11"/>
          <p:cNvSpPr txBox="1"/>
          <p:nvPr>
            <p:ph idx="4294967295" type="body"/>
          </p:nvPr>
        </p:nvSpPr>
        <p:spPr>
          <a:xfrm>
            <a:off x="571500" y="1114425"/>
            <a:ext cx="7848600" cy="5210175"/>
          </a:xfrm>
          <a:prstGeom prst="rect">
            <a:avLst/>
          </a:prstGeom>
          <a:noFill/>
          <a:ln>
            <a:noFill/>
          </a:ln>
        </p:spPr>
        <p:txBody>
          <a:bodyPr anchorCtr="0" anchor="t" bIns="45700" lIns="91425" spcFirstLastPara="1" rIns="91425" wrap="square" tIns="45700">
            <a:noAutofit/>
          </a:bodyPr>
          <a:lstStyle/>
          <a:p>
            <a:pPr indent="-342900" lvl="0" marL="342900" rtl="0" algn="l">
              <a:lnSpc>
                <a:spcPct val="110000"/>
              </a:lnSpc>
              <a:spcBef>
                <a:spcPts val="0"/>
              </a:spcBef>
              <a:spcAft>
                <a:spcPts val="0"/>
              </a:spcAft>
              <a:buSzPts val="1800"/>
              <a:buChar char="●"/>
            </a:pPr>
            <a:r>
              <a:rPr lang="en-US"/>
              <a:t>A transaction </a:t>
            </a:r>
            <a:r>
              <a:rPr i="1" lang="en-US"/>
              <a:t>T</a:t>
            </a:r>
            <a:r>
              <a:rPr baseline="-25000" lang="en-US"/>
              <a:t>i</a:t>
            </a:r>
            <a:r>
              <a:rPr lang="en-US"/>
              <a:t> issues the standard read/write instruction, without explicit locking calls.</a:t>
            </a:r>
            <a:endParaRPr/>
          </a:p>
          <a:p>
            <a:pPr indent="-342900" lvl="0" marL="342900" rtl="0" algn="l">
              <a:spcBef>
                <a:spcPts val="700"/>
              </a:spcBef>
              <a:spcAft>
                <a:spcPts val="0"/>
              </a:spcAft>
              <a:buSzPts val="1800"/>
              <a:buChar char="●"/>
            </a:pPr>
            <a:r>
              <a:rPr lang="en-US"/>
              <a:t>The operation </a:t>
            </a:r>
            <a:r>
              <a:rPr b="1" lang="en-US"/>
              <a:t>read</a:t>
            </a:r>
            <a:r>
              <a:rPr lang="en-US"/>
              <a:t>(</a:t>
            </a:r>
            <a:r>
              <a:rPr i="1" lang="en-US"/>
              <a:t>D</a:t>
            </a:r>
            <a:r>
              <a:rPr lang="en-US"/>
              <a:t>) is processed as:</a:t>
            </a:r>
            <a:endParaRPr/>
          </a:p>
          <a:p>
            <a:pPr indent="-342900" lvl="0" marL="342900" rtl="0" algn="l">
              <a:spcBef>
                <a:spcPts val="700"/>
              </a:spcBef>
              <a:spcAft>
                <a:spcPts val="0"/>
              </a:spcAft>
              <a:buSzPts val="1800"/>
              <a:buFont typeface="Arial"/>
              <a:buNone/>
            </a:pPr>
            <a:r>
              <a:rPr lang="en-US"/>
              <a:t>                      if </a:t>
            </a:r>
            <a:r>
              <a:rPr i="1" lang="en-US"/>
              <a:t>T</a:t>
            </a:r>
            <a:r>
              <a:rPr baseline="-25000" i="1" lang="en-US"/>
              <a:t>i</a:t>
            </a:r>
            <a:r>
              <a:rPr lang="en-US"/>
              <a:t> has a lock on </a:t>
            </a:r>
            <a:r>
              <a:rPr i="1" lang="en-US"/>
              <a:t>D</a:t>
            </a:r>
            <a:endParaRPr/>
          </a:p>
          <a:p>
            <a:pPr indent="-342900" lvl="0" marL="342900" rtl="0" algn="l">
              <a:spcBef>
                <a:spcPts val="700"/>
              </a:spcBef>
              <a:spcAft>
                <a:spcPts val="0"/>
              </a:spcAft>
              <a:buSzPts val="1800"/>
              <a:buFont typeface="Arial"/>
              <a:buNone/>
            </a:pPr>
            <a:r>
              <a:rPr lang="en-US"/>
              <a:t>                         </a:t>
            </a:r>
            <a:r>
              <a:rPr b="1" lang="en-US"/>
              <a:t>then</a:t>
            </a:r>
            <a:endParaRPr/>
          </a:p>
          <a:p>
            <a:pPr indent="-342900" lvl="0" marL="342900" rtl="0" algn="l">
              <a:spcBef>
                <a:spcPts val="700"/>
              </a:spcBef>
              <a:spcAft>
                <a:spcPts val="0"/>
              </a:spcAft>
              <a:buSzPts val="1800"/>
              <a:buFont typeface="Arial"/>
              <a:buNone/>
            </a:pPr>
            <a:r>
              <a:rPr lang="en-US"/>
              <a:t>                                read(</a:t>
            </a:r>
            <a:r>
              <a:rPr i="1" lang="en-US"/>
              <a:t>D</a:t>
            </a:r>
            <a:r>
              <a:rPr lang="en-US"/>
              <a:t>) </a:t>
            </a:r>
            <a:endParaRPr/>
          </a:p>
          <a:p>
            <a:pPr indent="-342900" lvl="0" marL="342900" rtl="0" algn="l">
              <a:lnSpc>
                <a:spcPct val="80000"/>
              </a:lnSpc>
              <a:spcBef>
                <a:spcPts val="700"/>
              </a:spcBef>
              <a:spcAft>
                <a:spcPts val="0"/>
              </a:spcAft>
              <a:buSzPts val="1800"/>
              <a:buFont typeface="Arial"/>
              <a:buNone/>
            </a:pPr>
            <a:r>
              <a:rPr b="1" lang="en-US"/>
              <a:t>                         else</a:t>
            </a:r>
            <a:endParaRPr/>
          </a:p>
          <a:p>
            <a:pPr indent="-342900" lvl="0" marL="342900" rtl="0" algn="l">
              <a:spcBef>
                <a:spcPts val="700"/>
              </a:spcBef>
              <a:spcAft>
                <a:spcPts val="0"/>
              </a:spcAft>
              <a:buSzPts val="1800"/>
              <a:buFont typeface="Arial"/>
              <a:buNone/>
            </a:pPr>
            <a:r>
              <a:rPr b="1" lang="en-US"/>
              <a:t>                                begin</a:t>
            </a:r>
            <a:r>
              <a:rPr lang="en-US"/>
              <a:t> </a:t>
            </a:r>
            <a:endParaRPr/>
          </a:p>
          <a:p>
            <a:pPr indent="-342900" lvl="0" marL="342900" rtl="0" algn="l">
              <a:spcBef>
                <a:spcPts val="700"/>
              </a:spcBef>
              <a:spcAft>
                <a:spcPts val="0"/>
              </a:spcAft>
              <a:buSzPts val="1800"/>
              <a:buFont typeface="Arial"/>
              <a:buNone/>
            </a:pPr>
            <a:r>
              <a:rPr lang="en-US"/>
              <a:t>                                   if necessary wait until no other  </a:t>
            </a:r>
            <a:endParaRPr/>
          </a:p>
          <a:p>
            <a:pPr indent="-342900" lvl="0" marL="342900" rtl="0" algn="l">
              <a:lnSpc>
                <a:spcPct val="80000"/>
              </a:lnSpc>
              <a:spcBef>
                <a:spcPts val="700"/>
              </a:spcBef>
              <a:spcAft>
                <a:spcPts val="0"/>
              </a:spcAft>
              <a:buSzPts val="1800"/>
              <a:buFont typeface="Arial"/>
              <a:buNone/>
            </a:pPr>
            <a:r>
              <a:rPr lang="en-US"/>
              <a:t>                                       transaction has a </a:t>
            </a:r>
            <a:r>
              <a:rPr b="1" lang="en-US"/>
              <a:t>lock-X</a:t>
            </a:r>
            <a:r>
              <a:rPr lang="en-US"/>
              <a:t> on </a:t>
            </a:r>
            <a:r>
              <a:rPr i="1" lang="en-US"/>
              <a:t>D</a:t>
            </a:r>
            <a:endParaRPr/>
          </a:p>
          <a:p>
            <a:pPr indent="-342900" lvl="0" marL="342900" rtl="0" algn="l">
              <a:lnSpc>
                <a:spcPct val="90000"/>
              </a:lnSpc>
              <a:spcBef>
                <a:spcPts val="700"/>
              </a:spcBef>
              <a:spcAft>
                <a:spcPts val="0"/>
              </a:spcAft>
              <a:buSzPts val="1800"/>
              <a:buFont typeface="Arial"/>
              <a:buNone/>
            </a:pPr>
            <a:r>
              <a:rPr lang="en-US"/>
              <a:t>                                   grant </a:t>
            </a:r>
            <a:r>
              <a:rPr i="1" lang="en-US"/>
              <a:t>T</a:t>
            </a:r>
            <a:r>
              <a:rPr baseline="-25000" i="1" lang="en-US"/>
              <a:t>i</a:t>
            </a:r>
            <a:r>
              <a:rPr lang="en-US"/>
              <a:t> a </a:t>
            </a:r>
            <a:r>
              <a:rPr b="1" lang="en-US"/>
              <a:t> lock-S</a:t>
            </a:r>
            <a:r>
              <a:rPr lang="en-US"/>
              <a:t> on </a:t>
            </a:r>
            <a:r>
              <a:rPr i="1" lang="en-US"/>
              <a:t>D</a:t>
            </a:r>
            <a:r>
              <a:rPr lang="en-US"/>
              <a:t>;</a:t>
            </a:r>
            <a:endParaRPr/>
          </a:p>
          <a:p>
            <a:pPr indent="-342900" lvl="0" marL="342900" rtl="0" algn="l">
              <a:spcBef>
                <a:spcPts val="700"/>
              </a:spcBef>
              <a:spcAft>
                <a:spcPts val="0"/>
              </a:spcAft>
              <a:buSzPts val="1800"/>
              <a:buFont typeface="Arial"/>
              <a:buNone/>
            </a:pPr>
            <a:r>
              <a:rPr lang="en-US"/>
              <a:t>                                   read(</a:t>
            </a:r>
            <a:r>
              <a:rPr i="1" lang="en-US"/>
              <a:t>D</a:t>
            </a:r>
            <a:r>
              <a:rPr lang="en-US"/>
              <a:t>)</a:t>
            </a:r>
            <a:endParaRPr/>
          </a:p>
          <a:p>
            <a:pPr indent="-342900" lvl="0" marL="342900" rtl="0" algn="l">
              <a:lnSpc>
                <a:spcPct val="70000"/>
              </a:lnSpc>
              <a:spcBef>
                <a:spcPts val="700"/>
              </a:spcBef>
              <a:spcAft>
                <a:spcPts val="0"/>
              </a:spcAft>
              <a:buSzPts val="1800"/>
              <a:buFont typeface="Arial"/>
              <a:buNone/>
            </a:pPr>
            <a:r>
              <a:rPr b="1" lang="en-US"/>
              <a:t>                                end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2"/>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Automatic Acquisition of Locks (Cont.)</a:t>
            </a:r>
            <a:endParaRPr/>
          </a:p>
        </p:txBody>
      </p:sp>
      <p:sp>
        <p:nvSpPr>
          <p:cNvPr id="188" name="Google Shape;188;p12"/>
          <p:cNvSpPr txBox="1"/>
          <p:nvPr>
            <p:ph idx="4294967295" type="body"/>
          </p:nvPr>
        </p:nvSpPr>
        <p:spPr>
          <a:xfrm>
            <a:off x="533400" y="12192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20"/>
              <a:buChar char="●"/>
            </a:pPr>
            <a:r>
              <a:rPr b="1" lang="en-US" sz="1800"/>
              <a:t>write</a:t>
            </a:r>
            <a:r>
              <a:rPr i="1" lang="en-US" sz="1800"/>
              <a:t>(D)</a:t>
            </a:r>
            <a:r>
              <a:rPr lang="en-US" sz="1800"/>
              <a:t> is processed as:</a:t>
            </a:r>
            <a:endParaRPr/>
          </a:p>
          <a:p>
            <a:pPr indent="-342900" lvl="0" marL="342900" rtl="0" algn="l">
              <a:spcBef>
                <a:spcPts val="630"/>
              </a:spcBef>
              <a:spcAft>
                <a:spcPts val="0"/>
              </a:spcAft>
              <a:buSzPts val="1620"/>
              <a:buFont typeface="Arial"/>
              <a:buNone/>
            </a:pPr>
            <a:r>
              <a:rPr lang="en-US" sz="1800"/>
              <a:t>     if </a:t>
            </a:r>
            <a:r>
              <a:rPr i="1" lang="en-US" sz="1800"/>
              <a:t>T</a:t>
            </a:r>
            <a:r>
              <a:rPr baseline="-25000" i="1" lang="en-US" sz="1800"/>
              <a:t>i</a:t>
            </a:r>
            <a:r>
              <a:rPr lang="en-US" sz="1800"/>
              <a:t> has a  </a:t>
            </a:r>
            <a:r>
              <a:rPr b="1" lang="en-US" sz="1800"/>
              <a:t>lock-X</a:t>
            </a:r>
            <a:r>
              <a:rPr lang="en-US" sz="1800"/>
              <a:t> on </a:t>
            </a:r>
            <a:r>
              <a:rPr i="1" lang="en-US" sz="1800"/>
              <a:t>D</a:t>
            </a:r>
            <a:r>
              <a:rPr lang="en-US" sz="1800"/>
              <a:t> </a:t>
            </a:r>
            <a:endParaRPr/>
          </a:p>
          <a:p>
            <a:pPr indent="-342900" lvl="0" marL="342900" rtl="0" algn="l">
              <a:lnSpc>
                <a:spcPct val="70000"/>
              </a:lnSpc>
              <a:spcBef>
                <a:spcPts val="630"/>
              </a:spcBef>
              <a:spcAft>
                <a:spcPts val="0"/>
              </a:spcAft>
              <a:buSzPts val="1620"/>
              <a:buFont typeface="Arial"/>
              <a:buNone/>
            </a:pPr>
            <a:r>
              <a:rPr b="1" lang="en-US" sz="1800"/>
              <a:t>        then</a:t>
            </a:r>
            <a:r>
              <a:rPr lang="en-US" sz="1800"/>
              <a:t> </a:t>
            </a:r>
            <a:endParaRPr/>
          </a:p>
          <a:p>
            <a:pPr indent="-342900" lvl="0" marL="342900" rtl="0" algn="l">
              <a:lnSpc>
                <a:spcPct val="60000"/>
              </a:lnSpc>
              <a:spcBef>
                <a:spcPts val="630"/>
              </a:spcBef>
              <a:spcAft>
                <a:spcPts val="0"/>
              </a:spcAft>
              <a:buSzPts val="1620"/>
              <a:buFont typeface="Arial"/>
              <a:buNone/>
            </a:pPr>
            <a:r>
              <a:rPr lang="en-US" sz="1800"/>
              <a:t>          write(</a:t>
            </a:r>
            <a:r>
              <a:rPr i="1" lang="en-US" sz="1800"/>
              <a:t>D</a:t>
            </a:r>
            <a:r>
              <a:rPr lang="en-US" sz="1800"/>
              <a:t>)</a:t>
            </a:r>
            <a:endParaRPr/>
          </a:p>
          <a:p>
            <a:pPr indent="-342900" lvl="0" marL="342900" rtl="0" algn="l">
              <a:lnSpc>
                <a:spcPct val="70000"/>
              </a:lnSpc>
              <a:spcBef>
                <a:spcPts val="630"/>
              </a:spcBef>
              <a:spcAft>
                <a:spcPts val="0"/>
              </a:spcAft>
              <a:buSzPts val="1620"/>
              <a:buFont typeface="Arial"/>
              <a:buNone/>
            </a:pPr>
            <a:r>
              <a:rPr lang="en-US" sz="1800"/>
              <a:t>       else</a:t>
            </a:r>
            <a:endParaRPr/>
          </a:p>
          <a:p>
            <a:pPr indent="-342900" lvl="0" marL="342900" rtl="0" algn="l">
              <a:lnSpc>
                <a:spcPct val="70000"/>
              </a:lnSpc>
              <a:spcBef>
                <a:spcPts val="630"/>
              </a:spcBef>
              <a:spcAft>
                <a:spcPts val="0"/>
              </a:spcAft>
              <a:buSzPts val="1620"/>
              <a:buFont typeface="Arial"/>
              <a:buNone/>
            </a:pPr>
            <a:r>
              <a:rPr b="1" lang="en-US" sz="1800"/>
              <a:t>         begin</a:t>
            </a:r>
            <a:endParaRPr sz="1800"/>
          </a:p>
          <a:p>
            <a:pPr indent="-342900" lvl="0" marL="342900" rtl="0" algn="l">
              <a:lnSpc>
                <a:spcPct val="80000"/>
              </a:lnSpc>
              <a:spcBef>
                <a:spcPts val="630"/>
              </a:spcBef>
              <a:spcAft>
                <a:spcPts val="0"/>
              </a:spcAft>
              <a:buSzPts val="1620"/>
              <a:buFont typeface="Arial"/>
              <a:buNone/>
            </a:pPr>
            <a:r>
              <a:rPr lang="en-US" sz="1800"/>
              <a:t>            if necessary wait until no other trans. has any lock on </a:t>
            </a:r>
            <a:r>
              <a:rPr i="1" lang="en-US" sz="1800"/>
              <a:t>D</a:t>
            </a:r>
            <a:r>
              <a:rPr lang="en-US" sz="1800"/>
              <a:t>,</a:t>
            </a:r>
            <a:endParaRPr/>
          </a:p>
          <a:p>
            <a:pPr indent="-342900" lvl="0" marL="342900" rtl="0" algn="l">
              <a:lnSpc>
                <a:spcPct val="80000"/>
              </a:lnSpc>
              <a:spcBef>
                <a:spcPts val="630"/>
              </a:spcBef>
              <a:spcAft>
                <a:spcPts val="0"/>
              </a:spcAft>
              <a:buSzPts val="1620"/>
              <a:buFont typeface="Arial"/>
              <a:buNone/>
            </a:pPr>
            <a:r>
              <a:rPr lang="en-US" sz="1800"/>
              <a:t>            if </a:t>
            </a:r>
            <a:r>
              <a:rPr i="1" lang="en-US" sz="1800"/>
              <a:t>T</a:t>
            </a:r>
            <a:r>
              <a:rPr baseline="-25000" i="1" lang="en-US" sz="1800"/>
              <a:t>i</a:t>
            </a:r>
            <a:r>
              <a:rPr lang="en-US" sz="1800"/>
              <a:t> has a </a:t>
            </a:r>
            <a:r>
              <a:rPr b="1" lang="en-US" sz="1800"/>
              <a:t>lock-S</a:t>
            </a:r>
            <a:r>
              <a:rPr lang="en-US" sz="1800"/>
              <a:t> on </a:t>
            </a:r>
            <a:r>
              <a:rPr i="1" lang="en-US" sz="1800"/>
              <a:t>D</a:t>
            </a:r>
            <a:endParaRPr sz="1800"/>
          </a:p>
          <a:p>
            <a:pPr indent="-342900" lvl="0" marL="342900" rtl="0" algn="l">
              <a:lnSpc>
                <a:spcPct val="70000"/>
              </a:lnSpc>
              <a:spcBef>
                <a:spcPts val="630"/>
              </a:spcBef>
              <a:spcAft>
                <a:spcPts val="0"/>
              </a:spcAft>
              <a:buSzPts val="1620"/>
              <a:buFont typeface="Arial"/>
              <a:buNone/>
            </a:pPr>
            <a:r>
              <a:rPr b="1" lang="en-US" sz="1800"/>
              <a:t>                 then</a:t>
            </a:r>
            <a:endParaRPr sz="1800"/>
          </a:p>
          <a:p>
            <a:pPr indent="-342900" lvl="0" marL="342900" rtl="0" algn="l">
              <a:lnSpc>
                <a:spcPct val="70000"/>
              </a:lnSpc>
              <a:spcBef>
                <a:spcPts val="630"/>
              </a:spcBef>
              <a:spcAft>
                <a:spcPts val="0"/>
              </a:spcAft>
              <a:buSzPts val="1620"/>
              <a:buFont typeface="Arial"/>
              <a:buNone/>
            </a:pPr>
            <a:r>
              <a:rPr b="1" lang="en-US" sz="1800"/>
              <a:t>                    upgrade</a:t>
            </a:r>
            <a:r>
              <a:rPr lang="en-US" sz="1800"/>
              <a:t> lock on </a:t>
            </a:r>
            <a:r>
              <a:rPr i="1" lang="en-US" sz="1800"/>
              <a:t>D</a:t>
            </a:r>
            <a:r>
              <a:rPr lang="en-US" sz="1800"/>
              <a:t>  to </a:t>
            </a:r>
            <a:r>
              <a:rPr b="1" lang="en-US" sz="1800"/>
              <a:t>lock-X</a:t>
            </a:r>
            <a:endParaRPr sz="1800"/>
          </a:p>
          <a:p>
            <a:pPr indent="-342900" lvl="0" marL="342900" rtl="0" algn="l">
              <a:lnSpc>
                <a:spcPct val="70000"/>
              </a:lnSpc>
              <a:spcBef>
                <a:spcPts val="630"/>
              </a:spcBef>
              <a:spcAft>
                <a:spcPts val="0"/>
              </a:spcAft>
              <a:buSzPts val="1620"/>
              <a:buFont typeface="Arial"/>
              <a:buNone/>
            </a:pPr>
            <a:r>
              <a:rPr b="1" lang="en-US" sz="1800"/>
              <a:t>                else</a:t>
            </a:r>
            <a:endParaRPr sz="1800"/>
          </a:p>
          <a:p>
            <a:pPr indent="-342900" lvl="0" marL="342900" rtl="0" algn="l">
              <a:lnSpc>
                <a:spcPct val="70000"/>
              </a:lnSpc>
              <a:spcBef>
                <a:spcPts val="630"/>
              </a:spcBef>
              <a:spcAft>
                <a:spcPts val="0"/>
              </a:spcAft>
              <a:buSzPts val="1620"/>
              <a:buFont typeface="Arial"/>
              <a:buNone/>
            </a:pPr>
            <a:r>
              <a:rPr lang="en-US" sz="1800"/>
              <a:t>                    grant </a:t>
            </a:r>
            <a:r>
              <a:rPr i="1" lang="en-US" sz="1800"/>
              <a:t>T</a:t>
            </a:r>
            <a:r>
              <a:rPr baseline="-25000" i="1" lang="en-US" sz="1800"/>
              <a:t>i</a:t>
            </a:r>
            <a:r>
              <a:rPr lang="en-US" sz="1800"/>
              <a:t> a </a:t>
            </a:r>
            <a:r>
              <a:rPr b="1" lang="en-US" sz="1800"/>
              <a:t>lock-X</a:t>
            </a:r>
            <a:r>
              <a:rPr lang="en-US" sz="1800"/>
              <a:t> on </a:t>
            </a:r>
            <a:r>
              <a:rPr i="1" lang="en-US" sz="1800"/>
              <a:t>D</a:t>
            </a:r>
            <a:endParaRPr sz="1800"/>
          </a:p>
          <a:p>
            <a:pPr indent="-342900" lvl="0" marL="342900" rtl="0" algn="l">
              <a:spcBef>
                <a:spcPts val="630"/>
              </a:spcBef>
              <a:spcAft>
                <a:spcPts val="0"/>
              </a:spcAft>
              <a:buSzPts val="1620"/>
              <a:buFont typeface="Arial"/>
              <a:buNone/>
            </a:pPr>
            <a:r>
              <a:rPr lang="en-US" sz="1800"/>
              <a:t>                write(</a:t>
            </a:r>
            <a:r>
              <a:rPr i="1" lang="en-US" sz="1800"/>
              <a:t>D</a:t>
            </a:r>
            <a:r>
              <a:rPr lang="en-US" sz="1800"/>
              <a:t>)</a:t>
            </a:r>
            <a:endParaRPr/>
          </a:p>
          <a:p>
            <a:pPr indent="-342900" lvl="0" marL="342900" rtl="0" algn="l">
              <a:lnSpc>
                <a:spcPct val="50000"/>
              </a:lnSpc>
              <a:spcBef>
                <a:spcPts val="630"/>
              </a:spcBef>
              <a:spcAft>
                <a:spcPts val="0"/>
              </a:spcAft>
              <a:buSzPts val="1620"/>
              <a:buFont typeface="Arial"/>
              <a:buNone/>
            </a:pPr>
            <a:r>
              <a:rPr b="1" lang="en-US" sz="1800"/>
              <a:t>         end</a:t>
            </a:r>
            <a:r>
              <a:rPr lang="en-US" sz="1800"/>
              <a:t>;</a:t>
            </a:r>
            <a:endParaRPr/>
          </a:p>
          <a:p>
            <a:pPr indent="-342900" lvl="0" marL="342900" rtl="0" algn="l">
              <a:spcBef>
                <a:spcPts val="630"/>
              </a:spcBef>
              <a:spcAft>
                <a:spcPts val="0"/>
              </a:spcAft>
              <a:buSzPts val="1620"/>
              <a:buChar char="●"/>
            </a:pPr>
            <a:r>
              <a:rPr lang="en-US" sz="1800"/>
              <a:t>All locks are released after commit or abort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3"/>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Implementation of Locking</a:t>
            </a:r>
            <a:endParaRPr/>
          </a:p>
        </p:txBody>
      </p:sp>
      <p:sp>
        <p:nvSpPr>
          <p:cNvPr id="194" name="Google Shape;194;p13"/>
          <p:cNvSpPr txBox="1"/>
          <p:nvPr>
            <p:ph idx="1" type="body"/>
          </p:nvPr>
        </p:nvSpPr>
        <p:spPr>
          <a:xfrm>
            <a:off x="571500" y="16764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A</a:t>
            </a:r>
            <a:r>
              <a:rPr b="1" lang="en-US">
                <a:solidFill>
                  <a:schemeClr val="dk2"/>
                </a:solidFill>
              </a:rPr>
              <a:t> Lock manager </a:t>
            </a:r>
            <a:r>
              <a:rPr lang="en-US"/>
              <a:t>can be implemented as a separate process to which transactions send lock and unlock requests</a:t>
            </a:r>
            <a:endParaRPr/>
          </a:p>
          <a:p>
            <a:pPr indent="-342900" lvl="0" marL="342900" rtl="0" algn="l">
              <a:spcBef>
                <a:spcPts val="700"/>
              </a:spcBef>
              <a:spcAft>
                <a:spcPts val="0"/>
              </a:spcAft>
              <a:buSzPts val="1800"/>
              <a:buChar char="●"/>
            </a:pPr>
            <a:r>
              <a:rPr lang="en-US"/>
              <a:t>The lock manager replies to a lock request by sending a lock grant messages (or a message asking the transaction to roll back, in case of  a deadlock)</a:t>
            </a:r>
            <a:endParaRPr/>
          </a:p>
          <a:p>
            <a:pPr indent="-342900" lvl="0" marL="342900" rtl="0" algn="l">
              <a:spcBef>
                <a:spcPts val="700"/>
              </a:spcBef>
              <a:spcAft>
                <a:spcPts val="0"/>
              </a:spcAft>
              <a:buSzPts val="1800"/>
              <a:buChar char="●"/>
            </a:pPr>
            <a:r>
              <a:rPr lang="en-US"/>
              <a:t>The requesting transaction waits until its request is answered</a:t>
            </a:r>
            <a:endParaRPr/>
          </a:p>
          <a:p>
            <a:pPr indent="-342900" lvl="0" marL="342900" rtl="0" algn="l">
              <a:spcBef>
                <a:spcPts val="700"/>
              </a:spcBef>
              <a:spcAft>
                <a:spcPts val="0"/>
              </a:spcAft>
              <a:buSzPts val="1800"/>
              <a:buChar char="●"/>
            </a:pPr>
            <a:r>
              <a:rPr lang="en-US"/>
              <a:t>The lock manager maintains a datastructure called a </a:t>
            </a:r>
            <a:r>
              <a:rPr b="1" lang="en-US">
                <a:solidFill>
                  <a:schemeClr val="dk2"/>
                </a:solidFill>
              </a:rPr>
              <a:t>lock table </a:t>
            </a:r>
            <a:r>
              <a:rPr lang="en-US"/>
              <a:t>to record granted locks and pending requests</a:t>
            </a:r>
            <a:endParaRPr/>
          </a:p>
          <a:p>
            <a:pPr indent="-342900" lvl="0" marL="342900" rtl="0" algn="l">
              <a:spcBef>
                <a:spcPts val="700"/>
              </a:spcBef>
              <a:spcAft>
                <a:spcPts val="0"/>
              </a:spcAft>
              <a:buSzPts val="1800"/>
              <a:buChar char="●"/>
            </a:pPr>
            <a:r>
              <a:rPr lang="en-US"/>
              <a:t>The lock table is usually implemented as an in-memory hash table indexed on the name of the data item being locked</a:t>
            </a:r>
            <a:endParaRPr b="1">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4"/>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Lock Table</a:t>
            </a:r>
            <a:endParaRPr/>
          </a:p>
        </p:txBody>
      </p:sp>
      <p:sp>
        <p:nvSpPr>
          <p:cNvPr id="200" name="Google Shape;200;p14"/>
          <p:cNvSpPr txBox="1"/>
          <p:nvPr>
            <p:ph idx="1" type="body"/>
          </p:nvPr>
        </p:nvSpPr>
        <p:spPr>
          <a:xfrm>
            <a:off x="4610100" y="698500"/>
            <a:ext cx="4191000" cy="5168900"/>
          </a:xfrm>
          <a:prstGeom prst="rect">
            <a:avLst/>
          </a:prstGeom>
          <a:solidFill>
            <a:schemeClr val="lt1"/>
          </a:solid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620"/>
              <a:buChar char="●"/>
            </a:pPr>
            <a:r>
              <a:rPr lang="en-US" sz="1800"/>
              <a:t>Black rectangles indicate granted locks, white ones indicate waiting requests</a:t>
            </a:r>
            <a:endParaRPr/>
          </a:p>
          <a:p>
            <a:pPr indent="-342900" lvl="0" marL="342900" rtl="0" algn="l">
              <a:lnSpc>
                <a:spcPct val="90000"/>
              </a:lnSpc>
              <a:spcBef>
                <a:spcPts val="630"/>
              </a:spcBef>
              <a:spcAft>
                <a:spcPts val="0"/>
              </a:spcAft>
              <a:buSzPts val="1620"/>
              <a:buChar char="●"/>
            </a:pPr>
            <a:r>
              <a:rPr lang="en-US" sz="1800"/>
              <a:t>Lock table also records the type of lock granted or requested</a:t>
            </a:r>
            <a:endParaRPr/>
          </a:p>
          <a:p>
            <a:pPr indent="-342900" lvl="0" marL="342900" rtl="0" algn="l">
              <a:lnSpc>
                <a:spcPct val="90000"/>
              </a:lnSpc>
              <a:spcBef>
                <a:spcPts val="630"/>
              </a:spcBef>
              <a:spcAft>
                <a:spcPts val="0"/>
              </a:spcAft>
              <a:buSzPts val="1620"/>
              <a:buChar char="●"/>
            </a:pPr>
            <a:r>
              <a:rPr lang="en-US" sz="1800"/>
              <a:t>New request is added to the end of the queue of requests for the data item, and granted if it is compatible with all earlier locks</a:t>
            </a:r>
            <a:endParaRPr/>
          </a:p>
          <a:p>
            <a:pPr indent="-342900" lvl="0" marL="342900" rtl="0" algn="l">
              <a:lnSpc>
                <a:spcPct val="90000"/>
              </a:lnSpc>
              <a:spcBef>
                <a:spcPts val="630"/>
              </a:spcBef>
              <a:spcAft>
                <a:spcPts val="0"/>
              </a:spcAft>
              <a:buSzPts val="1620"/>
              <a:buChar char="●"/>
            </a:pPr>
            <a:r>
              <a:rPr lang="en-US" sz="1800"/>
              <a:t>Unlock requests result in the request being deleted, and later requests are checked to see if they can now be granted</a:t>
            </a:r>
            <a:endParaRPr/>
          </a:p>
          <a:p>
            <a:pPr indent="-342900" lvl="0" marL="342900" rtl="0" algn="l">
              <a:lnSpc>
                <a:spcPct val="90000"/>
              </a:lnSpc>
              <a:spcBef>
                <a:spcPts val="630"/>
              </a:spcBef>
              <a:spcAft>
                <a:spcPts val="0"/>
              </a:spcAft>
              <a:buSzPts val="1620"/>
              <a:buChar char="●"/>
            </a:pPr>
            <a:r>
              <a:rPr lang="en-US" sz="1800"/>
              <a:t>If transaction aborts, all waiting or granted requests of the transaction are deleted </a:t>
            </a:r>
            <a:endParaRPr/>
          </a:p>
          <a:p>
            <a:pPr indent="-285750" lvl="1" marL="742950" rtl="0" algn="l">
              <a:lnSpc>
                <a:spcPct val="90000"/>
              </a:lnSpc>
              <a:spcBef>
                <a:spcPts val="560"/>
              </a:spcBef>
              <a:spcAft>
                <a:spcPts val="0"/>
              </a:spcAft>
              <a:buSzPts val="1680"/>
              <a:buChar char="🟉"/>
            </a:pPr>
            <a:r>
              <a:rPr lang="en-US" sz="1600"/>
              <a:t>lock manager may keep a list of locks held by each transaction, to implement this efficiently</a:t>
            </a:r>
            <a:endParaRPr/>
          </a:p>
        </p:txBody>
      </p:sp>
      <p:pic>
        <p:nvPicPr>
          <p:cNvPr id="201" name="Google Shape;201;p14"/>
          <p:cNvPicPr preferRelativeResize="0"/>
          <p:nvPr/>
        </p:nvPicPr>
        <p:blipFill rotWithShape="1">
          <a:blip r:embed="rId3">
            <a:alphaModFix/>
          </a:blip>
          <a:srcRect b="2419" l="19557" r="20765" t="1344"/>
          <a:stretch/>
        </p:blipFill>
        <p:spPr>
          <a:xfrm>
            <a:off x="596900" y="1193800"/>
            <a:ext cx="3759200" cy="454660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5"/>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Graph-Based Protocols</a:t>
            </a:r>
            <a:endParaRPr/>
          </a:p>
        </p:txBody>
      </p:sp>
      <p:sp>
        <p:nvSpPr>
          <p:cNvPr id="207" name="Google Shape;207;p15"/>
          <p:cNvSpPr txBox="1"/>
          <p:nvPr>
            <p:ph idx="4294967295" type="body"/>
          </p:nvPr>
        </p:nvSpPr>
        <p:spPr>
          <a:xfrm>
            <a:off x="571500" y="16764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Graph-based protocols are an alternative to two-phase locking</a:t>
            </a:r>
            <a:endParaRPr/>
          </a:p>
          <a:p>
            <a:pPr indent="-342900" lvl="0" marL="342900" rtl="0" algn="l">
              <a:spcBef>
                <a:spcPts val="700"/>
              </a:spcBef>
              <a:spcAft>
                <a:spcPts val="0"/>
              </a:spcAft>
              <a:buSzPts val="1800"/>
              <a:buChar char="●"/>
            </a:pPr>
            <a:r>
              <a:rPr lang="en-US"/>
              <a:t>Impose a partial ordering → on the set </a:t>
            </a:r>
            <a:r>
              <a:rPr b="1" lang="en-US"/>
              <a:t>D</a:t>
            </a:r>
            <a:r>
              <a:rPr lang="en-US"/>
              <a:t> = {</a:t>
            </a:r>
            <a:r>
              <a:rPr i="1" lang="en-US"/>
              <a:t>d</a:t>
            </a:r>
            <a:r>
              <a:rPr baseline="-25000" i="1" lang="en-US"/>
              <a:t>1</a:t>
            </a:r>
            <a:r>
              <a:rPr i="1" lang="en-US"/>
              <a:t>, d</a:t>
            </a:r>
            <a:r>
              <a:rPr baseline="-25000" i="1" lang="en-US"/>
              <a:t>2</a:t>
            </a:r>
            <a:r>
              <a:rPr i="1" lang="en-US"/>
              <a:t> ,..., d</a:t>
            </a:r>
            <a:r>
              <a:rPr baseline="-25000" i="1" lang="en-US"/>
              <a:t>h</a:t>
            </a:r>
            <a:r>
              <a:rPr lang="en-US"/>
              <a:t>} of all data items.</a:t>
            </a:r>
            <a:endParaRPr/>
          </a:p>
          <a:p>
            <a:pPr indent="-285750" lvl="1" marL="742950" rtl="0" algn="l">
              <a:spcBef>
                <a:spcPts val="700"/>
              </a:spcBef>
              <a:spcAft>
                <a:spcPts val="0"/>
              </a:spcAft>
              <a:buSzPts val="1890"/>
              <a:buChar char="🟉"/>
            </a:pPr>
            <a:r>
              <a:rPr lang="en-US"/>
              <a:t>If </a:t>
            </a:r>
            <a:r>
              <a:rPr i="1" lang="en-US"/>
              <a:t>d</a:t>
            </a:r>
            <a:r>
              <a:rPr baseline="-25000" i="1" lang="en-US" sz="2000"/>
              <a:t>i</a:t>
            </a:r>
            <a:r>
              <a:rPr lang="en-US"/>
              <a:t> → </a:t>
            </a:r>
            <a:r>
              <a:rPr i="1" lang="en-US"/>
              <a:t>d</a:t>
            </a:r>
            <a:r>
              <a:rPr baseline="-25000" i="1" lang="en-US" sz="2000"/>
              <a:t>j </a:t>
            </a:r>
            <a:r>
              <a:rPr lang="en-US"/>
              <a:t> then any transaction accessing both </a:t>
            </a:r>
            <a:r>
              <a:rPr i="1" lang="en-US"/>
              <a:t>d</a:t>
            </a:r>
            <a:r>
              <a:rPr baseline="-25000" i="1" lang="en-US" sz="2000"/>
              <a:t>i</a:t>
            </a:r>
            <a:r>
              <a:rPr lang="en-US"/>
              <a:t> and </a:t>
            </a:r>
            <a:r>
              <a:rPr i="1" lang="en-US"/>
              <a:t>d</a:t>
            </a:r>
            <a:r>
              <a:rPr baseline="-25000" i="1" lang="en-US" sz="2000"/>
              <a:t>j</a:t>
            </a:r>
            <a:r>
              <a:rPr lang="en-US"/>
              <a:t> must access d</a:t>
            </a:r>
            <a:r>
              <a:rPr baseline="-25000" lang="en-US" sz="2000"/>
              <a:t>i</a:t>
            </a:r>
            <a:r>
              <a:rPr lang="en-US"/>
              <a:t> before accessing </a:t>
            </a:r>
            <a:r>
              <a:rPr i="1" lang="en-US"/>
              <a:t>d</a:t>
            </a:r>
            <a:r>
              <a:rPr baseline="-25000" i="1" lang="en-US" sz="2000"/>
              <a:t>j</a:t>
            </a:r>
            <a:r>
              <a:rPr lang="en-US"/>
              <a:t>.</a:t>
            </a:r>
            <a:endParaRPr/>
          </a:p>
          <a:p>
            <a:pPr indent="-285750" lvl="1" marL="742950" rtl="0" algn="l">
              <a:spcBef>
                <a:spcPts val="630"/>
              </a:spcBef>
              <a:spcAft>
                <a:spcPts val="0"/>
              </a:spcAft>
              <a:buSzPts val="1890"/>
              <a:buChar char="🟉"/>
            </a:pPr>
            <a:r>
              <a:rPr lang="en-US"/>
              <a:t>Implies that the set </a:t>
            </a:r>
            <a:r>
              <a:rPr b="1" lang="en-US"/>
              <a:t>D</a:t>
            </a:r>
            <a:r>
              <a:rPr lang="en-US"/>
              <a:t> may now be viewed as a directed acyclic graph, called a </a:t>
            </a:r>
            <a:r>
              <a:rPr i="1" lang="en-US"/>
              <a:t>database graph</a:t>
            </a:r>
            <a:r>
              <a:rPr lang="en-US"/>
              <a:t>.</a:t>
            </a:r>
            <a:endParaRPr/>
          </a:p>
          <a:p>
            <a:pPr indent="-342900" lvl="0" marL="342900" rtl="0" algn="l">
              <a:spcBef>
                <a:spcPts val="700"/>
              </a:spcBef>
              <a:spcAft>
                <a:spcPts val="0"/>
              </a:spcAft>
              <a:buSzPts val="1800"/>
              <a:buChar char="●"/>
            </a:pPr>
            <a:r>
              <a:rPr lang="en-US"/>
              <a:t>The </a:t>
            </a:r>
            <a:r>
              <a:rPr i="1" lang="en-US"/>
              <a:t>tree-protocol</a:t>
            </a:r>
            <a:r>
              <a:rPr lang="en-US"/>
              <a:t> is a simple kind of graph protocol.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6"/>
          <p:cNvSpPr txBox="1"/>
          <p:nvPr>
            <p:ph type="title"/>
          </p:nvPr>
        </p:nvSpPr>
        <p:spPr>
          <a:xfrm>
            <a:off x="552450" y="-7620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Tree Protocol</a:t>
            </a:r>
            <a:endParaRPr/>
          </a:p>
        </p:txBody>
      </p:sp>
      <p:sp>
        <p:nvSpPr>
          <p:cNvPr id="213" name="Google Shape;213;p16"/>
          <p:cNvSpPr txBox="1"/>
          <p:nvPr>
            <p:ph idx="4294967295" type="body"/>
          </p:nvPr>
        </p:nvSpPr>
        <p:spPr>
          <a:xfrm>
            <a:off x="571500" y="4114800"/>
            <a:ext cx="7848600" cy="20859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Only exclusive locks are allowed.</a:t>
            </a:r>
            <a:endParaRPr/>
          </a:p>
          <a:p>
            <a:pPr indent="-342900" lvl="0" marL="342900" rtl="0" algn="l">
              <a:spcBef>
                <a:spcPts val="700"/>
              </a:spcBef>
              <a:spcAft>
                <a:spcPts val="0"/>
              </a:spcAft>
              <a:buSzPts val="1800"/>
              <a:buChar char="●"/>
            </a:pPr>
            <a:r>
              <a:rPr lang="en-US"/>
              <a:t>The first lock by </a:t>
            </a:r>
            <a:r>
              <a:rPr i="1" lang="en-US"/>
              <a:t>T</a:t>
            </a:r>
            <a:r>
              <a:rPr baseline="-25000" i="1" lang="en-US"/>
              <a:t>i</a:t>
            </a:r>
            <a:r>
              <a:rPr lang="en-US"/>
              <a:t> may be on any data item. Subsequently, a data </a:t>
            </a:r>
            <a:r>
              <a:rPr i="1" lang="en-US"/>
              <a:t>Q</a:t>
            </a:r>
            <a:r>
              <a:rPr lang="en-US"/>
              <a:t> can be locked by </a:t>
            </a:r>
            <a:r>
              <a:rPr i="1" lang="en-US"/>
              <a:t>T</a:t>
            </a:r>
            <a:r>
              <a:rPr baseline="-25000" i="1" lang="en-US"/>
              <a:t>i</a:t>
            </a:r>
            <a:r>
              <a:rPr lang="en-US"/>
              <a:t> only if the parent of </a:t>
            </a:r>
            <a:r>
              <a:rPr i="1" lang="en-US"/>
              <a:t>Q</a:t>
            </a:r>
            <a:r>
              <a:rPr lang="en-US"/>
              <a:t> is currently locked by </a:t>
            </a:r>
            <a:r>
              <a:rPr i="1" lang="en-US"/>
              <a:t>T</a:t>
            </a:r>
            <a:r>
              <a:rPr baseline="-25000" i="1" lang="en-US"/>
              <a:t>i</a:t>
            </a:r>
            <a:r>
              <a:rPr lang="en-US"/>
              <a:t>.</a:t>
            </a:r>
            <a:endParaRPr/>
          </a:p>
          <a:p>
            <a:pPr indent="-342900" lvl="0" marL="342900" rtl="0" algn="l">
              <a:spcBef>
                <a:spcPts val="700"/>
              </a:spcBef>
              <a:spcAft>
                <a:spcPts val="0"/>
              </a:spcAft>
              <a:buSzPts val="1800"/>
              <a:buChar char="●"/>
            </a:pPr>
            <a:r>
              <a:rPr lang="en-US"/>
              <a:t>Data items may be unlocked at any time.</a:t>
            </a:r>
            <a:endParaRPr/>
          </a:p>
        </p:txBody>
      </p:sp>
      <p:pic>
        <p:nvPicPr>
          <p:cNvPr id="214" name="Google Shape;214;p16"/>
          <p:cNvPicPr preferRelativeResize="0"/>
          <p:nvPr/>
        </p:nvPicPr>
        <p:blipFill rotWithShape="1">
          <a:blip r:embed="rId3">
            <a:alphaModFix/>
          </a:blip>
          <a:srcRect b="2325" l="16280" r="16280" t="3100"/>
          <a:stretch/>
        </p:blipFill>
        <p:spPr>
          <a:xfrm>
            <a:off x="2870200" y="850900"/>
            <a:ext cx="2816225" cy="2962275"/>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7"/>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Graph-Based Protocols (Cont.)</a:t>
            </a:r>
            <a:endParaRPr/>
          </a:p>
        </p:txBody>
      </p:sp>
      <p:sp>
        <p:nvSpPr>
          <p:cNvPr id="220" name="Google Shape;220;p17"/>
          <p:cNvSpPr txBox="1"/>
          <p:nvPr>
            <p:ph idx="4294967295" type="body"/>
          </p:nvPr>
        </p:nvSpPr>
        <p:spPr>
          <a:xfrm>
            <a:off x="609600" y="12192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00"/>
              <a:buChar char="●"/>
            </a:pPr>
            <a:r>
              <a:rPr lang="en-US"/>
              <a:t>The tree protocol ensures conflict serializability as well as freedom from deadlock.</a:t>
            </a:r>
            <a:endParaRPr/>
          </a:p>
          <a:p>
            <a:pPr indent="-342900" lvl="0" marL="342900" rtl="0" algn="l">
              <a:lnSpc>
                <a:spcPct val="90000"/>
              </a:lnSpc>
              <a:spcBef>
                <a:spcPts val="700"/>
              </a:spcBef>
              <a:spcAft>
                <a:spcPts val="0"/>
              </a:spcAft>
              <a:buSzPts val="1800"/>
              <a:buChar char="●"/>
            </a:pPr>
            <a:r>
              <a:rPr lang="en-US"/>
              <a:t>Unlocking may occur earlier in the tree-locking protocol than in the two-phase locking protocol.</a:t>
            </a:r>
            <a:endParaRPr/>
          </a:p>
          <a:p>
            <a:pPr indent="-285750" lvl="1" marL="742950" rtl="0" algn="l">
              <a:lnSpc>
                <a:spcPct val="90000"/>
              </a:lnSpc>
              <a:spcBef>
                <a:spcPts val="630"/>
              </a:spcBef>
              <a:spcAft>
                <a:spcPts val="0"/>
              </a:spcAft>
              <a:buSzPts val="1890"/>
              <a:buChar char="🟉"/>
            </a:pPr>
            <a:r>
              <a:rPr lang="en-US"/>
              <a:t>shorter waiting times, and increase in concurrency</a:t>
            </a:r>
            <a:endParaRPr/>
          </a:p>
          <a:p>
            <a:pPr indent="-285750" lvl="1" marL="742950" rtl="0" algn="l">
              <a:lnSpc>
                <a:spcPct val="90000"/>
              </a:lnSpc>
              <a:spcBef>
                <a:spcPts val="630"/>
              </a:spcBef>
              <a:spcAft>
                <a:spcPts val="0"/>
              </a:spcAft>
              <a:buSzPts val="1890"/>
              <a:buChar char="🟉"/>
            </a:pPr>
            <a:r>
              <a:rPr lang="en-US"/>
              <a:t>protocol is deadlock-free, no rollbacks are required</a:t>
            </a:r>
            <a:endParaRPr/>
          </a:p>
          <a:p>
            <a:pPr indent="-285750" lvl="1" marL="742950" rtl="0" algn="l">
              <a:lnSpc>
                <a:spcPct val="90000"/>
              </a:lnSpc>
              <a:spcBef>
                <a:spcPts val="630"/>
              </a:spcBef>
              <a:spcAft>
                <a:spcPts val="0"/>
              </a:spcAft>
              <a:buSzPts val="1890"/>
              <a:buChar char="🟉"/>
            </a:pPr>
            <a:r>
              <a:rPr lang="en-US"/>
              <a:t>the abort of a transaction can still lead to cascading rollbacks. </a:t>
            </a:r>
            <a:endParaRPr/>
          </a:p>
          <a:p>
            <a:pPr indent="-285750" lvl="1" marL="742950" rtl="0" algn="l">
              <a:lnSpc>
                <a:spcPct val="90000"/>
              </a:lnSpc>
              <a:spcBef>
                <a:spcPts val="630"/>
              </a:spcBef>
              <a:spcAft>
                <a:spcPts val="0"/>
              </a:spcAft>
              <a:buSzPts val="1890"/>
              <a:buFont typeface="Noto Sans Symbols"/>
              <a:buNone/>
            </a:pPr>
            <a:r>
              <a:rPr lang="en-US"/>
              <a:t>     (this correction  has to be made in the book also.)</a:t>
            </a:r>
            <a:endParaRPr/>
          </a:p>
          <a:p>
            <a:pPr indent="-342900" lvl="0" marL="342900" rtl="0" algn="l">
              <a:lnSpc>
                <a:spcPct val="90000"/>
              </a:lnSpc>
              <a:spcBef>
                <a:spcPts val="700"/>
              </a:spcBef>
              <a:spcAft>
                <a:spcPts val="0"/>
              </a:spcAft>
              <a:buSzPts val="1800"/>
              <a:buChar char="●"/>
            </a:pPr>
            <a:r>
              <a:rPr lang="en-US"/>
              <a:t>However,  in the tree-locking protocol, a transaction may have to lock data items that it does not access.</a:t>
            </a:r>
            <a:endParaRPr/>
          </a:p>
          <a:p>
            <a:pPr indent="-285750" lvl="1" marL="742950" rtl="0" algn="l">
              <a:lnSpc>
                <a:spcPct val="90000"/>
              </a:lnSpc>
              <a:spcBef>
                <a:spcPts val="630"/>
              </a:spcBef>
              <a:spcAft>
                <a:spcPts val="0"/>
              </a:spcAft>
              <a:buSzPts val="1890"/>
              <a:buChar char="🟉"/>
            </a:pPr>
            <a:r>
              <a:rPr lang="en-US"/>
              <a:t> increased locking overhead, and additional waiting time</a:t>
            </a:r>
            <a:endParaRPr/>
          </a:p>
          <a:p>
            <a:pPr indent="-285750" lvl="1" marL="742950" rtl="0" algn="l">
              <a:lnSpc>
                <a:spcPct val="90000"/>
              </a:lnSpc>
              <a:spcBef>
                <a:spcPts val="630"/>
              </a:spcBef>
              <a:spcAft>
                <a:spcPts val="0"/>
              </a:spcAft>
              <a:buSzPts val="1890"/>
              <a:buChar char="🟉"/>
            </a:pPr>
            <a:r>
              <a:rPr lang="en-US"/>
              <a:t>potential decrease in concurrency</a:t>
            </a:r>
            <a:endParaRPr/>
          </a:p>
          <a:p>
            <a:pPr indent="-342900" lvl="0" marL="342900" rtl="0" algn="l">
              <a:lnSpc>
                <a:spcPct val="90000"/>
              </a:lnSpc>
              <a:spcBef>
                <a:spcPts val="700"/>
              </a:spcBef>
              <a:spcAft>
                <a:spcPts val="0"/>
              </a:spcAft>
              <a:buSzPts val="1800"/>
              <a:buChar char="●"/>
            </a:pPr>
            <a:r>
              <a:rPr lang="en-US"/>
              <a:t>Schedules not possible under two-phase locking are possible under tree protocol, and vice versa.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8"/>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Timestamp-Based Protocols</a:t>
            </a:r>
            <a:endParaRPr/>
          </a:p>
        </p:txBody>
      </p:sp>
      <p:sp>
        <p:nvSpPr>
          <p:cNvPr id="226" name="Google Shape;226;p18"/>
          <p:cNvSpPr txBox="1"/>
          <p:nvPr>
            <p:ph idx="4294967295" type="body"/>
          </p:nvPr>
        </p:nvSpPr>
        <p:spPr>
          <a:xfrm>
            <a:off x="476250" y="1114425"/>
            <a:ext cx="8362950" cy="3914775"/>
          </a:xfrm>
          <a:prstGeom prst="rect">
            <a:avLst/>
          </a:prstGeom>
          <a:noFill/>
          <a:ln>
            <a:noFill/>
          </a:ln>
        </p:spPr>
        <p:txBody>
          <a:bodyPr anchorCtr="0" anchor="t" bIns="45700" lIns="91425" spcFirstLastPara="1" rIns="91425" wrap="square" tIns="45700">
            <a:noAutofit/>
          </a:bodyPr>
          <a:lstStyle/>
          <a:p>
            <a:pPr indent="-342900" lvl="0" marL="342900" rtl="0" algn="l">
              <a:lnSpc>
                <a:spcPct val="110000"/>
              </a:lnSpc>
              <a:spcBef>
                <a:spcPts val="0"/>
              </a:spcBef>
              <a:spcAft>
                <a:spcPts val="0"/>
              </a:spcAft>
              <a:buSzPts val="1800"/>
              <a:buChar char="●"/>
            </a:pPr>
            <a:r>
              <a:rPr lang="en-US"/>
              <a:t>Each transaction is issued a timestamp when it enters the system. If an old transaction </a:t>
            </a:r>
            <a:r>
              <a:rPr i="1" lang="en-US"/>
              <a:t>T</a:t>
            </a:r>
            <a:r>
              <a:rPr baseline="-25000" i="1" lang="en-US"/>
              <a:t>i</a:t>
            </a:r>
            <a:r>
              <a:rPr lang="en-US"/>
              <a:t> has time-stamp TS(</a:t>
            </a:r>
            <a:r>
              <a:rPr i="1" lang="en-US"/>
              <a:t>T</a:t>
            </a:r>
            <a:r>
              <a:rPr baseline="-25000" i="1" lang="en-US"/>
              <a:t>i</a:t>
            </a:r>
            <a:r>
              <a:rPr lang="en-US"/>
              <a:t>), a new transaction </a:t>
            </a:r>
            <a:r>
              <a:rPr i="1" lang="en-US"/>
              <a:t>T</a:t>
            </a:r>
            <a:r>
              <a:rPr baseline="-25000" i="1" lang="en-US"/>
              <a:t>j</a:t>
            </a:r>
            <a:r>
              <a:rPr lang="en-US"/>
              <a:t> is assigned time-stamp TS(</a:t>
            </a:r>
            <a:r>
              <a:rPr i="1" lang="en-US"/>
              <a:t>T</a:t>
            </a:r>
            <a:r>
              <a:rPr baseline="-25000" i="1" lang="en-US"/>
              <a:t>j</a:t>
            </a:r>
            <a:r>
              <a:rPr lang="en-US"/>
              <a:t>) such that TS(</a:t>
            </a:r>
            <a:r>
              <a:rPr i="1" lang="en-US"/>
              <a:t>T</a:t>
            </a:r>
            <a:r>
              <a:rPr baseline="-25000" i="1" lang="en-US"/>
              <a:t>i</a:t>
            </a:r>
            <a:r>
              <a:rPr lang="en-US"/>
              <a:t>) &lt;TS(</a:t>
            </a:r>
            <a:r>
              <a:rPr i="1" lang="en-US"/>
              <a:t>T</a:t>
            </a:r>
            <a:r>
              <a:rPr baseline="-25000" i="1" lang="en-US"/>
              <a:t>j</a:t>
            </a:r>
            <a:r>
              <a:rPr lang="en-US"/>
              <a:t>). </a:t>
            </a:r>
            <a:endParaRPr/>
          </a:p>
          <a:p>
            <a:pPr indent="-342900" lvl="0" marL="342900" rtl="0" algn="l">
              <a:lnSpc>
                <a:spcPct val="110000"/>
              </a:lnSpc>
              <a:spcBef>
                <a:spcPts val="700"/>
              </a:spcBef>
              <a:spcAft>
                <a:spcPts val="0"/>
              </a:spcAft>
              <a:buSzPts val="1800"/>
              <a:buChar char="●"/>
            </a:pPr>
            <a:r>
              <a:rPr lang="en-US"/>
              <a:t>The protocol manages concurrent execution such that the time-stamps determine the serializability order.</a:t>
            </a:r>
            <a:endParaRPr/>
          </a:p>
          <a:p>
            <a:pPr indent="-342900" lvl="0" marL="342900" rtl="0" algn="l">
              <a:lnSpc>
                <a:spcPct val="110000"/>
              </a:lnSpc>
              <a:spcBef>
                <a:spcPts val="700"/>
              </a:spcBef>
              <a:spcAft>
                <a:spcPts val="0"/>
              </a:spcAft>
              <a:buSzPts val="1800"/>
              <a:buChar char="●"/>
            </a:pPr>
            <a:r>
              <a:rPr lang="en-US"/>
              <a:t>In order to assure such behavior, the protocol maintains for each data </a:t>
            </a:r>
            <a:r>
              <a:rPr i="1" lang="en-US"/>
              <a:t>Q </a:t>
            </a:r>
            <a:r>
              <a:rPr lang="en-US"/>
              <a:t>two timestamp values:</a:t>
            </a:r>
            <a:endParaRPr/>
          </a:p>
          <a:p>
            <a:pPr indent="-285750" lvl="1" marL="742950" rtl="0" algn="l">
              <a:lnSpc>
                <a:spcPct val="110000"/>
              </a:lnSpc>
              <a:spcBef>
                <a:spcPts val="630"/>
              </a:spcBef>
              <a:spcAft>
                <a:spcPts val="0"/>
              </a:spcAft>
              <a:buSzPts val="1890"/>
              <a:buChar char="🟉"/>
            </a:pPr>
            <a:r>
              <a:rPr b="1" lang="en-US"/>
              <a:t>W-timestamp</a:t>
            </a:r>
            <a:r>
              <a:rPr lang="en-US"/>
              <a:t>(</a:t>
            </a:r>
            <a:r>
              <a:rPr i="1" lang="en-US"/>
              <a:t>Q</a:t>
            </a:r>
            <a:r>
              <a:rPr lang="en-US"/>
              <a:t>) is the largest time-stamp of any transaction that executed </a:t>
            </a:r>
            <a:r>
              <a:rPr b="1" lang="en-US"/>
              <a:t>write</a:t>
            </a:r>
            <a:r>
              <a:rPr lang="en-US"/>
              <a:t>(</a:t>
            </a:r>
            <a:r>
              <a:rPr i="1" lang="en-US"/>
              <a:t>Q</a:t>
            </a:r>
            <a:r>
              <a:rPr lang="en-US"/>
              <a:t>) successfully.</a:t>
            </a:r>
            <a:endParaRPr/>
          </a:p>
          <a:p>
            <a:pPr indent="-285750" lvl="1" marL="742950" rtl="0" algn="l">
              <a:lnSpc>
                <a:spcPct val="110000"/>
              </a:lnSpc>
              <a:spcBef>
                <a:spcPts val="630"/>
              </a:spcBef>
              <a:spcAft>
                <a:spcPts val="0"/>
              </a:spcAft>
              <a:buSzPts val="1890"/>
              <a:buChar char="🟉"/>
            </a:pPr>
            <a:r>
              <a:rPr b="1" lang="en-US"/>
              <a:t>R-timestamp</a:t>
            </a:r>
            <a:r>
              <a:rPr lang="en-US"/>
              <a:t>(</a:t>
            </a:r>
            <a:r>
              <a:rPr i="1" lang="en-US"/>
              <a:t>Q</a:t>
            </a:r>
            <a:r>
              <a:rPr lang="en-US"/>
              <a:t>) is the largest time-stamp of any transaction that executed </a:t>
            </a:r>
            <a:r>
              <a:rPr b="1" lang="en-US"/>
              <a:t>read</a:t>
            </a:r>
            <a:r>
              <a:rPr lang="en-US"/>
              <a:t>(</a:t>
            </a:r>
            <a:r>
              <a:rPr i="1" lang="en-US"/>
              <a:t>Q</a:t>
            </a:r>
            <a:r>
              <a:rPr lang="en-US"/>
              <a:t>) successfully.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9"/>
          <p:cNvSpPr txBox="1"/>
          <p:nvPr>
            <p:ph type="title"/>
          </p:nvPr>
        </p:nvSpPr>
        <p:spPr>
          <a:xfrm>
            <a:off x="552450" y="314325"/>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Timestamp-Based Protocols (Cont.)</a:t>
            </a:r>
            <a:endParaRPr/>
          </a:p>
        </p:txBody>
      </p:sp>
      <p:sp>
        <p:nvSpPr>
          <p:cNvPr id="232" name="Google Shape;232;p19"/>
          <p:cNvSpPr txBox="1"/>
          <p:nvPr>
            <p:ph idx="4294967295" type="body"/>
          </p:nvPr>
        </p:nvSpPr>
        <p:spPr>
          <a:xfrm>
            <a:off x="571500" y="1847850"/>
            <a:ext cx="7848600" cy="36861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The timestamp ordering protocol ensures that any conflicting </a:t>
            </a:r>
            <a:r>
              <a:rPr b="1" lang="en-US"/>
              <a:t> read</a:t>
            </a:r>
            <a:r>
              <a:rPr lang="en-US"/>
              <a:t> and </a:t>
            </a:r>
            <a:r>
              <a:rPr b="1" lang="en-US"/>
              <a:t>write</a:t>
            </a:r>
            <a:r>
              <a:rPr lang="en-US"/>
              <a:t> operations are executed in timestamp order.</a:t>
            </a:r>
            <a:endParaRPr/>
          </a:p>
          <a:p>
            <a:pPr indent="-342900" lvl="0" marL="342900" rtl="0" algn="l">
              <a:spcBef>
                <a:spcPts val="700"/>
              </a:spcBef>
              <a:spcAft>
                <a:spcPts val="0"/>
              </a:spcAft>
              <a:buSzPts val="1800"/>
              <a:buChar char="●"/>
            </a:pPr>
            <a:r>
              <a:rPr lang="en-US"/>
              <a:t>Suppose a transaction T</a:t>
            </a:r>
            <a:r>
              <a:rPr baseline="-25000" lang="en-US"/>
              <a:t>i</a:t>
            </a:r>
            <a:r>
              <a:rPr lang="en-US"/>
              <a:t> issues a </a:t>
            </a:r>
            <a:r>
              <a:rPr b="1" lang="en-US"/>
              <a:t>read</a:t>
            </a:r>
            <a:r>
              <a:rPr lang="en-US"/>
              <a:t>(</a:t>
            </a:r>
            <a:r>
              <a:rPr i="1" lang="en-US"/>
              <a:t>Q</a:t>
            </a:r>
            <a:r>
              <a:rPr lang="en-US"/>
              <a:t>)</a:t>
            </a:r>
            <a:endParaRPr/>
          </a:p>
          <a:p>
            <a:pPr indent="-342900" lvl="0" marL="342900" rtl="0" algn="l">
              <a:spcBef>
                <a:spcPts val="700"/>
              </a:spcBef>
              <a:spcAft>
                <a:spcPts val="0"/>
              </a:spcAft>
              <a:buSzPts val="1800"/>
              <a:buFont typeface="Arial"/>
              <a:buNone/>
            </a:pPr>
            <a:r>
              <a:rPr lang="en-US"/>
              <a:t>  1.  If TS(</a:t>
            </a:r>
            <a:r>
              <a:rPr i="1" lang="en-US"/>
              <a:t>T</a:t>
            </a:r>
            <a:r>
              <a:rPr baseline="-25000" i="1" lang="en-US"/>
              <a:t>i</a:t>
            </a:r>
            <a:r>
              <a:rPr lang="en-US"/>
              <a:t>) ≤ </a:t>
            </a:r>
            <a:r>
              <a:rPr b="1" lang="en-US"/>
              <a:t>W</a:t>
            </a:r>
            <a:r>
              <a:rPr lang="en-US"/>
              <a:t>-timestamp(</a:t>
            </a:r>
            <a:r>
              <a:rPr i="1" lang="en-US"/>
              <a:t>Q</a:t>
            </a:r>
            <a:r>
              <a:rPr lang="en-US"/>
              <a:t>), then </a:t>
            </a:r>
            <a:r>
              <a:rPr i="1" lang="en-US"/>
              <a:t>T</a:t>
            </a:r>
            <a:r>
              <a:rPr baseline="-25000" i="1" lang="en-US"/>
              <a:t>i</a:t>
            </a:r>
            <a:r>
              <a:rPr lang="en-US"/>
              <a:t> needs to read a value of </a:t>
            </a:r>
            <a:r>
              <a:rPr i="1" lang="en-US"/>
              <a:t>Q</a:t>
            </a:r>
            <a:r>
              <a:rPr lang="en-US"/>
              <a:t>       </a:t>
            </a:r>
            <a:endParaRPr/>
          </a:p>
          <a:p>
            <a:pPr indent="-342900" lvl="0" marL="342900" rtl="0" algn="l">
              <a:spcBef>
                <a:spcPts val="700"/>
              </a:spcBef>
              <a:spcAft>
                <a:spcPts val="0"/>
              </a:spcAft>
              <a:buSzPts val="1800"/>
              <a:buFont typeface="Arial"/>
              <a:buNone/>
            </a:pPr>
            <a:r>
              <a:rPr lang="en-US"/>
              <a:t>       that was already overwritten. Hence, the </a:t>
            </a:r>
            <a:r>
              <a:rPr b="1" lang="en-US"/>
              <a:t>read</a:t>
            </a:r>
            <a:r>
              <a:rPr lang="en-US"/>
              <a:t> operation is        </a:t>
            </a:r>
            <a:endParaRPr/>
          </a:p>
          <a:p>
            <a:pPr indent="-342900" lvl="0" marL="342900" rtl="0" algn="l">
              <a:spcBef>
                <a:spcPts val="700"/>
              </a:spcBef>
              <a:spcAft>
                <a:spcPts val="0"/>
              </a:spcAft>
              <a:buSzPts val="1800"/>
              <a:buFont typeface="Arial"/>
              <a:buNone/>
            </a:pPr>
            <a:r>
              <a:rPr lang="en-US"/>
              <a:t>       rejected, and </a:t>
            </a:r>
            <a:r>
              <a:rPr i="1" lang="en-US"/>
              <a:t>T</a:t>
            </a:r>
            <a:r>
              <a:rPr baseline="-25000" i="1" lang="en-US"/>
              <a:t>i</a:t>
            </a:r>
            <a:r>
              <a:rPr i="1" lang="en-US"/>
              <a:t> </a:t>
            </a:r>
            <a:r>
              <a:rPr lang="en-US"/>
              <a:t> is rolled back.</a:t>
            </a:r>
            <a:endParaRPr/>
          </a:p>
          <a:p>
            <a:pPr indent="-342900" lvl="0" marL="342900" rtl="0" algn="l">
              <a:spcBef>
                <a:spcPts val="700"/>
              </a:spcBef>
              <a:spcAft>
                <a:spcPts val="0"/>
              </a:spcAft>
              <a:buSzPts val="1800"/>
              <a:buFont typeface="Arial"/>
              <a:buNone/>
            </a:pPr>
            <a:r>
              <a:rPr lang="en-US"/>
              <a:t>  2.  If TS(</a:t>
            </a:r>
            <a:r>
              <a:rPr i="1" lang="en-US"/>
              <a:t>T</a:t>
            </a:r>
            <a:r>
              <a:rPr baseline="-25000" i="1" lang="en-US"/>
              <a:t>i</a:t>
            </a:r>
            <a:r>
              <a:rPr lang="en-US"/>
              <a:t>)≥ </a:t>
            </a:r>
            <a:r>
              <a:rPr b="1" lang="en-US"/>
              <a:t>W</a:t>
            </a:r>
            <a:r>
              <a:rPr lang="en-US"/>
              <a:t>-timestamp(</a:t>
            </a:r>
            <a:r>
              <a:rPr i="1" lang="en-US"/>
              <a:t>Q</a:t>
            </a:r>
            <a:r>
              <a:rPr lang="en-US"/>
              <a:t>), then the </a:t>
            </a:r>
            <a:r>
              <a:rPr b="1" lang="en-US"/>
              <a:t>read</a:t>
            </a:r>
            <a:r>
              <a:rPr lang="en-US"/>
              <a:t> operation is </a:t>
            </a:r>
            <a:endParaRPr/>
          </a:p>
          <a:p>
            <a:pPr indent="-342900" lvl="0" marL="342900" rtl="0" algn="l">
              <a:spcBef>
                <a:spcPts val="700"/>
              </a:spcBef>
              <a:spcAft>
                <a:spcPts val="0"/>
              </a:spcAft>
              <a:buSzPts val="1800"/>
              <a:buFont typeface="Arial"/>
              <a:buNone/>
            </a:pPr>
            <a:r>
              <a:rPr lang="en-US"/>
              <a:t>       executed, and R-timestamp(</a:t>
            </a:r>
            <a:r>
              <a:rPr i="1" lang="en-US"/>
              <a:t>Q</a:t>
            </a:r>
            <a:r>
              <a:rPr lang="en-US"/>
              <a:t>) is set to the maximum of R-</a:t>
            </a:r>
            <a:endParaRPr/>
          </a:p>
          <a:p>
            <a:pPr indent="-342900" lvl="0" marL="342900" rtl="0" algn="l">
              <a:spcBef>
                <a:spcPts val="700"/>
              </a:spcBef>
              <a:spcAft>
                <a:spcPts val="0"/>
              </a:spcAft>
              <a:buSzPts val="1800"/>
              <a:buFont typeface="Arial"/>
              <a:buNone/>
            </a:pPr>
            <a:r>
              <a:rPr lang="en-US"/>
              <a:t>       timestamp(</a:t>
            </a:r>
            <a:r>
              <a:rPr i="1" lang="en-US"/>
              <a:t>Q</a:t>
            </a:r>
            <a:r>
              <a:rPr lang="en-US"/>
              <a:t>) and TS(</a:t>
            </a:r>
            <a:r>
              <a:rPr i="1" lang="en-US"/>
              <a:t>T</a:t>
            </a:r>
            <a:r>
              <a:rPr baseline="-25000" i="1" lang="en-US"/>
              <a:t>i</a:t>
            </a:r>
            <a:r>
              <a:rPr lang="en-US"/>
              <a: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0"/>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Timestamp-Based Protocols (Cont.)</a:t>
            </a:r>
            <a:endParaRPr/>
          </a:p>
        </p:txBody>
      </p:sp>
      <p:sp>
        <p:nvSpPr>
          <p:cNvPr id="238" name="Google Shape;238;p20"/>
          <p:cNvSpPr txBox="1"/>
          <p:nvPr>
            <p:ph idx="4294967295" type="body"/>
          </p:nvPr>
        </p:nvSpPr>
        <p:spPr>
          <a:xfrm>
            <a:off x="571500" y="1676400"/>
            <a:ext cx="7848600" cy="36861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Suppose that transaction </a:t>
            </a:r>
            <a:r>
              <a:rPr i="1" lang="en-US"/>
              <a:t>T</a:t>
            </a:r>
            <a:r>
              <a:rPr baseline="-25000" i="1" lang="en-US"/>
              <a:t>i</a:t>
            </a:r>
            <a:r>
              <a:rPr lang="en-US"/>
              <a:t> issues </a:t>
            </a:r>
            <a:r>
              <a:rPr b="1" lang="en-US"/>
              <a:t>write</a:t>
            </a:r>
            <a:r>
              <a:rPr lang="en-US"/>
              <a:t>(</a:t>
            </a:r>
            <a:r>
              <a:rPr i="1" lang="en-US"/>
              <a:t>Q</a:t>
            </a:r>
            <a:r>
              <a:rPr lang="en-US"/>
              <a:t>).</a:t>
            </a:r>
            <a:endParaRPr/>
          </a:p>
          <a:p>
            <a:pPr indent="-342900" lvl="0" marL="342900" rtl="0" algn="l">
              <a:spcBef>
                <a:spcPts val="700"/>
              </a:spcBef>
              <a:spcAft>
                <a:spcPts val="0"/>
              </a:spcAft>
              <a:buSzPts val="1800"/>
              <a:buChar char="●"/>
            </a:pPr>
            <a:r>
              <a:rPr lang="en-US"/>
              <a:t>If TS(</a:t>
            </a:r>
            <a:r>
              <a:rPr i="1" lang="en-US"/>
              <a:t>T</a:t>
            </a:r>
            <a:r>
              <a:rPr baseline="-25000" i="1" lang="en-US"/>
              <a:t>i</a:t>
            </a:r>
            <a:r>
              <a:rPr lang="en-US"/>
              <a:t>) &lt; R-timestamp(</a:t>
            </a:r>
            <a:r>
              <a:rPr i="1" lang="en-US"/>
              <a:t>Q</a:t>
            </a:r>
            <a:r>
              <a:rPr lang="en-US"/>
              <a:t>), then the value of </a:t>
            </a:r>
            <a:r>
              <a:rPr i="1" lang="en-US"/>
              <a:t>Q</a:t>
            </a:r>
            <a:r>
              <a:rPr lang="en-US"/>
              <a:t> that </a:t>
            </a:r>
            <a:r>
              <a:rPr i="1" lang="en-US"/>
              <a:t>T</a:t>
            </a:r>
            <a:r>
              <a:rPr baseline="-25000" i="1" lang="en-US"/>
              <a:t>i</a:t>
            </a:r>
            <a:r>
              <a:rPr lang="en-US"/>
              <a:t> is producing was needed previously, and the system assumed that that value would never be produced. Hence, the </a:t>
            </a:r>
            <a:r>
              <a:rPr b="1" lang="en-US"/>
              <a:t>write</a:t>
            </a:r>
            <a:r>
              <a:rPr lang="en-US"/>
              <a:t> operation is rejected, and </a:t>
            </a:r>
            <a:r>
              <a:rPr i="1" lang="en-US"/>
              <a:t>T</a:t>
            </a:r>
            <a:r>
              <a:rPr baseline="-25000" i="1" lang="en-US"/>
              <a:t>i</a:t>
            </a:r>
            <a:r>
              <a:rPr lang="en-US"/>
              <a:t> is rolled back.</a:t>
            </a:r>
            <a:endParaRPr/>
          </a:p>
          <a:p>
            <a:pPr indent="-342900" lvl="0" marL="342900" rtl="0" algn="l">
              <a:spcBef>
                <a:spcPts val="700"/>
              </a:spcBef>
              <a:spcAft>
                <a:spcPts val="0"/>
              </a:spcAft>
              <a:buSzPts val="1800"/>
              <a:buChar char="●"/>
            </a:pPr>
            <a:r>
              <a:rPr lang="en-US"/>
              <a:t>If TS(</a:t>
            </a:r>
            <a:r>
              <a:rPr i="1" lang="en-US"/>
              <a:t>T</a:t>
            </a:r>
            <a:r>
              <a:rPr baseline="-25000" i="1" lang="en-US"/>
              <a:t>i</a:t>
            </a:r>
            <a:r>
              <a:rPr lang="en-US"/>
              <a:t>) &lt; W-timestamp(</a:t>
            </a:r>
            <a:r>
              <a:rPr i="1" lang="en-US"/>
              <a:t>Q</a:t>
            </a:r>
            <a:r>
              <a:rPr lang="en-US"/>
              <a:t>), then </a:t>
            </a:r>
            <a:r>
              <a:rPr i="1" lang="en-US"/>
              <a:t>T</a:t>
            </a:r>
            <a:r>
              <a:rPr baseline="-25000" i="1" lang="en-US"/>
              <a:t>i</a:t>
            </a:r>
            <a:r>
              <a:rPr lang="en-US"/>
              <a:t> is attempting to write an obsolete value of </a:t>
            </a:r>
            <a:r>
              <a:rPr i="1" lang="en-US"/>
              <a:t>Q</a:t>
            </a:r>
            <a:r>
              <a:rPr lang="en-US"/>
              <a:t>. Hence, this </a:t>
            </a:r>
            <a:r>
              <a:rPr b="1" lang="en-US"/>
              <a:t>write</a:t>
            </a:r>
            <a:r>
              <a:rPr lang="en-US"/>
              <a:t> operation is rejected, and </a:t>
            </a:r>
            <a:r>
              <a:rPr i="1" lang="en-US"/>
              <a:t>T</a:t>
            </a:r>
            <a:r>
              <a:rPr baseline="-25000" i="1" lang="en-US"/>
              <a:t>i</a:t>
            </a:r>
            <a:r>
              <a:rPr lang="en-US"/>
              <a:t> is rolled back.</a:t>
            </a:r>
            <a:endParaRPr/>
          </a:p>
          <a:p>
            <a:pPr indent="-342900" lvl="0" marL="342900" rtl="0" algn="l">
              <a:spcBef>
                <a:spcPts val="700"/>
              </a:spcBef>
              <a:spcAft>
                <a:spcPts val="0"/>
              </a:spcAft>
              <a:buSzPts val="1800"/>
              <a:buChar char="●"/>
            </a:pPr>
            <a:r>
              <a:rPr lang="en-US"/>
              <a:t>Otherwise, the </a:t>
            </a:r>
            <a:r>
              <a:rPr b="1" lang="en-US"/>
              <a:t> write</a:t>
            </a:r>
            <a:r>
              <a:rPr lang="en-US"/>
              <a:t> operation is executed, and W-timestamp(</a:t>
            </a:r>
            <a:r>
              <a:rPr i="1" lang="en-US"/>
              <a:t>Q</a:t>
            </a:r>
            <a:r>
              <a:rPr lang="en-US"/>
              <a:t>) is set to TS(</a:t>
            </a:r>
            <a:r>
              <a:rPr i="1" lang="en-US"/>
              <a:t>T</a:t>
            </a:r>
            <a:r>
              <a:rPr baseline="-25000" i="1" lang="en-US"/>
              <a:t>i</a:t>
            </a:r>
            <a:r>
              <a:rPr lang="en-US"/>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1"/>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Example Use of the Protocol</a:t>
            </a:r>
            <a:endParaRPr/>
          </a:p>
        </p:txBody>
      </p:sp>
      <p:sp>
        <p:nvSpPr>
          <p:cNvPr id="244" name="Google Shape;244;p21"/>
          <p:cNvSpPr txBox="1"/>
          <p:nvPr>
            <p:ph idx="4294967295" type="body"/>
          </p:nvPr>
        </p:nvSpPr>
        <p:spPr>
          <a:xfrm>
            <a:off x="571500" y="1114425"/>
            <a:ext cx="81915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Font typeface="Arial"/>
              <a:buNone/>
            </a:pPr>
            <a:r>
              <a:rPr lang="en-US"/>
              <a:t>A partial schedule for several data items for transactions with</a:t>
            </a:r>
            <a:endParaRPr/>
          </a:p>
          <a:p>
            <a:pPr indent="-342900" lvl="0" marL="342900" rtl="0" algn="l">
              <a:lnSpc>
                <a:spcPct val="50000"/>
              </a:lnSpc>
              <a:spcBef>
                <a:spcPts val="700"/>
              </a:spcBef>
              <a:spcAft>
                <a:spcPts val="0"/>
              </a:spcAft>
              <a:buSzPts val="1800"/>
              <a:buFont typeface="Arial"/>
              <a:buNone/>
            </a:pPr>
            <a:r>
              <a:rPr lang="en-US"/>
              <a:t>timestamps 1, 2, 3, 4, 5</a:t>
            </a:r>
            <a:endParaRPr/>
          </a:p>
          <a:p>
            <a:pPr indent="-342900" lvl="0" marL="342900" rtl="0" algn="l">
              <a:spcBef>
                <a:spcPts val="700"/>
              </a:spcBef>
              <a:spcAft>
                <a:spcPts val="0"/>
              </a:spcAft>
              <a:buSzPts val="1800"/>
              <a:buFont typeface="Arial"/>
              <a:buNone/>
            </a:pPr>
            <a:r>
              <a:rPr lang="en-US"/>
              <a:t>			</a:t>
            </a:r>
            <a:endParaRPr/>
          </a:p>
        </p:txBody>
      </p:sp>
      <p:cxnSp>
        <p:nvCxnSpPr>
          <p:cNvPr id="245" name="Google Shape;245;p21"/>
          <p:cNvCxnSpPr/>
          <p:nvPr/>
        </p:nvCxnSpPr>
        <p:spPr>
          <a:xfrm>
            <a:off x="1905000" y="2057400"/>
            <a:ext cx="0" cy="3505200"/>
          </a:xfrm>
          <a:prstGeom prst="straightConnector1">
            <a:avLst/>
          </a:prstGeom>
          <a:noFill/>
          <a:ln cap="flat" cmpd="sng" w="9525">
            <a:solidFill>
              <a:schemeClr val="dk1"/>
            </a:solidFill>
            <a:prstDash val="solid"/>
            <a:round/>
            <a:headEnd len="med" w="med" type="none"/>
            <a:tailEnd len="med" w="med" type="none"/>
          </a:ln>
        </p:spPr>
      </p:cxnSp>
      <p:cxnSp>
        <p:nvCxnSpPr>
          <p:cNvPr id="246" name="Google Shape;246;p21"/>
          <p:cNvCxnSpPr/>
          <p:nvPr/>
        </p:nvCxnSpPr>
        <p:spPr>
          <a:xfrm>
            <a:off x="3048000" y="2057400"/>
            <a:ext cx="0" cy="3505200"/>
          </a:xfrm>
          <a:prstGeom prst="straightConnector1">
            <a:avLst/>
          </a:prstGeom>
          <a:noFill/>
          <a:ln cap="flat" cmpd="sng" w="9525">
            <a:solidFill>
              <a:schemeClr val="dk1"/>
            </a:solidFill>
            <a:prstDash val="solid"/>
            <a:round/>
            <a:headEnd len="med" w="med" type="none"/>
            <a:tailEnd len="med" w="med" type="none"/>
          </a:ln>
        </p:spPr>
      </p:cxnSp>
      <p:cxnSp>
        <p:nvCxnSpPr>
          <p:cNvPr id="247" name="Google Shape;247;p21"/>
          <p:cNvCxnSpPr/>
          <p:nvPr/>
        </p:nvCxnSpPr>
        <p:spPr>
          <a:xfrm>
            <a:off x="4152900" y="2076450"/>
            <a:ext cx="0" cy="3505200"/>
          </a:xfrm>
          <a:prstGeom prst="straightConnector1">
            <a:avLst/>
          </a:prstGeom>
          <a:noFill/>
          <a:ln cap="flat" cmpd="sng" w="9525">
            <a:solidFill>
              <a:schemeClr val="dk1"/>
            </a:solidFill>
            <a:prstDash val="solid"/>
            <a:round/>
            <a:headEnd len="med" w="med" type="none"/>
            <a:tailEnd len="med" w="med" type="none"/>
          </a:ln>
        </p:spPr>
      </p:cxnSp>
      <p:cxnSp>
        <p:nvCxnSpPr>
          <p:cNvPr id="248" name="Google Shape;248;p21"/>
          <p:cNvCxnSpPr/>
          <p:nvPr/>
        </p:nvCxnSpPr>
        <p:spPr>
          <a:xfrm>
            <a:off x="5276850" y="2076450"/>
            <a:ext cx="0" cy="3505200"/>
          </a:xfrm>
          <a:prstGeom prst="straightConnector1">
            <a:avLst/>
          </a:prstGeom>
          <a:noFill/>
          <a:ln cap="flat" cmpd="sng" w="9525">
            <a:solidFill>
              <a:schemeClr val="dk1"/>
            </a:solidFill>
            <a:prstDash val="solid"/>
            <a:round/>
            <a:headEnd len="med" w="med" type="none"/>
            <a:tailEnd len="med" w="med" type="none"/>
          </a:ln>
        </p:spPr>
      </p:cxnSp>
      <p:cxnSp>
        <p:nvCxnSpPr>
          <p:cNvPr id="249" name="Google Shape;249;p21"/>
          <p:cNvCxnSpPr/>
          <p:nvPr/>
        </p:nvCxnSpPr>
        <p:spPr>
          <a:xfrm>
            <a:off x="6362700" y="2095500"/>
            <a:ext cx="0" cy="3505200"/>
          </a:xfrm>
          <a:prstGeom prst="straightConnector1">
            <a:avLst/>
          </a:prstGeom>
          <a:noFill/>
          <a:ln cap="flat" cmpd="sng" w="9525">
            <a:solidFill>
              <a:schemeClr val="dk1"/>
            </a:solidFill>
            <a:prstDash val="solid"/>
            <a:round/>
            <a:headEnd len="med" w="med" type="none"/>
            <a:tailEnd len="med" w="med" type="none"/>
          </a:ln>
        </p:spPr>
      </p:cxnSp>
      <p:cxnSp>
        <p:nvCxnSpPr>
          <p:cNvPr id="250" name="Google Shape;250;p21"/>
          <p:cNvCxnSpPr/>
          <p:nvPr/>
        </p:nvCxnSpPr>
        <p:spPr>
          <a:xfrm>
            <a:off x="7391400" y="2095500"/>
            <a:ext cx="0" cy="3505200"/>
          </a:xfrm>
          <a:prstGeom prst="straightConnector1">
            <a:avLst/>
          </a:prstGeom>
          <a:noFill/>
          <a:ln cap="flat" cmpd="sng" w="9525">
            <a:solidFill>
              <a:schemeClr val="dk1"/>
            </a:solidFill>
            <a:prstDash val="solid"/>
            <a:round/>
            <a:headEnd len="med" w="med" type="none"/>
            <a:tailEnd len="med" w="med" type="none"/>
          </a:ln>
        </p:spPr>
      </p:cxnSp>
      <p:cxnSp>
        <p:nvCxnSpPr>
          <p:cNvPr id="251" name="Google Shape;251;p21"/>
          <p:cNvCxnSpPr/>
          <p:nvPr/>
        </p:nvCxnSpPr>
        <p:spPr>
          <a:xfrm>
            <a:off x="1905000" y="2438400"/>
            <a:ext cx="5486400" cy="0"/>
          </a:xfrm>
          <a:prstGeom prst="straightConnector1">
            <a:avLst/>
          </a:prstGeom>
          <a:noFill/>
          <a:ln cap="flat" cmpd="sng" w="9525">
            <a:solidFill>
              <a:schemeClr val="dk1"/>
            </a:solidFill>
            <a:prstDash val="solid"/>
            <a:round/>
            <a:headEnd len="med" w="med" type="none"/>
            <a:tailEnd len="med" w="med" type="none"/>
          </a:ln>
        </p:spPr>
      </p:cxnSp>
      <p:sp>
        <p:nvSpPr>
          <p:cNvPr id="252" name="Google Shape;252;p21"/>
          <p:cNvSpPr txBox="1"/>
          <p:nvPr/>
        </p:nvSpPr>
        <p:spPr>
          <a:xfrm>
            <a:off x="2270125" y="1992313"/>
            <a:ext cx="431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Helvetica Neue"/>
                <a:ea typeface="Helvetica Neue"/>
                <a:cs typeface="Helvetica Neue"/>
                <a:sym typeface="Helvetica Neue"/>
              </a:rPr>
              <a:t>T</a:t>
            </a:r>
            <a:r>
              <a:rPr baseline="-25000" lang="en-US" sz="2000">
                <a:solidFill>
                  <a:schemeClr val="dk1"/>
                </a:solidFill>
                <a:latin typeface="Helvetica Neue"/>
                <a:ea typeface="Helvetica Neue"/>
                <a:cs typeface="Helvetica Neue"/>
                <a:sym typeface="Helvetica Neue"/>
              </a:rPr>
              <a:t>1</a:t>
            </a:r>
            <a:endParaRPr sz="2000">
              <a:solidFill>
                <a:schemeClr val="dk1"/>
              </a:solidFill>
              <a:latin typeface="Helvetica Neue"/>
              <a:ea typeface="Helvetica Neue"/>
              <a:cs typeface="Helvetica Neue"/>
              <a:sym typeface="Helvetica Neue"/>
            </a:endParaRPr>
          </a:p>
        </p:txBody>
      </p:sp>
      <p:sp>
        <p:nvSpPr>
          <p:cNvPr id="253" name="Google Shape;253;p21"/>
          <p:cNvSpPr txBox="1"/>
          <p:nvPr/>
        </p:nvSpPr>
        <p:spPr>
          <a:xfrm>
            <a:off x="3355975" y="1997075"/>
            <a:ext cx="431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Helvetica Neue"/>
                <a:ea typeface="Helvetica Neue"/>
                <a:cs typeface="Helvetica Neue"/>
                <a:sym typeface="Helvetica Neue"/>
              </a:rPr>
              <a:t>T</a:t>
            </a:r>
            <a:r>
              <a:rPr baseline="-25000" lang="en-US" sz="2000">
                <a:solidFill>
                  <a:schemeClr val="dk1"/>
                </a:solidFill>
                <a:latin typeface="Helvetica Neue"/>
                <a:ea typeface="Helvetica Neue"/>
                <a:cs typeface="Helvetica Neue"/>
                <a:sym typeface="Helvetica Neue"/>
              </a:rPr>
              <a:t>2</a:t>
            </a:r>
            <a:endParaRPr sz="2000">
              <a:solidFill>
                <a:schemeClr val="dk1"/>
              </a:solidFill>
              <a:latin typeface="Helvetica Neue"/>
              <a:ea typeface="Helvetica Neue"/>
              <a:cs typeface="Helvetica Neue"/>
              <a:sym typeface="Helvetica Neue"/>
            </a:endParaRPr>
          </a:p>
        </p:txBody>
      </p:sp>
      <p:sp>
        <p:nvSpPr>
          <p:cNvPr id="254" name="Google Shape;254;p21"/>
          <p:cNvSpPr txBox="1"/>
          <p:nvPr/>
        </p:nvSpPr>
        <p:spPr>
          <a:xfrm>
            <a:off x="4410075" y="2000250"/>
            <a:ext cx="431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Helvetica Neue"/>
                <a:ea typeface="Helvetica Neue"/>
                <a:cs typeface="Helvetica Neue"/>
                <a:sym typeface="Helvetica Neue"/>
              </a:rPr>
              <a:t>T</a:t>
            </a:r>
            <a:r>
              <a:rPr baseline="-25000" lang="en-US" sz="2000">
                <a:solidFill>
                  <a:schemeClr val="dk1"/>
                </a:solidFill>
                <a:latin typeface="Helvetica Neue"/>
                <a:ea typeface="Helvetica Neue"/>
                <a:cs typeface="Helvetica Neue"/>
                <a:sym typeface="Helvetica Neue"/>
              </a:rPr>
              <a:t>3</a:t>
            </a:r>
            <a:endParaRPr sz="2000">
              <a:solidFill>
                <a:schemeClr val="dk1"/>
              </a:solidFill>
              <a:latin typeface="Helvetica Neue"/>
              <a:ea typeface="Helvetica Neue"/>
              <a:cs typeface="Helvetica Neue"/>
              <a:sym typeface="Helvetica Neue"/>
            </a:endParaRPr>
          </a:p>
        </p:txBody>
      </p:sp>
      <p:sp>
        <p:nvSpPr>
          <p:cNvPr id="255" name="Google Shape;255;p21"/>
          <p:cNvSpPr txBox="1"/>
          <p:nvPr/>
        </p:nvSpPr>
        <p:spPr>
          <a:xfrm>
            <a:off x="5629275" y="2000250"/>
            <a:ext cx="431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Helvetica Neue"/>
                <a:ea typeface="Helvetica Neue"/>
                <a:cs typeface="Helvetica Neue"/>
                <a:sym typeface="Helvetica Neue"/>
              </a:rPr>
              <a:t>T</a:t>
            </a:r>
            <a:r>
              <a:rPr baseline="-25000" lang="en-US" sz="2000">
                <a:solidFill>
                  <a:schemeClr val="dk1"/>
                </a:solidFill>
                <a:latin typeface="Helvetica Neue"/>
                <a:ea typeface="Helvetica Neue"/>
                <a:cs typeface="Helvetica Neue"/>
                <a:sym typeface="Helvetica Neue"/>
              </a:rPr>
              <a:t>4</a:t>
            </a:r>
            <a:endParaRPr sz="2000">
              <a:solidFill>
                <a:schemeClr val="dk1"/>
              </a:solidFill>
              <a:latin typeface="Helvetica Neue"/>
              <a:ea typeface="Helvetica Neue"/>
              <a:cs typeface="Helvetica Neue"/>
              <a:sym typeface="Helvetica Neue"/>
            </a:endParaRPr>
          </a:p>
        </p:txBody>
      </p:sp>
      <p:sp>
        <p:nvSpPr>
          <p:cNvPr id="256" name="Google Shape;256;p21"/>
          <p:cNvSpPr txBox="1"/>
          <p:nvPr/>
        </p:nvSpPr>
        <p:spPr>
          <a:xfrm>
            <a:off x="6629400" y="2000250"/>
            <a:ext cx="431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Helvetica Neue"/>
                <a:ea typeface="Helvetica Neue"/>
                <a:cs typeface="Helvetica Neue"/>
                <a:sym typeface="Helvetica Neue"/>
              </a:rPr>
              <a:t>T</a:t>
            </a:r>
            <a:r>
              <a:rPr baseline="-25000" lang="en-US" sz="2000">
                <a:solidFill>
                  <a:schemeClr val="dk1"/>
                </a:solidFill>
                <a:latin typeface="Helvetica Neue"/>
                <a:ea typeface="Helvetica Neue"/>
                <a:cs typeface="Helvetica Neue"/>
                <a:sym typeface="Helvetica Neue"/>
              </a:rPr>
              <a:t>5</a:t>
            </a:r>
            <a:endParaRPr sz="2000">
              <a:solidFill>
                <a:schemeClr val="dk1"/>
              </a:solidFill>
              <a:latin typeface="Helvetica Neue"/>
              <a:ea typeface="Helvetica Neue"/>
              <a:cs typeface="Helvetica Neue"/>
              <a:sym typeface="Helvetica Neue"/>
            </a:endParaRPr>
          </a:p>
        </p:txBody>
      </p:sp>
      <p:sp>
        <p:nvSpPr>
          <p:cNvPr id="257" name="Google Shape;257;p21"/>
          <p:cNvSpPr txBox="1"/>
          <p:nvPr/>
        </p:nvSpPr>
        <p:spPr>
          <a:xfrm>
            <a:off x="3146425" y="2544763"/>
            <a:ext cx="1030288"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read(</a:t>
            </a:r>
            <a:r>
              <a:rPr i="1" lang="en-US" sz="2000">
                <a:solidFill>
                  <a:schemeClr val="dk1"/>
                </a:solidFill>
                <a:latin typeface="Helvetica Neue"/>
                <a:ea typeface="Helvetica Neue"/>
                <a:cs typeface="Helvetica Neue"/>
                <a:sym typeface="Helvetica Neue"/>
              </a:rPr>
              <a:t>Y</a:t>
            </a:r>
            <a:r>
              <a:rPr lang="en-US" sz="2000">
                <a:solidFill>
                  <a:schemeClr val="dk1"/>
                </a:solidFill>
                <a:latin typeface="Helvetica Neue"/>
                <a:ea typeface="Helvetica Neue"/>
                <a:cs typeface="Helvetica Neue"/>
                <a:sym typeface="Helvetica Neue"/>
              </a:rPr>
              <a:t>)</a:t>
            </a:r>
            <a:endParaRPr/>
          </a:p>
        </p:txBody>
      </p:sp>
      <p:sp>
        <p:nvSpPr>
          <p:cNvPr id="258" name="Google Shape;258;p21"/>
          <p:cNvSpPr txBox="1"/>
          <p:nvPr/>
        </p:nvSpPr>
        <p:spPr>
          <a:xfrm>
            <a:off x="6384925" y="2373313"/>
            <a:ext cx="1100138"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read(</a:t>
            </a:r>
            <a:r>
              <a:rPr i="1" lang="en-US" sz="2000">
                <a:solidFill>
                  <a:schemeClr val="dk1"/>
                </a:solidFill>
                <a:latin typeface="Helvetica Neue"/>
                <a:ea typeface="Helvetica Neue"/>
                <a:cs typeface="Helvetica Neue"/>
                <a:sym typeface="Helvetica Neue"/>
              </a:rPr>
              <a:t>X</a:t>
            </a:r>
            <a:r>
              <a:rPr lang="en-US" sz="2000">
                <a:solidFill>
                  <a:schemeClr val="dk1"/>
                </a:solidFill>
                <a:latin typeface="Helvetica Neue"/>
                <a:ea typeface="Helvetica Neue"/>
                <a:cs typeface="Helvetica Neue"/>
                <a:sym typeface="Helvetica Neue"/>
              </a:rPr>
              <a:t>) </a:t>
            </a:r>
            <a:endParaRPr/>
          </a:p>
        </p:txBody>
      </p:sp>
      <p:sp>
        <p:nvSpPr>
          <p:cNvPr id="259" name="Google Shape;259;p21"/>
          <p:cNvSpPr txBox="1"/>
          <p:nvPr/>
        </p:nvSpPr>
        <p:spPr>
          <a:xfrm>
            <a:off x="1981200" y="2762250"/>
            <a:ext cx="1030288"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read(</a:t>
            </a:r>
            <a:r>
              <a:rPr i="1" lang="en-US" sz="2000">
                <a:solidFill>
                  <a:schemeClr val="dk1"/>
                </a:solidFill>
                <a:latin typeface="Helvetica Neue"/>
                <a:ea typeface="Helvetica Neue"/>
                <a:cs typeface="Helvetica Neue"/>
                <a:sym typeface="Helvetica Neue"/>
              </a:rPr>
              <a:t>Y</a:t>
            </a:r>
            <a:r>
              <a:rPr lang="en-US" sz="2000">
                <a:solidFill>
                  <a:schemeClr val="dk1"/>
                </a:solidFill>
                <a:latin typeface="Helvetica Neue"/>
                <a:ea typeface="Helvetica Neue"/>
                <a:cs typeface="Helvetica Neue"/>
                <a:sym typeface="Helvetica Neue"/>
              </a:rPr>
              <a:t>)</a:t>
            </a:r>
            <a:endParaRPr/>
          </a:p>
        </p:txBody>
      </p:sp>
      <p:sp>
        <p:nvSpPr>
          <p:cNvPr id="260" name="Google Shape;260;p21"/>
          <p:cNvSpPr txBox="1"/>
          <p:nvPr/>
        </p:nvSpPr>
        <p:spPr>
          <a:xfrm>
            <a:off x="4175125" y="3006725"/>
            <a:ext cx="1128713"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write(</a:t>
            </a:r>
            <a:r>
              <a:rPr i="1" lang="en-US" sz="2000">
                <a:solidFill>
                  <a:schemeClr val="dk1"/>
                </a:solidFill>
                <a:latin typeface="Helvetica Neue"/>
                <a:ea typeface="Helvetica Neue"/>
                <a:cs typeface="Helvetica Neue"/>
                <a:sym typeface="Helvetica Neue"/>
              </a:rPr>
              <a:t>Y</a:t>
            </a:r>
            <a:r>
              <a:rPr lang="en-US" sz="2000">
                <a:solidFill>
                  <a:schemeClr val="dk1"/>
                </a:solidFill>
                <a:latin typeface="Helvetica Neue"/>
                <a:ea typeface="Helvetica Neue"/>
                <a:cs typeface="Helvetica Neue"/>
                <a:sym typeface="Helvetica Neue"/>
              </a:rPr>
              <a:t>) </a:t>
            </a:r>
            <a:endParaRPr/>
          </a:p>
        </p:txBody>
      </p:sp>
      <p:sp>
        <p:nvSpPr>
          <p:cNvPr id="261" name="Google Shape;261;p21"/>
          <p:cNvSpPr txBox="1"/>
          <p:nvPr/>
        </p:nvSpPr>
        <p:spPr>
          <a:xfrm>
            <a:off x="4175125" y="3273425"/>
            <a:ext cx="1114425"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write(</a:t>
            </a:r>
            <a:r>
              <a:rPr i="1" lang="en-US" sz="2000">
                <a:solidFill>
                  <a:schemeClr val="dk1"/>
                </a:solidFill>
                <a:latin typeface="Helvetica Neue"/>
                <a:ea typeface="Helvetica Neue"/>
                <a:cs typeface="Helvetica Neue"/>
                <a:sym typeface="Helvetica Neue"/>
              </a:rPr>
              <a:t>Z</a:t>
            </a:r>
            <a:r>
              <a:rPr lang="en-US" sz="2000">
                <a:solidFill>
                  <a:schemeClr val="dk1"/>
                </a:solidFill>
                <a:latin typeface="Helvetica Neue"/>
                <a:ea typeface="Helvetica Neue"/>
                <a:cs typeface="Helvetica Neue"/>
                <a:sym typeface="Helvetica Neue"/>
              </a:rPr>
              <a:t>) </a:t>
            </a:r>
            <a:endParaRPr/>
          </a:p>
        </p:txBody>
      </p:sp>
      <p:sp>
        <p:nvSpPr>
          <p:cNvPr id="262" name="Google Shape;262;p21"/>
          <p:cNvSpPr txBox="1"/>
          <p:nvPr/>
        </p:nvSpPr>
        <p:spPr>
          <a:xfrm>
            <a:off x="6362700" y="3521075"/>
            <a:ext cx="108585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read(</a:t>
            </a:r>
            <a:r>
              <a:rPr i="1" lang="en-US" sz="2000">
                <a:solidFill>
                  <a:schemeClr val="dk1"/>
                </a:solidFill>
                <a:latin typeface="Helvetica Neue"/>
                <a:ea typeface="Helvetica Neue"/>
                <a:cs typeface="Helvetica Neue"/>
                <a:sym typeface="Helvetica Neue"/>
              </a:rPr>
              <a:t>Z</a:t>
            </a:r>
            <a:r>
              <a:rPr lang="en-US" sz="2000">
                <a:solidFill>
                  <a:schemeClr val="dk1"/>
                </a:solidFill>
                <a:latin typeface="Helvetica Neue"/>
                <a:ea typeface="Helvetica Neue"/>
                <a:cs typeface="Helvetica Neue"/>
                <a:sym typeface="Helvetica Neue"/>
              </a:rPr>
              <a:t>) </a:t>
            </a:r>
            <a:endParaRPr/>
          </a:p>
        </p:txBody>
      </p:sp>
      <p:sp>
        <p:nvSpPr>
          <p:cNvPr id="263" name="Google Shape;263;p21"/>
          <p:cNvSpPr txBox="1"/>
          <p:nvPr/>
        </p:nvSpPr>
        <p:spPr>
          <a:xfrm>
            <a:off x="3048000" y="3752850"/>
            <a:ext cx="1100138"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read(</a:t>
            </a:r>
            <a:r>
              <a:rPr i="1" lang="en-US" sz="2000">
                <a:solidFill>
                  <a:schemeClr val="dk1"/>
                </a:solidFill>
                <a:latin typeface="Helvetica Neue"/>
                <a:ea typeface="Helvetica Neue"/>
                <a:cs typeface="Helvetica Neue"/>
                <a:sym typeface="Helvetica Neue"/>
              </a:rPr>
              <a:t>X</a:t>
            </a:r>
            <a:r>
              <a:rPr lang="en-US" sz="2000">
                <a:solidFill>
                  <a:schemeClr val="dk1"/>
                </a:solidFill>
                <a:latin typeface="Helvetica Neue"/>
                <a:ea typeface="Helvetica Neue"/>
                <a:cs typeface="Helvetica Neue"/>
                <a:sym typeface="Helvetica Neue"/>
              </a:rPr>
              <a:t>) </a:t>
            </a:r>
            <a:endParaRPr/>
          </a:p>
        </p:txBody>
      </p:sp>
      <p:sp>
        <p:nvSpPr>
          <p:cNvPr id="264" name="Google Shape;264;p21"/>
          <p:cNvSpPr txBox="1"/>
          <p:nvPr/>
        </p:nvSpPr>
        <p:spPr>
          <a:xfrm>
            <a:off x="3068638" y="4035425"/>
            <a:ext cx="9017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abort  </a:t>
            </a:r>
            <a:endParaRPr/>
          </a:p>
        </p:txBody>
      </p:sp>
      <p:sp>
        <p:nvSpPr>
          <p:cNvPr id="265" name="Google Shape;265;p21"/>
          <p:cNvSpPr txBox="1"/>
          <p:nvPr/>
        </p:nvSpPr>
        <p:spPr>
          <a:xfrm>
            <a:off x="1905000" y="4187825"/>
            <a:ext cx="1100138"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read(</a:t>
            </a:r>
            <a:r>
              <a:rPr i="1" lang="en-US" sz="2000">
                <a:solidFill>
                  <a:schemeClr val="dk1"/>
                </a:solidFill>
                <a:latin typeface="Helvetica Neue"/>
                <a:ea typeface="Helvetica Neue"/>
                <a:cs typeface="Helvetica Neue"/>
                <a:sym typeface="Helvetica Neue"/>
              </a:rPr>
              <a:t>X</a:t>
            </a:r>
            <a:r>
              <a:rPr lang="en-US" sz="2000">
                <a:solidFill>
                  <a:schemeClr val="dk1"/>
                </a:solidFill>
                <a:latin typeface="Helvetica Neue"/>
                <a:ea typeface="Helvetica Neue"/>
                <a:cs typeface="Helvetica Neue"/>
                <a:sym typeface="Helvetica Neue"/>
              </a:rPr>
              <a:t>) </a:t>
            </a:r>
            <a:endParaRPr/>
          </a:p>
        </p:txBody>
      </p:sp>
      <p:sp>
        <p:nvSpPr>
          <p:cNvPr id="266" name="Google Shape;266;p21"/>
          <p:cNvSpPr txBox="1"/>
          <p:nvPr/>
        </p:nvSpPr>
        <p:spPr>
          <a:xfrm>
            <a:off x="4179888" y="4400550"/>
            <a:ext cx="1114425"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write(</a:t>
            </a:r>
            <a:r>
              <a:rPr i="1" lang="en-US" sz="2000">
                <a:solidFill>
                  <a:schemeClr val="dk1"/>
                </a:solidFill>
                <a:latin typeface="Helvetica Neue"/>
                <a:ea typeface="Helvetica Neue"/>
                <a:cs typeface="Helvetica Neue"/>
                <a:sym typeface="Helvetica Neue"/>
              </a:rPr>
              <a:t>Z</a:t>
            </a:r>
            <a:r>
              <a:rPr lang="en-US" sz="2000">
                <a:solidFill>
                  <a:schemeClr val="dk1"/>
                </a:solidFill>
                <a:latin typeface="Helvetica Neue"/>
                <a:ea typeface="Helvetica Neue"/>
                <a:cs typeface="Helvetica Neue"/>
                <a:sym typeface="Helvetica Neue"/>
              </a:rPr>
              <a:t>) </a:t>
            </a:r>
            <a:endParaRPr/>
          </a:p>
        </p:txBody>
      </p:sp>
      <p:sp>
        <p:nvSpPr>
          <p:cNvPr id="267" name="Google Shape;267;p21"/>
          <p:cNvSpPr txBox="1"/>
          <p:nvPr/>
        </p:nvSpPr>
        <p:spPr>
          <a:xfrm>
            <a:off x="4292600" y="4645025"/>
            <a:ext cx="9017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abort  </a:t>
            </a:r>
            <a:endParaRPr/>
          </a:p>
        </p:txBody>
      </p:sp>
      <p:sp>
        <p:nvSpPr>
          <p:cNvPr id="268" name="Google Shape;268;p21"/>
          <p:cNvSpPr txBox="1"/>
          <p:nvPr/>
        </p:nvSpPr>
        <p:spPr>
          <a:xfrm>
            <a:off x="6381750" y="4838700"/>
            <a:ext cx="1128713"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write(</a:t>
            </a:r>
            <a:r>
              <a:rPr i="1" lang="en-US" sz="2000">
                <a:solidFill>
                  <a:schemeClr val="dk1"/>
                </a:solidFill>
                <a:latin typeface="Helvetica Neue"/>
                <a:ea typeface="Helvetica Neue"/>
                <a:cs typeface="Helvetica Neue"/>
                <a:sym typeface="Helvetica Neue"/>
              </a:rPr>
              <a:t>Y</a:t>
            </a:r>
            <a:r>
              <a:rPr lang="en-US" sz="2000">
                <a:solidFill>
                  <a:schemeClr val="dk1"/>
                </a:solidFill>
                <a:latin typeface="Helvetica Neue"/>
                <a:ea typeface="Helvetica Neue"/>
                <a:cs typeface="Helvetica Neue"/>
                <a:sym typeface="Helvetica Neue"/>
              </a:rPr>
              <a:t>) </a:t>
            </a:r>
            <a:endParaRPr/>
          </a:p>
        </p:txBody>
      </p:sp>
      <p:sp>
        <p:nvSpPr>
          <p:cNvPr id="269" name="Google Shape;269;p21"/>
          <p:cNvSpPr txBox="1"/>
          <p:nvPr/>
        </p:nvSpPr>
        <p:spPr>
          <a:xfrm>
            <a:off x="6381750" y="5162550"/>
            <a:ext cx="1184275"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write(</a:t>
            </a:r>
            <a:r>
              <a:rPr i="1" lang="en-US" sz="2000">
                <a:solidFill>
                  <a:schemeClr val="dk1"/>
                </a:solidFill>
                <a:latin typeface="Helvetica Neue"/>
                <a:ea typeface="Helvetica Neue"/>
                <a:cs typeface="Helvetica Neue"/>
                <a:sym typeface="Helvetica Neue"/>
              </a:rPr>
              <a:t>Z</a:t>
            </a:r>
            <a:r>
              <a:rPr lang="en-US" sz="2000">
                <a:solidFill>
                  <a:schemeClr val="dk1"/>
                </a:solidFill>
                <a:latin typeface="Helvetica Neue"/>
                <a:ea typeface="Helvetica Neue"/>
                <a:cs typeface="Helvetica Neue"/>
                <a:sym typeface="Helvetica Neue"/>
              </a:rP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2"/>
          <p:cNvSpPr txBox="1"/>
          <p:nvPr>
            <p:ph type="title"/>
          </p:nvPr>
        </p:nvSpPr>
        <p:spPr>
          <a:xfrm>
            <a:off x="533400" y="0"/>
            <a:ext cx="86106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Correctness of Timestamp-Ordering Protocol</a:t>
            </a:r>
            <a:endParaRPr/>
          </a:p>
        </p:txBody>
      </p:sp>
      <p:sp>
        <p:nvSpPr>
          <p:cNvPr id="275" name="Google Shape;275;p22"/>
          <p:cNvSpPr txBox="1"/>
          <p:nvPr>
            <p:ph idx="4294967295" type="body"/>
          </p:nvPr>
        </p:nvSpPr>
        <p:spPr>
          <a:xfrm>
            <a:off x="533400" y="900113"/>
            <a:ext cx="7886700" cy="5286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The timestamp-ordering protocol guarantees serializability since all the arcs in the precedence graph are of the form:</a:t>
            </a:r>
            <a:endParaRPr/>
          </a:p>
          <a:p>
            <a:pPr indent="-342900" lvl="0" marL="342900" rtl="0" algn="l">
              <a:spcBef>
                <a:spcPts val="700"/>
              </a:spcBef>
              <a:spcAft>
                <a:spcPts val="0"/>
              </a:spcAft>
              <a:buSzPts val="1800"/>
              <a:buFont typeface="Arial"/>
              <a:buNone/>
            </a:pPr>
            <a:r>
              <a:rPr lang="en-US"/>
              <a:t>    </a:t>
            </a:r>
            <a:endParaRPr/>
          </a:p>
          <a:p>
            <a:pPr indent="-342900" lvl="0" marL="342900" rtl="0" algn="l">
              <a:spcBef>
                <a:spcPts val="700"/>
              </a:spcBef>
              <a:spcAft>
                <a:spcPts val="0"/>
              </a:spcAft>
              <a:buSzPts val="1800"/>
              <a:buFont typeface="Arial"/>
              <a:buNone/>
            </a:pPr>
            <a:r>
              <a:t/>
            </a:r>
            <a:endParaRPr/>
          </a:p>
          <a:p>
            <a:pPr indent="-342900" lvl="0" marL="342900" rtl="0" algn="l">
              <a:spcBef>
                <a:spcPts val="700"/>
              </a:spcBef>
              <a:spcAft>
                <a:spcPts val="0"/>
              </a:spcAft>
              <a:buSzPts val="1800"/>
              <a:buFont typeface="Arial"/>
              <a:buNone/>
            </a:pPr>
            <a:r>
              <a:t/>
            </a:r>
            <a:endParaRPr/>
          </a:p>
          <a:p>
            <a:pPr indent="-342900" lvl="0" marL="342900" rtl="0" algn="l">
              <a:spcBef>
                <a:spcPts val="700"/>
              </a:spcBef>
              <a:spcAft>
                <a:spcPts val="0"/>
              </a:spcAft>
              <a:buSzPts val="1800"/>
              <a:buFont typeface="Arial"/>
              <a:buNone/>
            </a:pPr>
            <a:r>
              <a:t/>
            </a:r>
            <a:endParaRPr/>
          </a:p>
          <a:p>
            <a:pPr indent="-342900" lvl="0" marL="342900" rtl="0" algn="l">
              <a:spcBef>
                <a:spcPts val="700"/>
              </a:spcBef>
              <a:spcAft>
                <a:spcPts val="0"/>
              </a:spcAft>
              <a:buSzPts val="1800"/>
              <a:buFont typeface="Arial"/>
              <a:buNone/>
            </a:pPr>
            <a:r>
              <a:t/>
            </a:r>
            <a:endParaRPr/>
          </a:p>
          <a:p>
            <a:pPr indent="-342900" lvl="0" marL="342900" rtl="0" algn="l">
              <a:spcBef>
                <a:spcPts val="700"/>
              </a:spcBef>
              <a:spcAft>
                <a:spcPts val="0"/>
              </a:spcAft>
              <a:buSzPts val="1800"/>
              <a:buFont typeface="Arial"/>
              <a:buNone/>
            </a:pPr>
            <a:r>
              <a:rPr lang="en-US"/>
              <a:t>    Thus, there will be no cycles in the precedence graph</a:t>
            </a:r>
            <a:endParaRPr/>
          </a:p>
          <a:p>
            <a:pPr indent="-342900" lvl="0" marL="342900" rtl="0" algn="l">
              <a:lnSpc>
                <a:spcPct val="90000"/>
              </a:lnSpc>
              <a:spcBef>
                <a:spcPts val="700"/>
              </a:spcBef>
              <a:spcAft>
                <a:spcPts val="0"/>
              </a:spcAft>
              <a:buSzPts val="1800"/>
              <a:buChar char="●"/>
            </a:pPr>
            <a:r>
              <a:rPr lang="en-US"/>
              <a:t>Timestamp protocol ensures freedom from deadlock as no transaction ever waits.  </a:t>
            </a:r>
            <a:endParaRPr/>
          </a:p>
          <a:p>
            <a:pPr indent="-342900" lvl="0" marL="342900" rtl="0" algn="l">
              <a:lnSpc>
                <a:spcPct val="90000"/>
              </a:lnSpc>
              <a:spcBef>
                <a:spcPts val="700"/>
              </a:spcBef>
              <a:spcAft>
                <a:spcPts val="0"/>
              </a:spcAft>
              <a:buSzPts val="1800"/>
              <a:buChar char="●"/>
            </a:pPr>
            <a:r>
              <a:rPr lang="en-US"/>
              <a:t>But the schedule may not be cascade-free, and may  not even be recoverable.</a:t>
            </a:r>
            <a:endParaRPr/>
          </a:p>
        </p:txBody>
      </p:sp>
      <p:sp>
        <p:nvSpPr>
          <p:cNvPr id="276" name="Google Shape;276;p22"/>
          <p:cNvSpPr/>
          <p:nvPr/>
        </p:nvSpPr>
        <p:spPr>
          <a:xfrm>
            <a:off x="990600" y="1752600"/>
            <a:ext cx="1752600" cy="18288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77" name="Google Shape;277;p22"/>
          <p:cNvSpPr/>
          <p:nvPr/>
        </p:nvSpPr>
        <p:spPr>
          <a:xfrm>
            <a:off x="5638800" y="1752600"/>
            <a:ext cx="1752600" cy="18288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78" name="Google Shape;278;p22"/>
          <p:cNvSpPr txBox="1"/>
          <p:nvPr/>
        </p:nvSpPr>
        <p:spPr>
          <a:xfrm>
            <a:off x="1270000" y="2130425"/>
            <a:ext cx="1390650" cy="9159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Helvetica Neue"/>
                <a:ea typeface="Helvetica Neue"/>
                <a:cs typeface="Helvetica Neue"/>
                <a:sym typeface="Helvetica Neue"/>
              </a:rPr>
              <a:t>transaction</a:t>
            </a:r>
            <a:endParaRPr/>
          </a:p>
          <a:p>
            <a:pPr indent="0" lvl="0" marL="0" marR="0" rtl="0" algn="l">
              <a:spcBef>
                <a:spcPts val="0"/>
              </a:spcBef>
              <a:spcAft>
                <a:spcPts val="0"/>
              </a:spcAft>
              <a:buNone/>
            </a:pPr>
            <a:r>
              <a:rPr lang="en-US" sz="1800">
                <a:solidFill>
                  <a:schemeClr val="dk1"/>
                </a:solidFill>
                <a:latin typeface="Helvetica Neue"/>
                <a:ea typeface="Helvetica Neue"/>
                <a:cs typeface="Helvetica Neue"/>
                <a:sym typeface="Helvetica Neue"/>
              </a:rPr>
              <a:t>with smaller</a:t>
            </a:r>
            <a:endParaRPr/>
          </a:p>
          <a:p>
            <a:pPr indent="0" lvl="0" marL="0" marR="0" rtl="0" algn="l">
              <a:spcBef>
                <a:spcPts val="0"/>
              </a:spcBef>
              <a:spcAft>
                <a:spcPts val="0"/>
              </a:spcAft>
              <a:buNone/>
            </a:pPr>
            <a:r>
              <a:rPr lang="en-US" sz="1800">
                <a:solidFill>
                  <a:schemeClr val="dk1"/>
                </a:solidFill>
                <a:latin typeface="Helvetica Neue"/>
                <a:ea typeface="Helvetica Neue"/>
                <a:cs typeface="Helvetica Neue"/>
                <a:sym typeface="Helvetica Neue"/>
              </a:rPr>
              <a:t>timestamp</a:t>
            </a:r>
            <a:endParaRPr/>
          </a:p>
        </p:txBody>
      </p:sp>
      <p:sp>
        <p:nvSpPr>
          <p:cNvPr id="279" name="Google Shape;279;p22"/>
          <p:cNvSpPr txBox="1"/>
          <p:nvPr/>
        </p:nvSpPr>
        <p:spPr>
          <a:xfrm>
            <a:off x="5919788" y="2132013"/>
            <a:ext cx="1301750" cy="9159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Helvetica Neue"/>
                <a:ea typeface="Helvetica Neue"/>
                <a:cs typeface="Helvetica Neue"/>
                <a:sym typeface="Helvetica Neue"/>
              </a:rPr>
              <a:t>transaction</a:t>
            </a:r>
            <a:endParaRPr/>
          </a:p>
          <a:p>
            <a:pPr indent="0" lvl="0" marL="0" marR="0" rtl="0" algn="l">
              <a:spcBef>
                <a:spcPts val="0"/>
              </a:spcBef>
              <a:spcAft>
                <a:spcPts val="0"/>
              </a:spcAft>
              <a:buNone/>
            </a:pPr>
            <a:r>
              <a:rPr lang="en-US" sz="1800">
                <a:solidFill>
                  <a:schemeClr val="dk1"/>
                </a:solidFill>
                <a:latin typeface="Helvetica Neue"/>
                <a:ea typeface="Helvetica Neue"/>
                <a:cs typeface="Helvetica Neue"/>
                <a:sym typeface="Helvetica Neue"/>
              </a:rPr>
              <a:t>with larger</a:t>
            </a:r>
            <a:endParaRPr/>
          </a:p>
          <a:p>
            <a:pPr indent="0" lvl="0" marL="0" marR="0" rtl="0" algn="l">
              <a:spcBef>
                <a:spcPts val="0"/>
              </a:spcBef>
              <a:spcAft>
                <a:spcPts val="0"/>
              </a:spcAft>
              <a:buNone/>
            </a:pPr>
            <a:r>
              <a:rPr lang="en-US" sz="1800">
                <a:solidFill>
                  <a:schemeClr val="dk1"/>
                </a:solidFill>
                <a:latin typeface="Helvetica Neue"/>
                <a:ea typeface="Helvetica Neue"/>
                <a:cs typeface="Helvetica Neue"/>
                <a:sym typeface="Helvetica Neue"/>
              </a:rPr>
              <a:t>timestamp </a:t>
            </a:r>
            <a:endParaRPr/>
          </a:p>
        </p:txBody>
      </p:sp>
      <p:cxnSp>
        <p:nvCxnSpPr>
          <p:cNvPr id="280" name="Google Shape;280;p22"/>
          <p:cNvCxnSpPr/>
          <p:nvPr/>
        </p:nvCxnSpPr>
        <p:spPr>
          <a:xfrm>
            <a:off x="2743200" y="2667000"/>
            <a:ext cx="28956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3"/>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Recoverability and Cascade Freedom</a:t>
            </a:r>
            <a:endParaRPr/>
          </a:p>
        </p:txBody>
      </p:sp>
      <p:sp>
        <p:nvSpPr>
          <p:cNvPr id="286" name="Google Shape;286;p23"/>
          <p:cNvSpPr txBox="1"/>
          <p:nvPr>
            <p:ph idx="4294967295" type="body"/>
          </p:nvPr>
        </p:nvSpPr>
        <p:spPr>
          <a:xfrm>
            <a:off x="571500" y="16764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Problem with timestamp-ordering protocol:</a:t>
            </a:r>
            <a:endParaRPr/>
          </a:p>
          <a:p>
            <a:pPr indent="-285750" lvl="1" marL="742950" rtl="0" algn="l">
              <a:spcBef>
                <a:spcPts val="630"/>
              </a:spcBef>
              <a:spcAft>
                <a:spcPts val="0"/>
              </a:spcAft>
              <a:buSzPts val="1890"/>
              <a:buChar char="🟉"/>
            </a:pPr>
            <a:r>
              <a:rPr lang="en-US"/>
              <a:t>Suppose </a:t>
            </a:r>
            <a:r>
              <a:rPr i="1" lang="en-US"/>
              <a:t>T</a:t>
            </a:r>
            <a:r>
              <a:rPr baseline="-25000" i="1" lang="en-US"/>
              <a:t>i</a:t>
            </a:r>
            <a:r>
              <a:rPr lang="en-US"/>
              <a:t> aborts, but </a:t>
            </a:r>
            <a:r>
              <a:rPr i="1" lang="en-US"/>
              <a:t>T</a:t>
            </a:r>
            <a:r>
              <a:rPr baseline="-25000" i="1" lang="en-US"/>
              <a:t>j</a:t>
            </a:r>
            <a:r>
              <a:rPr lang="en-US"/>
              <a:t> has read a data item written by  </a:t>
            </a:r>
            <a:r>
              <a:rPr i="1" lang="en-US"/>
              <a:t>T</a:t>
            </a:r>
            <a:r>
              <a:rPr baseline="-25000" i="1" lang="en-US"/>
              <a:t>i</a:t>
            </a:r>
            <a:endParaRPr/>
          </a:p>
          <a:p>
            <a:pPr indent="-285750" lvl="1" marL="742950" rtl="0" algn="l">
              <a:spcBef>
                <a:spcPts val="630"/>
              </a:spcBef>
              <a:spcAft>
                <a:spcPts val="0"/>
              </a:spcAft>
              <a:buSzPts val="1890"/>
              <a:buChar char="🟉"/>
            </a:pPr>
            <a:r>
              <a:rPr lang="en-US"/>
              <a:t>Then </a:t>
            </a:r>
            <a:r>
              <a:rPr i="1" lang="en-US"/>
              <a:t>T</a:t>
            </a:r>
            <a:r>
              <a:rPr baseline="-25000" i="1" lang="en-US"/>
              <a:t>j</a:t>
            </a:r>
            <a:r>
              <a:rPr i="1" lang="en-US"/>
              <a:t> </a:t>
            </a:r>
            <a:r>
              <a:rPr lang="en-US"/>
              <a:t>must abort; if </a:t>
            </a:r>
            <a:r>
              <a:rPr i="1" lang="en-US"/>
              <a:t>T</a:t>
            </a:r>
            <a:r>
              <a:rPr baseline="-25000" i="1" lang="en-US"/>
              <a:t>j</a:t>
            </a:r>
            <a:r>
              <a:rPr i="1" lang="en-US"/>
              <a:t> </a:t>
            </a:r>
            <a:r>
              <a:rPr lang="en-US"/>
              <a:t>had been allowed to commit earlier, the schedule is not recoverable.</a:t>
            </a:r>
            <a:endParaRPr/>
          </a:p>
          <a:p>
            <a:pPr indent="-285750" lvl="1" marL="742950" rtl="0" algn="l">
              <a:spcBef>
                <a:spcPts val="630"/>
              </a:spcBef>
              <a:spcAft>
                <a:spcPts val="0"/>
              </a:spcAft>
              <a:buSzPts val="1890"/>
              <a:buChar char="🟉"/>
            </a:pPr>
            <a:r>
              <a:rPr lang="en-US"/>
              <a:t>Further, any transaction that has read a data item written by </a:t>
            </a:r>
            <a:r>
              <a:rPr i="1" lang="en-US"/>
              <a:t>T</a:t>
            </a:r>
            <a:r>
              <a:rPr baseline="-25000" i="1" lang="en-US"/>
              <a:t>j</a:t>
            </a:r>
            <a:r>
              <a:rPr lang="en-US"/>
              <a:t> must abort</a:t>
            </a:r>
            <a:endParaRPr/>
          </a:p>
          <a:p>
            <a:pPr indent="-285750" lvl="1" marL="742950" rtl="0" algn="l">
              <a:spcBef>
                <a:spcPts val="630"/>
              </a:spcBef>
              <a:spcAft>
                <a:spcPts val="0"/>
              </a:spcAft>
              <a:buSzPts val="1890"/>
              <a:buChar char="🟉"/>
            </a:pPr>
            <a:r>
              <a:rPr lang="en-US"/>
              <a:t>This can lead to cascading rollback --- that is, a chain of rollbacks </a:t>
            </a:r>
            <a:endParaRPr/>
          </a:p>
          <a:p>
            <a:pPr indent="-342900" lvl="0" marL="342900" rtl="0" algn="l">
              <a:spcBef>
                <a:spcPts val="700"/>
              </a:spcBef>
              <a:spcAft>
                <a:spcPts val="0"/>
              </a:spcAft>
              <a:buSzPts val="1800"/>
              <a:buChar char="●"/>
            </a:pPr>
            <a:r>
              <a:rPr lang="en-US"/>
              <a:t> Solution:</a:t>
            </a:r>
            <a:endParaRPr/>
          </a:p>
          <a:p>
            <a:pPr indent="-285750" lvl="1" marL="742950" rtl="0" algn="l">
              <a:spcBef>
                <a:spcPts val="630"/>
              </a:spcBef>
              <a:spcAft>
                <a:spcPts val="0"/>
              </a:spcAft>
              <a:buSzPts val="1890"/>
              <a:buChar char="🟉"/>
            </a:pPr>
            <a:r>
              <a:rPr lang="en-US"/>
              <a:t>A transaction is structured such that its writes are all performed at the end of its processing</a:t>
            </a:r>
            <a:endParaRPr/>
          </a:p>
          <a:p>
            <a:pPr indent="-285750" lvl="1" marL="742950" rtl="0" algn="l">
              <a:spcBef>
                <a:spcPts val="630"/>
              </a:spcBef>
              <a:spcAft>
                <a:spcPts val="0"/>
              </a:spcAft>
              <a:buSzPts val="1890"/>
              <a:buChar char="🟉"/>
            </a:pPr>
            <a:r>
              <a:rPr lang="en-US"/>
              <a:t>All writes of a transaction form an atomic action; no transaction may execute while a transaction is being written</a:t>
            </a:r>
            <a:endParaRPr/>
          </a:p>
          <a:p>
            <a:pPr indent="-285750" lvl="1" marL="742950" rtl="0" algn="l">
              <a:spcBef>
                <a:spcPts val="630"/>
              </a:spcBef>
              <a:spcAft>
                <a:spcPts val="0"/>
              </a:spcAft>
              <a:buSzPts val="1890"/>
              <a:buChar char="🟉"/>
            </a:pPr>
            <a:r>
              <a:rPr lang="en-US"/>
              <a:t>A transaction that aborts is restarted with a new timestamp</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4"/>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Thomas’ Write Rule</a:t>
            </a:r>
            <a:endParaRPr/>
          </a:p>
        </p:txBody>
      </p:sp>
      <p:sp>
        <p:nvSpPr>
          <p:cNvPr id="292" name="Google Shape;292;p24"/>
          <p:cNvSpPr txBox="1"/>
          <p:nvPr>
            <p:ph idx="4294967295" type="body"/>
          </p:nvPr>
        </p:nvSpPr>
        <p:spPr>
          <a:xfrm>
            <a:off x="571500" y="16764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Modified version of the timestamp-ordering protocol in which obsolete </a:t>
            </a:r>
            <a:r>
              <a:rPr b="1" lang="en-US"/>
              <a:t> write</a:t>
            </a:r>
            <a:r>
              <a:rPr lang="en-US"/>
              <a:t> operations may be ignored under certain circumstances.</a:t>
            </a:r>
            <a:endParaRPr/>
          </a:p>
          <a:p>
            <a:pPr indent="-342900" lvl="0" marL="342900" rtl="0" algn="l">
              <a:lnSpc>
                <a:spcPct val="110000"/>
              </a:lnSpc>
              <a:spcBef>
                <a:spcPts val="700"/>
              </a:spcBef>
              <a:spcAft>
                <a:spcPts val="0"/>
              </a:spcAft>
              <a:buSzPts val="1800"/>
              <a:buChar char="●"/>
            </a:pPr>
            <a:r>
              <a:rPr lang="en-US"/>
              <a:t>When </a:t>
            </a:r>
            <a:r>
              <a:rPr i="1" lang="en-US"/>
              <a:t>T</a:t>
            </a:r>
            <a:r>
              <a:rPr baseline="-25000" i="1" lang="en-US"/>
              <a:t>i</a:t>
            </a:r>
            <a:r>
              <a:rPr lang="en-US"/>
              <a:t> attempts to write data item </a:t>
            </a:r>
            <a:r>
              <a:rPr i="1" lang="en-US"/>
              <a:t>Q</a:t>
            </a:r>
            <a:r>
              <a:rPr lang="en-US"/>
              <a:t>, if TS(</a:t>
            </a:r>
            <a:r>
              <a:rPr i="1" lang="en-US"/>
              <a:t>T</a:t>
            </a:r>
            <a:r>
              <a:rPr baseline="-25000" i="1" lang="en-US"/>
              <a:t>i</a:t>
            </a:r>
            <a:r>
              <a:rPr lang="en-US"/>
              <a:t>) </a:t>
            </a:r>
            <a:r>
              <a:rPr i="1" lang="en-US"/>
              <a:t>&lt;</a:t>
            </a:r>
            <a:r>
              <a:rPr lang="en-US"/>
              <a:t> W-timestamp(</a:t>
            </a:r>
            <a:r>
              <a:rPr i="1" lang="en-US"/>
              <a:t>Q</a:t>
            </a:r>
            <a:r>
              <a:rPr lang="en-US"/>
              <a:t>), then </a:t>
            </a:r>
            <a:r>
              <a:rPr i="1" lang="en-US"/>
              <a:t>T</a:t>
            </a:r>
            <a:r>
              <a:rPr baseline="-25000" i="1" lang="en-US"/>
              <a:t>i</a:t>
            </a:r>
            <a:r>
              <a:rPr lang="en-US"/>
              <a:t> is attempting to write an obsolete value of {</a:t>
            </a:r>
            <a:r>
              <a:rPr i="1" lang="en-US"/>
              <a:t>Q</a:t>
            </a:r>
            <a:r>
              <a:rPr lang="en-US"/>
              <a:t>}. Hence, rather than rolling back </a:t>
            </a:r>
            <a:r>
              <a:rPr i="1" lang="en-US"/>
              <a:t>T</a:t>
            </a:r>
            <a:r>
              <a:rPr baseline="-25000" i="1" lang="en-US"/>
              <a:t>i</a:t>
            </a:r>
            <a:r>
              <a:rPr lang="en-US"/>
              <a:t> as the timestamp ordering protocol would have done, this {</a:t>
            </a:r>
            <a:r>
              <a:rPr b="1" lang="en-US"/>
              <a:t>write</a:t>
            </a:r>
            <a:r>
              <a:rPr lang="en-US"/>
              <a:t>} operation can be ignored.</a:t>
            </a:r>
            <a:endParaRPr/>
          </a:p>
          <a:p>
            <a:pPr indent="-342900" lvl="0" marL="342900" rtl="0" algn="l">
              <a:spcBef>
                <a:spcPts val="700"/>
              </a:spcBef>
              <a:spcAft>
                <a:spcPts val="0"/>
              </a:spcAft>
              <a:buSzPts val="1800"/>
              <a:buChar char="●"/>
            </a:pPr>
            <a:r>
              <a:rPr lang="en-US"/>
              <a:t>Otherwise this protocol is the same as the timestamp ordering protocol.</a:t>
            </a:r>
            <a:endParaRPr/>
          </a:p>
          <a:p>
            <a:pPr indent="-342900" lvl="0" marL="342900" rtl="0" algn="l">
              <a:lnSpc>
                <a:spcPct val="120000"/>
              </a:lnSpc>
              <a:spcBef>
                <a:spcPts val="700"/>
              </a:spcBef>
              <a:spcAft>
                <a:spcPts val="0"/>
              </a:spcAft>
              <a:buSzPts val="1800"/>
              <a:buChar char="●"/>
            </a:pPr>
            <a:r>
              <a:rPr lang="en-US"/>
              <a:t>Thomas' Write Rule allows greater potential concurrency. Unlike previous protocols, it allows some view-serializable schedules that are not conflict-serializable.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5"/>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Validation-Based Protocol</a:t>
            </a:r>
            <a:endParaRPr/>
          </a:p>
        </p:txBody>
      </p:sp>
      <p:sp>
        <p:nvSpPr>
          <p:cNvPr id="298" name="Google Shape;298;p25"/>
          <p:cNvSpPr txBox="1"/>
          <p:nvPr>
            <p:ph idx="4294967295" type="body"/>
          </p:nvPr>
        </p:nvSpPr>
        <p:spPr>
          <a:xfrm>
            <a:off x="533400" y="1066800"/>
            <a:ext cx="7962900" cy="43338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00"/>
              <a:buChar char="●"/>
            </a:pPr>
            <a:r>
              <a:rPr lang="en-US"/>
              <a:t>Execution of transaction </a:t>
            </a:r>
            <a:r>
              <a:rPr i="1" lang="en-US"/>
              <a:t>T</a:t>
            </a:r>
            <a:r>
              <a:rPr baseline="-25000" i="1" lang="en-US"/>
              <a:t>i</a:t>
            </a:r>
            <a:r>
              <a:rPr baseline="-25000" lang="en-US"/>
              <a:t> </a:t>
            </a:r>
            <a:r>
              <a:rPr lang="en-US"/>
              <a:t>is done in three phases.</a:t>
            </a:r>
            <a:endParaRPr/>
          </a:p>
          <a:p>
            <a:pPr indent="-342900" lvl="0" marL="342900" rtl="0" algn="l">
              <a:lnSpc>
                <a:spcPct val="90000"/>
              </a:lnSpc>
              <a:spcBef>
                <a:spcPts val="700"/>
              </a:spcBef>
              <a:spcAft>
                <a:spcPts val="0"/>
              </a:spcAft>
              <a:buSzPts val="1800"/>
              <a:buFont typeface="Arial"/>
              <a:buNone/>
            </a:pPr>
            <a:r>
              <a:rPr b="1" lang="en-US"/>
              <a:t>  1.  Read and execution phase</a:t>
            </a:r>
            <a:r>
              <a:rPr lang="en-US"/>
              <a:t>: Transaction </a:t>
            </a:r>
            <a:r>
              <a:rPr i="1" lang="en-US"/>
              <a:t>T</a:t>
            </a:r>
            <a:r>
              <a:rPr baseline="-25000" i="1" lang="en-US"/>
              <a:t>i</a:t>
            </a:r>
            <a:r>
              <a:rPr lang="en-US"/>
              <a:t> writes only to         </a:t>
            </a:r>
            <a:endParaRPr/>
          </a:p>
          <a:p>
            <a:pPr indent="-342900" lvl="0" marL="342900" rtl="0" algn="l">
              <a:lnSpc>
                <a:spcPct val="50000"/>
              </a:lnSpc>
              <a:spcBef>
                <a:spcPts val="700"/>
              </a:spcBef>
              <a:spcAft>
                <a:spcPts val="0"/>
              </a:spcAft>
              <a:buSzPts val="1800"/>
              <a:buFont typeface="Arial"/>
              <a:buNone/>
            </a:pPr>
            <a:r>
              <a:rPr lang="en-US"/>
              <a:t>       temporary local variables</a:t>
            </a:r>
            <a:endParaRPr/>
          </a:p>
          <a:p>
            <a:pPr indent="-342900" lvl="0" marL="342900" rtl="0" algn="l">
              <a:lnSpc>
                <a:spcPct val="90000"/>
              </a:lnSpc>
              <a:spcBef>
                <a:spcPts val="700"/>
              </a:spcBef>
              <a:spcAft>
                <a:spcPts val="0"/>
              </a:spcAft>
              <a:buSzPts val="1800"/>
              <a:buFont typeface="Arial"/>
              <a:buNone/>
            </a:pPr>
            <a:r>
              <a:rPr b="1" lang="en-US"/>
              <a:t>  2.  Validation phase</a:t>
            </a:r>
            <a:r>
              <a:rPr lang="en-US"/>
              <a:t>: Transaction </a:t>
            </a:r>
            <a:r>
              <a:rPr i="1" lang="en-US"/>
              <a:t>T</a:t>
            </a:r>
            <a:r>
              <a:rPr baseline="-25000" i="1" lang="en-US"/>
              <a:t>i</a:t>
            </a:r>
            <a:r>
              <a:rPr lang="en-US"/>
              <a:t> performs a ``validation test'' </a:t>
            </a:r>
            <a:endParaRPr/>
          </a:p>
          <a:p>
            <a:pPr indent="-342900" lvl="0" marL="342900" rtl="0" algn="l">
              <a:lnSpc>
                <a:spcPct val="60000"/>
              </a:lnSpc>
              <a:spcBef>
                <a:spcPts val="700"/>
              </a:spcBef>
              <a:spcAft>
                <a:spcPts val="0"/>
              </a:spcAft>
              <a:buSzPts val="1800"/>
              <a:buFont typeface="Arial"/>
              <a:buNone/>
            </a:pPr>
            <a:r>
              <a:rPr lang="en-US"/>
              <a:t>        to determine if local variables can be written without violating         </a:t>
            </a:r>
            <a:endParaRPr/>
          </a:p>
          <a:p>
            <a:pPr indent="-342900" lvl="0" marL="342900" rtl="0" algn="l">
              <a:lnSpc>
                <a:spcPct val="50000"/>
              </a:lnSpc>
              <a:spcBef>
                <a:spcPts val="700"/>
              </a:spcBef>
              <a:spcAft>
                <a:spcPts val="0"/>
              </a:spcAft>
              <a:buSzPts val="1800"/>
              <a:buFont typeface="Arial"/>
              <a:buNone/>
            </a:pPr>
            <a:r>
              <a:rPr lang="en-US"/>
              <a:t>        serializability.</a:t>
            </a:r>
            <a:endParaRPr/>
          </a:p>
          <a:p>
            <a:pPr indent="-342900" lvl="0" marL="342900" rtl="0" algn="l">
              <a:lnSpc>
                <a:spcPct val="90000"/>
              </a:lnSpc>
              <a:spcBef>
                <a:spcPts val="700"/>
              </a:spcBef>
              <a:spcAft>
                <a:spcPts val="0"/>
              </a:spcAft>
              <a:buSzPts val="1800"/>
              <a:buFont typeface="Arial"/>
              <a:buNone/>
            </a:pPr>
            <a:r>
              <a:rPr b="1" lang="en-US"/>
              <a:t>  3.  Write phase</a:t>
            </a:r>
            <a:r>
              <a:rPr lang="en-US"/>
              <a:t>: If </a:t>
            </a:r>
            <a:r>
              <a:rPr i="1" lang="en-US"/>
              <a:t>T</a:t>
            </a:r>
            <a:r>
              <a:rPr baseline="-25000" i="1" lang="en-US"/>
              <a:t>i</a:t>
            </a:r>
            <a:r>
              <a:rPr lang="en-US"/>
              <a:t> is validated, the updates are applied to the </a:t>
            </a:r>
            <a:endParaRPr/>
          </a:p>
          <a:p>
            <a:pPr indent="-342900" lvl="0" marL="342900" rtl="0" algn="l">
              <a:lnSpc>
                <a:spcPct val="50000"/>
              </a:lnSpc>
              <a:spcBef>
                <a:spcPts val="700"/>
              </a:spcBef>
              <a:spcAft>
                <a:spcPts val="0"/>
              </a:spcAft>
              <a:buSzPts val="1800"/>
              <a:buFont typeface="Arial"/>
              <a:buNone/>
            </a:pPr>
            <a:r>
              <a:rPr lang="en-US"/>
              <a:t>	  database; otherwise, T</a:t>
            </a:r>
            <a:r>
              <a:rPr baseline="-25000" lang="en-US"/>
              <a:t>i</a:t>
            </a:r>
            <a:r>
              <a:rPr lang="en-US"/>
              <a:t> is rolled back.</a:t>
            </a:r>
            <a:endParaRPr/>
          </a:p>
          <a:p>
            <a:pPr indent="-342900" lvl="0" marL="342900" rtl="0" algn="l">
              <a:lnSpc>
                <a:spcPct val="90000"/>
              </a:lnSpc>
              <a:spcBef>
                <a:spcPts val="700"/>
              </a:spcBef>
              <a:spcAft>
                <a:spcPts val="0"/>
              </a:spcAft>
              <a:buSzPts val="1800"/>
              <a:buChar char="●"/>
            </a:pPr>
            <a:r>
              <a:rPr lang="en-US"/>
              <a:t>The three phases of concurrently executing transactions can be    interleaved, but each transaction must go through the three phases in that order.</a:t>
            </a:r>
            <a:endParaRPr/>
          </a:p>
          <a:p>
            <a:pPr indent="-342900" lvl="0" marL="342900" rtl="0" algn="l">
              <a:lnSpc>
                <a:spcPct val="90000"/>
              </a:lnSpc>
              <a:spcBef>
                <a:spcPts val="700"/>
              </a:spcBef>
              <a:spcAft>
                <a:spcPts val="0"/>
              </a:spcAft>
              <a:buSzPts val="1800"/>
              <a:buChar char="●"/>
            </a:pPr>
            <a:r>
              <a:rPr lang="en-US"/>
              <a:t>Also called as </a:t>
            </a:r>
            <a:r>
              <a:rPr b="1" lang="en-US">
                <a:solidFill>
                  <a:schemeClr val="dk2"/>
                </a:solidFill>
              </a:rPr>
              <a:t>optimistic concurrency control</a:t>
            </a:r>
            <a:r>
              <a:rPr lang="en-US"/>
              <a:t> since transaction executes fully in the hope that all will go well during validation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6"/>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Validation-Based Protocol (Cont.)</a:t>
            </a:r>
            <a:endParaRPr/>
          </a:p>
        </p:txBody>
      </p:sp>
      <p:sp>
        <p:nvSpPr>
          <p:cNvPr id="304" name="Google Shape;304;p26"/>
          <p:cNvSpPr txBox="1"/>
          <p:nvPr>
            <p:ph idx="4294967295" type="body"/>
          </p:nvPr>
        </p:nvSpPr>
        <p:spPr>
          <a:xfrm>
            <a:off x="571500" y="1676400"/>
            <a:ext cx="7848600" cy="40671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Each transaction </a:t>
            </a:r>
            <a:r>
              <a:rPr i="1" lang="en-US"/>
              <a:t>T</a:t>
            </a:r>
            <a:r>
              <a:rPr baseline="-25000" i="1" lang="en-US"/>
              <a:t>i</a:t>
            </a:r>
            <a:r>
              <a:rPr lang="en-US"/>
              <a:t> has 3 timestamps</a:t>
            </a:r>
            <a:endParaRPr/>
          </a:p>
          <a:p>
            <a:pPr indent="-342900" lvl="0" marL="342900" rtl="0" algn="l">
              <a:spcBef>
                <a:spcPts val="700"/>
              </a:spcBef>
              <a:spcAft>
                <a:spcPts val="0"/>
              </a:spcAft>
              <a:buSzPts val="1800"/>
              <a:buFont typeface="Noto Sans Symbols"/>
              <a:buChar char="−"/>
            </a:pPr>
            <a:r>
              <a:rPr b="1" lang="en-US"/>
              <a:t>Start</a:t>
            </a:r>
            <a:r>
              <a:rPr lang="en-US"/>
              <a:t>(</a:t>
            </a:r>
            <a:r>
              <a:rPr i="1" lang="en-US"/>
              <a:t>T</a:t>
            </a:r>
            <a:r>
              <a:rPr baseline="-25000" lang="en-US"/>
              <a:t>i</a:t>
            </a:r>
            <a:r>
              <a:rPr lang="en-US"/>
              <a:t>) : the time when </a:t>
            </a:r>
            <a:r>
              <a:rPr i="1" lang="en-US"/>
              <a:t>T</a:t>
            </a:r>
            <a:r>
              <a:rPr baseline="-25000" i="1" lang="en-US"/>
              <a:t>i</a:t>
            </a:r>
            <a:r>
              <a:rPr lang="en-US"/>
              <a:t> started its execution</a:t>
            </a:r>
            <a:endParaRPr/>
          </a:p>
          <a:p>
            <a:pPr indent="-342900" lvl="0" marL="342900" rtl="0" algn="l">
              <a:spcBef>
                <a:spcPts val="700"/>
              </a:spcBef>
              <a:spcAft>
                <a:spcPts val="0"/>
              </a:spcAft>
              <a:buSzPts val="1800"/>
              <a:buFont typeface="Noto Sans Symbols"/>
              <a:buChar char="−"/>
            </a:pPr>
            <a:r>
              <a:rPr b="1" lang="en-US"/>
              <a:t>Validation</a:t>
            </a:r>
            <a:r>
              <a:rPr lang="en-US"/>
              <a:t>(</a:t>
            </a:r>
            <a:r>
              <a:rPr i="1" lang="en-US"/>
              <a:t>T</a:t>
            </a:r>
            <a:r>
              <a:rPr baseline="-25000" lang="en-US"/>
              <a:t>i</a:t>
            </a:r>
            <a:r>
              <a:rPr lang="en-US"/>
              <a:t>): the time when </a:t>
            </a:r>
            <a:r>
              <a:rPr i="1" lang="en-US"/>
              <a:t>T</a:t>
            </a:r>
            <a:r>
              <a:rPr baseline="-25000" i="1" lang="en-US"/>
              <a:t>i</a:t>
            </a:r>
            <a:r>
              <a:rPr lang="en-US"/>
              <a:t> entered its validation phase</a:t>
            </a:r>
            <a:endParaRPr/>
          </a:p>
          <a:p>
            <a:pPr indent="-342900" lvl="0" marL="342900" rtl="0" algn="l">
              <a:spcBef>
                <a:spcPts val="700"/>
              </a:spcBef>
              <a:spcAft>
                <a:spcPts val="0"/>
              </a:spcAft>
              <a:buSzPts val="1800"/>
              <a:buFont typeface="Noto Sans Symbols"/>
              <a:buChar char="−"/>
            </a:pPr>
            <a:r>
              <a:rPr b="1" lang="en-US"/>
              <a:t> Finish</a:t>
            </a:r>
            <a:r>
              <a:rPr lang="en-US"/>
              <a:t>(</a:t>
            </a:r>
            <a:r>
              <a:rPr i="1" lang="en-US"/>
              <a:t>T</a:t>
            </a:r>
            <a:r>
              <a:rPr baseline="-25000" i="1" lang="en-US"/>
              <a:t>i</a:t>
            </a:r>
            <a:r>
              <a:rPr lang="en-US"/>
              <a:t>) : the time when </a:t>
            </a:r>
            <a:r>
              <a:rPr i="1" lang="en-US"/>
              <a:t>T</a:t>
            </a:r>
            <a:r>
              <a:rPr baseline="-25000" i="1" lang="en-US"/>
              <a:t>i</a:t>
            </a:r>
            <a:r>
              <a:rPr lang="en-US"/>
              <a:t> finished its write phase</a:t>
            </a:r>
            <a:endParaRPr/>
          </a:p>
          <a:p>
            <a:pPr indent="-342900" lvl="0" marL="342900" rtl="0" algn="l">
              <a:spcBef>
                <a:spcPts val="700"/>
              </a:spcBef>
              <a:spcAft>
                <a:spcPts val="0"/>
              </a:spcAft>
              <a:buSzPts val="1800"/>
              <a:buChar char="●"/>
            </a:pPr>
            <a:r>
              <a:rPr lang="en-US"/>
              <a:t>Serializability order is determined by timestamp given at validation time,  to increase concurrency. Thus </a:t>
            </a:r>
            <a:r>
              <a:rPr i="1" lang="en-US"/>
              <a:t>TS</a:t>
            </a:r>
            <a:r>
              <a:rPr lang="en-US"/>
              <a:t>(</a:t>
            </a:r>
            <a:r>
              <a:rPr i="1" lang="en-US"/>
              <a:t>T</a:t>
            </a:r>
            <a:r>
              <a:rPr baseline="-25000" i="1" lang="en-US"/>
              <a:t>i</a:t>
            </a:r>
            <a:r>
              <a:rPr lang="en-US"/>
              <a:t>) is given the value of </a:t>
            </a:r>
            <a:r>
              <a:rPr b="1" lang="en-US"/>
              <a:t>Validation</a:t>
            </a:r>
            <a:r>
              <a:rPr lang="en-US"/>
              <a:t>(</a:t>
            </a:r>
            <a:r>
              <a:rPr i="1" lang="en-US"/>
              <a:t>T</a:t>
            </a:r>
            <a:r>
              <a:rPr baseline="-25000" i="1" lang="en-US"/>
              <a:t>i</a:t>
            </a:r>
            <a:r>
              <a:rPr lang="en-US"/>
              <a:t>).</a:t>
            </a:r>
            <a:endParaRPr/>
          </a:p>
          <a:p>
            <a:pPr indent="-342900" lvl="0" marL="342900" rtl="0" algn="l">
              <a:spcBef>
                <a:spcPts val="700"/>
              </a:spcBef>
              <a:spcAft>
                <a:spcPts val="0"/>
              </a:spcAft>
              <a:buSzPts val="1800"/>
              <a:buChar char="●"/>
            </a:pPr>
            <a:r>
              <a:rPr lang="en-US"/>
              <a:t>This protocol is useful and gives greater degree of concurrency if probability of conflicts is low. That is because the serializability order is not pre-decided and relatively less transactions will have to be rolled back.</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7"/>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Validation Test for Transaction </a:t>
            </a:r>
            <a:r>
              <a:rPr i="1" lang="en-US"/>
              <a:t>T</a:t>
            </a:r>
            <a:r>
              <a:rPr baseline="-25000" i="1" lang="en-US"/>
              <a:t>j</a:t>
            </a:r>
            <a:endParaRPr/>
          </a:p>
        </p:txBody>
      </p:sp>
      <p:sp>
        <p:nvSpPr>
          <p:cNvPr id="310" name="Google Shape;310;p27"/>
          <p:cNvSpPr txBox="1"/>
          <p:nvPr>
            <p:ph idx="4294967295" type="body"/>
          </p:nvPr>
        </p:nvSpPr>
        <p:spPr>
          <a:xfrm>
            <a:off x="571500" y="1676400"/>
            <a:ext cx="7848600" cy="48291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If for all </a:t>
            </a:r>
            <a:r>
              <a:rPr i="1" lang="en-US"/>
              <a:t>T</a:t>
            </a:r>
            <a:r>
              <a:rPr baseline="-25000" i="1" lang="en-US"/>
              <a:t>i</a:t>
            </a:r>
            <a:r>
              <a:rPr lang="en-US"/>
              <a:t> with TS (</a:t>
            </a:r>
            <a:r>
              <a:rPr i="1" lang="en-US"/>
              <a:t>T</a:t>
            </a:r>
            <a:r>
              <a:rPr baseline="-25000" i="1" lang="en-US"/>
              <a:t>i</a:t>
            </a:r>
            <a:r>
              <a:rPr lang="en-US"/>
              <a:t>) &lt; TS (</a:t>
            </a:r>
            <a:r>
              <a:rPr i="1" lang="en-US"/>
              <a:t>T</a:t>
            </a:r>
            <a:r>
              <a:rPr baseline="-25000" i="1" lang="en-US"/>
              <a:t>j</a:t>
            </a:r>
            <a:r>
              <a:rPr lang="en-US"/>
              <a:t>) either one of the following condition holds:</a:t>
            </a:r>
            <a:endParaRPr/>
          </a:p>
          <a:p>
            <a:pPr indent="-285750" lvl="1" marL="742950" rtl="0" algn="l">
              <a:spcBef>
                <a:spcPts val="630"/>
              </a:spcBef>
              <a:spcAft>
                <a:spcPts val="0"/>
              </a:spcAft>
              <a:buSzPts val="1890"/>
              <a:buChar char="🟉"/>
            </a:pPr>
            <a:r>
              <a:rPr b="1" lang="en-US"/>
              <a:t>finish</a:t>
            </a:r>
            <a:r>
              <a:rPr lang="en-US"/>
              <a:t>(</a:t>
            </a:r>
            <a:r>
              <a:rPr i="1" lang="en-US"/>
              <a:t>T</a:t>
            </a:r>
            <a:r>
              <a:rPr baseline="-25000" i="1" lang="en-US"/>
              <a:t>i</a:t>
            </a:r>
            <a:r>
              <a:rPr lang="en-US"/>
              <a:t>) &lt; </a:t>
            </a:r>
            <a:r>
              <a:rPr b="1" lang="en-US"/>
              <a:t>start</a:t>
            </a:r>
            <a:r>
              <a:rPr lang="en-US"/>
              <a:t>(</a:t>
            </a:r>
            <a:r>
              <a:rPr i="1" lang="en-US"/>
              <a:t>T</a:t>
            </a:r>
            <a:r>
              <a:rPr baseline="-25000" i="1" lang="en-US"/>
              <a:t>j</a:t>
            </a:r>
            <a:r>
              <a:rPr lang="en-US"/>
              <a:t>) </a:t>
            </a:r>
            <a:endParaRPr/>
          </a:p>
          <a:p>
            <a:pPr indent="-285750" lvl="1" marL="742950" rtl="0" algn="l">
              <a:spcBef>
                <a:spcPts val="630"/>
              </a:spcBef>
              <a:spcAft>
                <a:spcPts val="0"/>
              </a:spcAft>
              <a:buSzPts val="1890"/>
              <a:buChar char="🟉"/>
            </a:pPr>
            <a:r>
              <a:rPr b="1" lang="en-US"/>
              <a:t>start</a:t>
            </a:r>
            <a:r>
              <a:rPr lang="en-US"/>
              <a:t>(</a:t>
            </a:r>
            <a:r>
              <a:rPr i="1" lang="en-US"/>
              <a:t>T</a:t>
            </a:r>
            <a:r>
              <a:rPr baseline="-25000" i="1" lang="en-US"/>
              <a:t>j</a:t>
            </a:r>
            <a:r>
              <a:rPr lang="en-US"/>
              <a:t>) &lt; </a:t>
            </a:r>
            <a:r>
              <a:rPr b="1" lang="en-US"/>
              <a:t>finish</a:t>
            </a:r>
            <a:r>
              <a:rPr lang="en-US"/>
              <a:t>(</a:t>
            </a:r>
            <a:r>
              <a:rPr i="1" lang="en-US"/>
              <a:t>T</a:t>
            </a:r>
            <a:r>
              <a:rPr baseline="-25000" i="1" lang="en-US"/>
              <a:t>i</a:t>
            </a:r>
            <a:r>
              <a:rPr lang="en-US"/>
              <a:t>) &lt; </a:t>
            </a:r>
            <a:r>
              <a:rPr b="1" lang="en-US"/>
              <a:t>validation</a:t>
            </a:r>
            <a:r>
              <a:rPr lang="en-US"/>
              <a:t>(</a:t>
            </a:r>
            <a:r>
              <a:rPr i="1" lang="en-US"/>
              <a:t>T</a:t>
            </a:r>
            <a:r>
              <a:rPr baseline="-25000" i="1" lang="en-US"/>
              <a:t>j</a:t>
            </a:r>
            <a:r>
              <a:rPr lang="en-US"/>
              <a:t>) </a:t>
            </a:r>
            <a:r>
              <a:rPr b="1" lang="en-US"/>
              <a:t>and </a:t>
            </a:r>
            <a:r>
              <a:rPr lang="en-US"/>
              <a:t>the set of data items written by </a:t>
            </a:r>
            <a:r>
              <a:rPr i="1" lang="en-US"/>
              <a:t>T</a:t>
            </a:r>
            <a:r>
              <a:rPr baseline="-25000" i="1" lang="en-US"/>
              <a:t>i</a:t>
            </a:r>
            <a:r>
              <a:rPr lang="en-US"/>
              <a:t> does not intersect with the set of data items read by </a:t>
            </a:r>
            <a:r>
              <a:rPr i="1" lang="en-US"/>
              <a:t>T</a:t>
            </a:r>
            <a:r>
              <a:rPr baseline="-25000" i="1" lang="en-US"/>
              <a:t>j</a:t>
            </a:r>
            <a:r>
              <a:rPr lang="en-US"/>
              <a:t>.  </a:t>
            </a:r>
            <a:endParaRPr/>
          </a:p>
          <a:p>
            <a:pPr indent="-342900" lvl="0" marL="342900" rtl="0" algn="l">
              <a:spcBef>
                <a:spcPts val="700"/>
              </a:spcBef>
              <a:spcAft>
                <a:spcPts val="0"/>
              </a:spcAft>
              <a:buSzPts val="1800"/>
              <a:buFont typeface="Arial"/>
              <a:buNone/>
            </a:pPr>
            <a:r>
              <a:rPr lang="en-US"/>
              <a:t>     then validation succeeds and </a:t>
            </a:r>
            <a:r>
              <a:rPr i="1" lang="en-US"/>
              <a:t>T</a:t>
            </a:r>
            <a:r>
              <a:rPr baseline="-25000" i="1" lang="en-US"/>
              <a:t>j</a:t>
            </a:r>
            <a:r>
              <a:rPr lang="en-US"/>
              <a:t> can be committed.  Otherwise, validation fails and </a:t>
            </a:r>
            <a:r>
              <a:rPr i="1" lang="en-US"/>
              <a:t>T</a:t>
            </a:r>
            <a:r>
              <a:rPr baseline="-25000" i="1" lang="en-US"/>
              <a:t>j</a:t>
            </a:r>
            <a:r>
              <a:rPr lang="en-US"/>
              <a:t> is aborted.</a:t>
            </a:r>
            <a:endParaRPr/>
          </a:p>
          <a:p>
            <a:pPr indent="-342900" lvl="0" marL="342900" rtl="0" algn="l">
              <a:spcBef>
                <a:spcPts val="700"/>
              </a:spcBef>
              <a:spcAft>
                <a:spcPts val="0"/>
              </a:spcAft>
              <a:buSzPts val="1800"/>
              <a:buChar char="●"/>
            </a:pPr>
            <a:r>
              <a:rPr i="1" lang="en-US"/>
              <a:t>Justification</a:t>
            </a:r>
            <a:r>
              <a:rPr lang="en-US"/>
              <a:t>:  Either first condition is satisfied, and there is no overlapped execution, or second condition is satisfied and</a:t>
            </a:r>
            <a:endParaRPr/>
          </a:p>
          <a:p>
            <a:pPr indent="-342900" lvl="0" marL="342900" rtl="0" algn="l">
              <a:spcBef>
                <a:spcPts val="700"/>
              </a:spcBef>
              <a:spcAft>
                <a:spcPts val="0"/>
              </a:spcAft>
              <a:buSzPts val="1800"/>
              <a:buFont typeface="Arial"/>
              <a:buNone/>
            </a:pPr>
            <a:r>
              <a:rPr lang="en-US"/>
              <a:t>  1.  the writes of </a:t>
            </a:r>
            <a:r>
              <a:rPr i="1" lang="en-US"/>
              <a:t>T</a:t>
            </a:r>
            <a:r>
              <a:rPr baseline="-25000" i="1" lang="en-US"/>
              <a:t>j</a:t>
            </a:r>
            <a:r>
              <a:rPr i="1" lang="en-US"/>
              <a:t> </a:t>
            </a:r>
            <a:r>
              <a:rPr lang="en-US"/>
              <a:t>do not affect reads of </a:t>
            </a:r>
            <a:r>
              <a:rPr i="1" lang="en-US"/>
              <a:t>T</a:t>
            </a:r>
            <a:r>
              <a:rPr baseline="-25000" i="1" lang="en-US"/>
              <a:t>i</a:t>
            </a:r>
            <a:r>
              <a:rPr lang="en-US"/>
              <a:t> since they occur after </a:t>
            </a:r>
            <a:r>
              <a:rPr i="1" lang="en-US"/>
              <a:t>T</a:t>
            </a:r>
            <a:r>
              <a:rPr baseline="-25000" i="1" lang="en-US"/>
              <a:t>i</a:t>
            </a:r>
            <a:r>
              <a:rPr lang="en-US"/>
              <a:t> </a:t>
            </a:r>
            <a:endParaRPr/>
          </a:p>
          <a:p>
            <a:pPr indent="-342900" lvl="0" marL="342900" rtl="0" algn="l">
              <a:lnSpc>
                <a:spcPct val="70000"/>
              </a:lnSpc>
              <a:spcBef>
                <a:spcPts val="700"/>
              </a:spcBef>
              <a:spcAft>
                <a:spcPts val="0"/>
              </a:spcAft>
              <a:buSzPts val="1800"/>
              <a:buFont typeface="Arial"/>
              <a:buNone/>
            </a:pPr>
            <a:r>
              <a:rPr lang="en-US"/>
              <a:t>       has finished its reads.</a:t>
            </a:r>
            <a:endParaRPr/>
          </a:p>
          <a:p>
            <a:pPr indent="-342900" lvl="0" marL="342900" rtl="0" algn="l">
              <a:spcBef>
                <a:spcPts val="700"/>
              </a:spcBef>
              <a:spcAft>
                <a:spcPts val="0"/>
              </a:spcAft>
              <a:buSzPts val="1800"/>
              <a:buFont typeface="Arial"/>
              <a:buNone/>
            </a:pPr>
            <a:r>
              <a:rPr lang="en-US"/>
              <a:t>  2.  the writes of </a:t>
            </a:r>
            <a:r>
              <a:rPr i="1" lang="en-US"/>
              <a:t>T</a:t>
            </a:r>
            <a:r>
              <a:rPr baseline="-25000" i="1" lang="en-US"/>
              <a:t>i</a:t>
            </a:r>
            <a:r>
              <a:rPr lang="en-US"/>
              <a:t> do not affect reads of </a:t>
            </a:r>
            <a:r>
              <a:rPr i="1" lang="en-US"/>
              <a:t>T</a:t>
            </a:r>
            <a:r>
              <a:rPr baseline="-25000" i="1" lang="en-US"/>
              <a:t>j</a:t>
            </a:r>
            <a:r>
              <a:rPr lang="en-US"/>
              <a:t> since </a:t>
            </a:r>
            <a:r>
              <a:rPr i="1" lang="en-US"/>
              <a:t>T</a:t>
            </a:r>
            <a:r>
              <a:rPr baseline="-25000" i="1" lang="en-US"/>
              <a:t>j</a:t>
            </a:r>
            <a:r>
              <a:rPr i="1" lang="en-US"/>
              <a:t> </a:t>
            </a:r>
            <a:r>
              <a:rPr lang="en-US"/>
              <a:t>does not read  </a:t>
            </a:r>
            <a:endParaRPr/>
          </a:p>
          <a:p>
            <a:pPr indent="-342900" lvl="0" marL="342900" rtl="0" algn="l">
              <a:lnSpc>
                <a:spcPct val="70000"/>
              </a:lnSpc>
              <a:spcBef>
                <a:spcPts val="700"/>
              </a:spcBef>
              <a:spcAft>
                <a:spcPts val="0"/>
              </a:spcAft>
              <a:buSzPts val="1800"/>
              <a:buFont typeface="Arial"/>
              <a:buNone/>
            </a:pPr>
            <a:r>
              <a:rPr lang="en-US"/>
              <a:t>      any item written by </a:t>
            </a:r>
            <a:r>
              <a:rPr i="1" lang="en-US"/>
              <a:t>T</a:t>
            </a:r>
            <a:r>
              <a:rPr baseline="-25000" i="1" lang="en-US"/>
              <a:t>i</a:t>
            </a:r>
            <a:r>
              <a:rPr i="1" lang="en-US"/>
              <a: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8"/>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Schedule Produced by Validation</a:t>
            </a:r>
            <a:endParaRPr/>
          </a:p>
        </p:txBody>
      </p:sp>
      <p:sp>
        <p:nvSpPr>
          <p:cNvPr id="316" name="Google Shape;316;p28"/>
          <p:cNvSpPr txBox="1"/>
          <p:nvPr>
            <p:ph idx="4294967295" type="body"/>
          </p:nvPr>
        </p:nvSpPr>
        <p:spPr>
          <a:xfrm>
            <a:off x="609600" y="16002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Example of schedule produced using validation</a:t>
            </a:r>
            <a:endParaRPr/>
          </a:p>
        </p:txBody>
      </p:sp>
      <p:cxnSp>
        <p:nvCxnSpPr>
          <p:cNvPr id="317" name="Google Shape;317;p28"/>
          <p:cNvCxnSpPr/>
          <p:nvPr/>
        </p:nvCxnSpPr>
        <p:spPr>
          <a:xfrm>
            <a:off x="1828800" y="2362200"/>
            <a:ext cx="4724400" cy="0"/>
          </a:xfrm>
          <a:prstGeom prst="straightConnector1">
            <a:avLst/>
          </a:prstGeom>
          <a:noFill/>
          <a:ln cap="flat" cmpd="sng" w="9525">
            <a:solidFill>
              <a:schemeClr val="dk1"/>
            </a:solidFill>
            <a:prstDash val="solid"/>
            <a:round/>
            <a:headEnd len="med" w="med" type="none"/>
            <a:tailEnd len="med" w="med" type="none"/>
          </a:ln>
        </p:spPr>
      </p:cxnSp>
      <p:cxnSp>
        <p:nvCxnSpPr>
          <p:cNvPr id="318" name="Google Shape;318;p28"/>
          <p:cNvCxnSpPr/>
          <p:nvPr/>
        </p:nvCxnSpPr>
        <p:spPr>
          <a:xfrm>
            <a:off x="4267200" y="1981200"/>
            <a:ext cx="0" cy="3581400"/>
          </a:xfrm>
          <a:prstGeom prst="straightConnector1">
            <a:avLst/>
          </a:prstGeom>
          <a:noFill/>
          <a:ln cap="flat" cmpd="sng" w="9525">
            <a:solidFill>
              <a:schemeClr val="dk1"/>
            </a:solidFill>
            <a:prstDash val="solid"/>
            <a:round/>
            <a:headEnd len="med" w="med" type="none"/>
            <a:tailEnd len="med" w="med" type="none"/>
          </a:ln>
        </p:spPr>
      </p:cxnSp>
      <p:sp>
        <p:nvSpPr>
          <p:cNvPr id="319" name="Google Shape;319;p28"/>
          <p:cNvSpPr txBox="1"/>
          <p:nvPr/>
        </p:nvSpPr>
        <p:spPr>
          <a:xfrm>
            <a:off x="2619375" y="1916113"/>
            <a:ext cx="523875"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Helvetica Neue"/>
                <a:ea typeface="Helvetica Neue"/>
                <a:cs typeface="Helvetica Neue"/>
                <a:sym typeface="Helvetica Neue"/>
              </a:rPr>
              <a:t>T</a:t>
            </a:r>
            <a:r>
              <a:rPr baseline="-25000" i="1" lang="en-US" sz="2000">
                <a:solidFill>
                  <a:schemeClr val="dk1"/>
                </a:solidFill>
                <a:latin typeface="Helvetica Neue"/>
                <a:ea typeface="Helvetica Neue"/>
                <a:cs typeface="Helvetica Neue"/>
                <a:sym typeface="Helvetica Neue"/>
              </a:rPr>
              <a:t>14</a:t>
            </a:r>
            <a:endParaRPr sz="2000">
              <a:solidFill>
                <a:schemeClr val="dk1"/>
              </a:solidFill>
              <a:latin typeface="Helvetica Neue"/>
              <a:ea typeface="Helvetica Neue"/>
              <a:cs typeface="Helvetica Neue"/>
              <a:sym typeface="Helvetica Neue"/>
            </a:endParaRPr>
          </a:p>
        </p:txBody>
      </p:sp>
      <p:sp>
        <p:nvSpPr>
          <p:cNvPr id="320" name="Google Shape;320;p28"/>
          <p:cNvSpPr txBox="1"/>
          <p:nvPr/>
        </p:nvSpPr>
        <p:spPr>
          <a:xfrm>
            <a:off x="5133975" y="1920875"/>
            <a:ext cx="523875"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Helvetica Neue"/>
                <a:ea typeface="Helvetica Neue"/>
                <a:cs typeface="Helvetica Neue"/>
                <a:sym typeface="Helvetica Neue"/>
              </a:rPr>
              <a:t>T</a:t>
            </a:r>
            <a:r>
              <a:rPr baseline="-25000" i="1" lang="en-US" sz="2000">
                <a:solidFill>
                  <a:schemeClr val="dk1"/>
                </a:solidFill>
                <a:latin typeface="Helvetica Neue"/>
                <a:ea typeface="Helvetica Neue"/>
                <a:cs typeface="Helvetica Neue"/>
                <a:sym typeface="Helvetica Neue"/>
              </a:rPr>
              <a:t>15</a:t>
            </a:r>
            <a:endParaRPr sz="2000">
              <a:solidFill>
                <a:schemeClr val="dk1"/>
              </a:solidFill>
              <a:latin typeface="Helvetica Neue"/>
              <a:ea typeface="Helvetica Neue"/>
              <a:cs typeface="Helvetica Neue"/>
              <a:sym typeface="Helvetica Neue"/>
            </a:endParaRPr>
          </a:p>
        </p:txBody>
      </p:sp>
      <p:sp>
        <p:nvSpPr>
          <p:cNvPr id="321" name="Google Shape;321;p28"/>
          <p:cNvSpPr txBox="1"/>
          <p:nvPr/>
        </p:nvSpPr>
        <p:spPr>
          <a:xfrm>
            <a:off x="2422525" y="2373313"/>
            <a:ext cx="1058863"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Helvetica Neue"/>
                <a:ea typeface="Helvetica Neue"/>
                <a:cs typeface="Helvetica Neue"/>
                <a:sym typeface="Helvetica Neue"/>
              </a:rPr>
              <a:t>read</a:t>
            </a:r>
            <a:r>
              <a:rPr lang="en-US" sz="2000">
                <a:solidFill>
                  <a:schemeClr val="dk1"/>
                </a:solidFill>
                <a:latin typeface="Helvetica Neue"/>
                <a:ea typeface="Helvetica Neue"/>
                <a:cs typeface="Helvetica Neue"/>
                <a:sym typeface="Helvetica Neue"/>
              </a:rPr>
              <a:t>(</a:t>
            </a:r>
            <a:r>
              <a:rPr i="1" lang="en-US" sz="2000">
                <a:solidFill>
                  <a:schemeClr val="dk1"/>
                </a:solidFill>
                <a:latin typeface="Helvetica Neue"/>
                <a:ea typeface="Helvetica Neue"/>
                <a:cs typeface="Helvetica Neue"/>
                <a:sym typeface="Helvetica Neue"/>
              </a:rPr>
              <a:t>B</a:t>
            </a:r>
            <a:r>
              <a:rPr lang="en-US" sz="2000">
                <a:solidFill>
                  <a:schemeClr val="dk1"/>
                </a:solidFill>
                <a:latin typeface="Helvetica Neue"/>
                <a:ea typeface="Helvetica Neue"/>
                <a:cs typeface="Helvetica Neue"/>
                <a:sym typeface="Helvetica Neue"/>
              </a:rPr>
              <a:t>)</a:t>
            </a:r>
            <a:endParaRPr/>
          </a:p>
        </p:txBody>
      </p:sp>
      <p:sp>
        <p:nvSpPr>
          <p:cNvPr id="322" name="Google Shape;322;p28"/>
          <p:cNvSpPr txBox="1"/>
          <p:nvPr/>
        </p:nvSpPr>
        <p:spPr>
          <a:xfrm>
            <a:off x="4837113" y="2587625"/>
            <a:ext cx="1177925" cy="13112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Helvetica Neue"/>
                <a:ea typeface="Helvetica Neue"/>
                <a:cs typeface="Helvetica Neue"/>
                <a:sym typeface="Helvetica Neue"/>
              </a:rPr>
              <a:t>read</a:t>
            </a:r>
            <a:r>
              <a:rPr lang="en-US" sz="2000">
                <a:solidFill>
                  <a:schemeClr val="dk1"/>
                </a:solidFill>
                <a:latin typeface="Helvetica Neue"/>
                <a:ea typeface="Helvetica Neue"/>
                <a:cs typeface="Helvetica Neue"/>
                <a:sym typeface="Helvetica Neue"/>
              </a:rPr>
              <a:t>(</a:t>
            </a:r>
            <a:r>
              <a:rPr i="1" lang="en-US" sz="2000">
                <a:solidFill>
                  <a:schemeClr val="dk1"/>
                </a:solidFill>
                <a:latin typeface="Helvetica Neue"/>
                <a:ea typeface="Helvetica Neue"/>
                <a:cs typeface="Helvetica Neue"/>
                <a:sym typeface="Helvetica Neue"/>
              </a:rPr>
              <a:t>B</a:t>
            </a:r>
            <a:r>
              <a:rPr lang="en-US" sz="2000">
                <a:solidFill>
                  <a:schemeClr val="dk1"/>
                </a:solidFill>
                <a:latin typeface="Helvetica Neue"/>
                <a:ea typeface="Helvetica Neue"/>
                <a:cs typeface="Helvetica Neue"/>
                <a:sym typeface="Helvetica Neue"/>
              </a:rPr>
              <a:t>)</a:t>
            </a:r>
            <a:endParaRPr/>
          </a:p>
          <a:p>
            <a:pPr indent="0" lvl="0" marL="0" marR="0" rtl="0" algn="l">
              <a:spcBef>
                <a:spcPts val="0"/>
              </a:spcBef>
              <a:spcAft>
                <a:spcPts val="0"/>
              </a:spcAft>
              <a:buNone/>
            </a:pPr>
            <a:r>
              <a:rPr i="1" lang="en-US" sz="2000">
                <a:solidFill>
                  <a:schemeClr val="dk1"/>
                </a:solidFill>
                <a:latin typeface="Helvetica Neue"/>
                <a:ea typeface="Helvetica Neue"/>
                <a:cs typeface="Helvetica Neue"/>
                <a:sym typeface="Helvetica Neue"/>
              </a:rPr>
              <a:t>B:- B-50</a:t>
            </a:r>
            <a:endParaRPr sz="2000">
              <a:solidFill>
                <a:schemeClr val="dk1"/>
              </a:solidFill>
              <a:latin typeface="Helvetica Neue"/>
              <a:ea typeface="Helvetica Neue"/>
              <a:cs typeface="Helvetica Neue"/>
              <a:sym typeface="Helvetica Neue"/>
            </a:endParaRPr>
          </a:p>
          <a:p>
            <a:pPr indent="0" lvl="0" marL="0" marR="0" rtl="0" algn="l">
              <a:spcBef>
                <a:spcPts val="0"/>
              </a:spcBef>
              <a:spcAft>
                <a:spcPts val="0"/>
              </a:spcAft>
              <a:buNone/>
            </a:pPr>
            <a:r>
              <a:rPr b="1" lang="en-US" sz="2000">
                <a:solidFill>
                  <a:schemeClr val="dk1"/>
                </a:solidFill>
                <a:latin typeface="Helvetica Neue"/>
                <a:ea typeface="Helvetica Neue"/>
                <a:cs typeface="Helvetica Neue"/>
                <a:sym typeface="Helvetica Neue"/>
              </a:rPr>
              <a:t>read</a:t>
            </a:r>
            <a:r>
              <a:rPr lang="en-US" sz="2000">
                <a:solidFill>
                  <a:schemeClr val="dk1"/>
                </a:solidFill>
                <a:latin typeface="Helvetica Neue"/>
                <a:ea typeface="Helvetica Neue"/>
                <a:cs typeface="Helvetica Neue"/>
                <a:sym typeface="Helvetica Neue"/>
              </a:rPr>
              <a:t>(</a:t>
            </a:r>
            <a:r>
              <a:rPr i="1" lang="en-US" sz="2000">
                <a:solidFill>
                  <a:schemeClr val="dk1"/>
                </a:solidFill>
                <a:latin typeface="Helvetica Neue"/>
                <a:ea typeface="Helvetica Neue"/>
                <a:cs typeface="Helvetica Neue"/>
                <a:sym typeface="Helvetica Neue"/>
              </a:rPr>
              <a:t>A</a:t>
            </a:r>
            <a:r>
              <a:rPr lang="en-US" sz="2000">
                <a:solidFill>
                  <a:schemeClr val="dk1"/>
                </a:solidFill>
                <a:latin typeface="Helvetica Neue"/>
                <a:ea typeface="Helvetica Neue"/>
                <a:cs typeface="Helvetica Neue"/>
                <a:sym typeface="Helvetica Neue"/>
              </a:rPr>
              <a:t>)</a:t>
            </a:r>
            <a:endParaRPr/>
          </a:p>
          <a:p>
            <a:pPr indent="0" lvl="0" marL="0" marR="0" rtl="0" algn="l">
              <a:spcBef>
                <a:spcPts val="0"/>
              </a:spcBef>
              <a:spcAft>
                <a:spcPts val="0"/>
              </a:spcAft>
              <a:buNone/>
            </a:pPr>
            <a:r>
              <a:rPr i="1" lang="en-US" sz="2000">
                <a:solidFill>
                  <a:schemeClr val="dk1"/>
                </a:solidFill>
                <a:latin typeface="Helvetica Neue"/>
                <a:ea typeface="Helvetica Neue"/>
                <a:cs typeface="Helvetica Neue"/>
                <a:sym typeface="Helvetica Neue"/>
              </a:rPr>
              <a:t>A:- A+50</a:t>
            </a:r>
            <a:endParaRPr sz="2000">
              <a:solidFill>
                <a:schemeClr val="dk1"/>
              </a:solidFill>
              <a:latin typeface="Helvetica Neue"/>
              <a:ea typeface="Helvetica Neue"/>
              <a:cs typeface="Helvetica Neue"/>
              <a:sym typeface="Helvetica Neue"/>
            </a:endParaRPr>
          </a:p>
        </p:txBody>
      </p:sp>
      <p:sp>
        <p:nvSpPr>
          <p:cNvPr id="323" name="Google Shape;323;p28"/>
          <p:cNvSpPr txBox="1"/>
          <p:nvPr/>
        </p:nvSpPr>
        <p:spPr>
          <a:xfrm>
            <a:off x="2209800" y="3714750"/>
            <a:ext cx="1784350" cy="10064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Helvetica Neue"/>
                <a:ea typeface="Helvetica Neue"/>
                <a:cs typeface="Helvetica Neue"/>
                <a:sym typeface="Helvetica Neue"/>
              </a:rPr>
              <a:t>read</a:t>
            </a:r>
            <a:r>
              <a:rPr lang="en-US" sz="2000">
                <a:solidFill>
                  <a:schemeClr val="dk1"/>
                </a:solidFill>
                <a:latin typeface="Helvetica Neue"/>
                <a:ea typeface="Helvetica Neue"/>
                <a:cs typeface="Helvetica Neue"/>
                <a:sym typeface="Helvetica Neue"/>
              </a:rPr>
              <a:t>(</a:t>
            </a:r>
            <a:r>
              <a:rPr i="1" lang="en-US" sz="2000">
                <a:solidFill>
                  <a:schemeClr val="dk1"/>
                </a:solidFill>
                <a:latin typeface="Helvetica Neue"/>
                <a:ea typeface="Helvetica Neue"/>
                <a:cs typeface="Helvetica Neue"/>
                <a:sym typeface="Helvetica Neue"/>
              </a:rPr>
              <a:t>A</a:t>
            </a:r>
            <a:r>
              <a:rPr lang="en-US" sz="2000">
                <a:solidFill>
                  <a:schemeClr val="dk1"/>
                </a:solidFill>
                <a:latin typeface="Helvetica Neue"/>
                <a:ea typeface="Helvetica Neue"/>
                <a:cs typeface="Helvetica Neue"/>
                <a:sym typeface="Helvetica Neue"/>
              </a:rPr>
              <a:t>)</a:t>
            </a:r>
            <a:endParaRPr/>
          </a:p>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r>
              <a:rPr i="1" lang="en-US" sz="2000">
                <a:solidFill>
                  <a:schemeClr val="dk1"/>
                </a:solidFill>
                <a:latin typeface="Helvetica Neue"/>
                <a:ea typeface="Helvetica Neue"/>
                <a:cs typeface="Helvetica Neue"/>
                <a:sym typeface="Helvetica Neue"/>
              </a:rPr>
              <a:t>validate</a:t>
            </a:r>
            <a:r>
              <a:rPr lang="en-US" sz="2000">
                <a:solidFill>
                  <a:schemeClr val="dk1"/>
                </a:solidFill>
                <a:latin typeface="Helvetica Neue"/>
                <a:ea typeface="Helvetica Neue"/>
                <a:cs typeface="Helvetica Neue"/>
                <a:sym typeface="Helvetica Neue"/>
              </a:rPr>
              <a:t>)</a:t>
            </a:r>
            <a:endParaRPr/>
          </a:p>
          <a:p>
            <a:pPr indent="0" lvl="0" marL="0" marR="0" rtl="0" algn="l">
              <a:spcBef>
                <a:spcPts val="0"/>
              </a:spcBef>
              <a:spcAft>
                <a:spcPts val="0"/>
              </a:spcAft>
              <a:buNone/>
            </a:pPr>
            <a:r>
              <a:rPr b="1" lang="en-US" sz="2000">
                <a:solidFill>
                  <a:schemeClr val="dk1"/>
                </a:solidFill>
                <a:latin typeface="Helvetica Neue"/>
                <a:ea typeface="Helvetica Neue"/>
                <a:cs typeface="Helvetica Neue"/>
                <a:sym typeface="Helvetica Neue"/>
              </a:rPr>
              <a:t>display</a:t>
            </a:r>
            <a:r>
              <a:rPr lang="en-US" sz="2000">
                <a:solidFill>
                  <a:schemeClr val="dk1"/>
                </a:solidFill>
                <a:latin typeface="Helvetica Neue"/>
                <a:ea typeface="Helvetica Neue"/>
                <a:cs typeface="Helvetica Neue"/>
                <a:sym typeface="Helvetica Neue"/>
              </a:rPr>
              <a:t> (</a:t>
            </a:r>
            <a:r>
              <a:rPr i="1" lang="en-US" sz="2000">
                <a:solidFill>
                  <a:schemeClr val="dk1"/>
                </a:solidFill>
                <a:latin typeface="Helvetica Neue"/>
                <a:ea typeface="Helvetica Neue"/>
                <a:cs typeface="Helvetica Neue"/>
                <a:sym typeface="Helvetica Neue"/>
              </a:rPr>
              <a:t>A</a:t>
            </a:r>
            <a:r>
              <a:rPr lang="en-US" sz="2000">
                <a:solidFill>
                  <a:schemeClr val="dk1"/>
                </a:solidFill>
                <a:latin typeface="Helvetica Neue"/>
                <a:ea typeface="Helvetica Neue"/>
                <a:cs typeface="Helvetica Neue"/>
                <a:sym typeface="Helvetica Neue"/>
              </a:rPr>
              <a:t>+</a:t>
            </a:r>
            <a:r>
              <a:rPr i="1" lang="en-US" sz="2000">
                <a:solidFill>
                  <a:schemeClr val="dk1"/>
                </a:solidFill>
                <a:latin typeface="Helvetica Neue"/>
                <a:ea typeface="Helvetica Neue"/>
                <a:cs typeface="Helvetica Neue"/>
                <a:sym typeface="Helvetica Neue"/>
              </a:rPr>
              <a:t>B</a:t>
            </a:r>
            <a:r>
              <a:rPr lang="en-US" sz="2000">
                <a:solidFill>
                  <a:schemeClr val="dk1"/>
                </a:solidFill>
                <a:latin typeface="Helvetica Neue"/>
                <a:ea typeface="Helvetica Neue"/>
                <a:cs typeface="Helvetica Neue"/>
                <a:sym typeface="Helvetica Neue"/>
              </a:rPr>
              <a:t>)</a:t>
            </a:r>
            <a:endParaRPr/>
          </a:p>
        </p:txBody>
      </p:sp>
      <p:sp>
        <p:nvSpPr>
          <p:cNvPr id="324" name="Google Shape;324;p28"/>
          <p:cNvSpPr txBox="1"/>
          <p:nvPr/>
        </p:nvSpPr>
        <p:spPr>
          <a:xfrm>
            <a:off x="4603750" y="4572000"/>
            <a:ext cx="1228725" cy="10064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r>
              <a:rPr i="1" lang="en-US" sz="2000">
                <a:solidFill>
                  <a:schemeClr val="dk1"/>
                </a:solidFill>
                <a:latin typeface="Helvetica Neue"/>
                <a:ea typeface="Helvetica Neue"/>
                <a:cs typeface="Helvetica Neue"/>
                <a:sym typeface="Helvetica Neue"/>
              </a:rPr>
              <a:t>validate</a:t>
            </a:r>
            <a:r>
              <a:rPr lang="en-US" sz="2000">
                <a:solidFill>
                  <a:schemeClr val="dk1"/>
                </a:solidFill>
                <a:latin typeface="Helvetica Neue"/>
                <a:ea typeface="Helvetica Neue"/>
                <a:cs typeface="Helvetica Neue"/>
                <a:sym typeface="Helvetica Neue"/>
              </a:rPr>
              <a:t>)</a:t>
            </a:r>
            <a:endParaRPr/>
          </a:p>
          <a:p>
            <a:pPr indent="0" lvl="0" marL="0" marR="0" rtl="0" algn="l">
              <a:spcBef>
                <a:spcPts val="0"/>
              </a:spcBef>
              <a:spcAft>
                <a:spcPts val="0"/>
              </a:spcAft>
              <a:buNone/>
            </a:pPr>
            <a:r>
              <a:rPr b="1" lang="en-US" sz="2000">
                <a:solidFill>
                  <a:schemeClr val="dk1"/>
                </a:solidFill>
                <a:latin typeface="Helvetica Neue"/>
                <a:ea typeface="Helvetica Neue"/>
                <a:cs typeface="Helvetica Neue"/>
                <a:sym typeface="Helvetica Neue"/>
              </a:rPr>
              <a:t>write</a:t>
            </a:r>
            <a:r>
              <a:rPr lang="en-US" sz="2000">
                <a:solidFill>
                  <a:schemeClr val="dk1"/>
                </a:solidFill>
                <a:latin typeface="Helvetica Neue"/>
                <a:ea typeface="Helvetica Neue"/>
                <a:cs typeface="Helvetica Neue"/>
                <a:sym typeface="Helvetica Neue"/>
              </a:rPr>
              <a:t> (</a:t>
            </a:r>
            <a:r>
              <a:rPr i="1" lang="en-US" sz="2000">
                <a:solidFill>
                  <a:schemeClr val="dk1"/>
                </a:solidFill>
                <a:latin typeface="Helvetica Neue"/>
                <a:ea typeface="Helvetica Neue"/>
                <a:cs typeface="Helvetica Neue"/>
                <a:sym typeface="Helvetica Neue"/>
              </a:rPr>
              <a:t>B</a:t>
            </a:r>
            <a:r>
              <a:rPr lang="en-US" sz="2000">
                <a:solidFill>
                  <a:schemeClr val="dk1"/>
                </a:solidFill>
                <a:latin typeface="Helvetica Neue"/>
                <a:ea typeface="Helvetica Neue"/>
                <a:cs typeface="Helvetica Neue"/>
                <a:sym typeface="Helvetica Neue"/>
              </a:rPr>
              <a:t>)</a:t>
            </a:r>
            <a:endParaRPr/>
          </a:p>
          <a:p>
            <a:pPr indent="0" lvl="0" marL="0" marR="0" rtl="0" algn="l">
              <a:spcBef>
                <a:spcPts val="0"/>
              </a:spcBef>
              <a:spcAft>
                <a:spcPts val="0"/>
              </a:spcAft>
              <a:buNone/>
            </a:pPr>
            <a:r>
              <a:rPr b="1" lang="en-US" sz="2000">
                <a:solidFill>
                  <a:schemeClr val="dk1"/>
                </a:solidFill>
                <a:latin typeface="Helvetica Neue"/>
                <a:ea typeface="Helvetica Neue"/>
                <a:cs typeface="Helvetica Neue"/>
                <a:sym typeface="Helvetica Neue"/>
              </a:rPr>
              <a:t>write</a:t>
            </a:r>
            <a:r>
              <a:rPr lang="en-US" sz="2000">
                <a:solidFill>
                  <a:schemeClr val="dk1"/>
                </a:solidFill>
                <a:latin typeface="Helvetica Neue"/>
                <a:ea typeface="Helvetica Neue"/>
                <a:cs typeface="Helvetica Neue"/>
                <a:sym typeface="Helvetica Neue"/>
              </a:rPr>
              <a:t> (</a:t>
            </a:r>
            <a:r>
              <a:rPr i="1" lang="en-US" sz="2000">
                <a:solidFill>
                  <a:schemeClr val="dk1"/>
                </a:solidFill>
                <a:latin typeface="Helvetica Neue"/>
                <a:ea typeface="Helvetica Neue"/>
                <a:cs typeface="Helvetica Neue"/>
                <a:sym typeface="Helvetica Neue"/>
              </a:rPr>
              <a:t>A</a:t>
            </a:r>
            <a:r>
              <a:rPr lang="en-US" sz="2000">
                <a:solidFill>
                  <a:schemeClr val="dk1"/>
                </a:solidFill>
                <a:latin typeface="Helvetica Neue"/>
                <a:ea typeface="Helvetica Neue"/>
                <a:cs typeface="Helvetica Neue"/>
                <a:sym typeface="Helvetica Neue"/>
              </a:rPr>
              <a: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9"/>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Multiple Granularity</a:t>
            </a:r>
            <a:endParaRPr/>
          </a:p>
        </p:txBody>
      </p:sp>
      <p:sp>
        <p:nvSpPr>
          <p:cNvPr id="330" name="Google Shape;330;p29"/>
          <p:cNvSpPr txBox="1"/>
          <p:nvPr>
            <p:ph idx="4294967295" type="body"/>
          </p:nvPr>
        </p:nvSpPr>
        <p:spPr>
          <a:xfrm>
            <a:off x="571500" y="16764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Allow  data items to be of various sizes and define a hierarchy of data granularities, where the small granularities are nested within larger ones</a:t>
            </a:r>
            <a:endParaRPr/>
          </a:p>
          <a:p>
            <a:pPr indent="-342900" lvl="0" marL="342900" rtl="0" algn="l">
              <a:spcBef>
                <a:spcPts val="700"/>
              </a:spcBef>
              <a:spcAft>
                <a:spcPts val="0"/>
              </a:spcAft>
              <a:buSzPts val="1800"/>
              <a:buChar char="●"/>
            </a:pPr>
            <a:r>
              <a:rPr lang="en-US"/>
              <a:t>Can be represented graphically as a tree (but don't confuse with tree-locking protocol)</a:t>
            </a:r>
            <a:endParaRPr/>
          </a:p>
          <a:p>
            <a:pPr indent="-342900" lvl="0" marL="342900" rtl="0" algn="l">
              <a:spcBef>
                <a:spcPts val="700"/>
              </a:spcBef>
              <a:spcAft>
                <a:spcPts val="0"/>
              </a:spcAft>
              <a:buSzPts val="1800"/>
              <a:buChar char="●"/>
            </a:pPr>
            <a:r>
              <a:rPr lang="en-US"/>
              <a:t>When a transaction locks a node in the tree </a:t>
            </a:r>
            <a:r>
              <a:rPr i="1" lang="en-US"/>
              <a:t>explicitly</a:t>
            </a:r>
            <a:r>
              <a:rPr lang="en-US"/>
              <a:t>, it </a:t>
            </a:r>
            <a:r>
              <a:rPr i="1" lang="en-US"/>
              <a:t>implicitly</a:t>
            </a:r>
            <a:r>
              <a:rPr lang="en-US"/>
              <a:t> locks all the node's descendents in the same mode.</a:t>
            </a:r>
            <a:endParaRPr/>
          </a:p>
          <a:p>
            <a:pPr indent="-342900" lvl="0" marL="342900" rtl="0" algn="l">
              <a:spcBef>
                <a:spcPts val="700"/>
              </a:spcBef>
              <a:spcAft>
                <a:spcPts val="0"/>
              </a:spcAft>
              <a:buSzPts val="1800"/>
              <a:buChar char="●"/>
            </a:pPr>
            <a:r>
              <a:rPr lang="en-US">
                <a:solidFill>
                  <a:schemeClr val="dk2"/>
                </a:solidFill>
              </a:rPr>
              <a:t>Granularity of locking</a:t>
            </a:r>
            <a:r>
              <a:rPr lang="en-US"/>
              <a:t> (level in tree where locking is done):</a:t>
            </a:r>
            <a:endParaRPr/>
          </a:p>
          <a:p>
            <a:pPr indent="-285750" lvl="1" marL="742950" rtl="0" algn="l">
              <a:spcBef>
                <a:spcPts val="630"/>
              </a:spcBef>
              <a:spcAft>
                <a:spcPts val="0"/>
              </a:spcAft>
              <a:buSzPts val="1890"/>
              <a:buChar char="🟉"/>
            </a:pPr>
            <a:r>
              <a:rPr i="1" lang="en-US">
                <a:solidFill>
                  <a:schemeClr val="dk2"/>
                </a:solidFill>
              </a:rPr>
              <a:t>fine granularity</a:t>
            </a:r>
            <a:r>
              <a:rPr lang="en-US"/>
              <a:t> (lower in tree): high concurrency, high locking overhead</a:t>
            </a:r>
            <a:endParaRPr/>
          </a:p>
          <a:p>
            <a:pPr indent="-285750" lvl="1" marL="742950" rtl="0" algn="l">
              <a:spcBef>
                <a:spcPts val="630"/>
              </a:spcBef>
              <a:spcAft>
                <a:spcPts val="0"/>
              </a:spcAft>
              <a:buSzPts val="1890"/>
              <a:buChar char="🟉"/>
            </a:pPr>
            <a:r>
              <a:rPr i="1" lang="en-US">
                <a:solidFill>
                  <a:schemeClr val="dk2"/>
                </a:solidFill>
              </a:rPr>
              <a:t>coarse granularity</a:t>
            </a:r>
            <a:r>
              <a:rPr i="1" lang="en-US"/>
              <a:t> </a:t>
            </a:r>
            <a:r>
              <a:rPr lang="en-US"/>
              <a:t> (higher in tree): low locking overhead, low concurrency</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0"/>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Example of Granularity Hierarchy</a:t>
            </a:r>
            <a:endParaRPr/>
          </a:p>
        </p:txBody>
      </p:sp>
      <p:sp>
        <p:nvSpPr>
          <p:cNvPr id="336" name="Google Shape;336;p30"/>
          <p:cNvSpPr txBox="1"/>
          <p:nvPr>
            <p:ph idx="4294967295" type="body"/>
          </p:nvPr>
        </p:nvSpPr>
        <p:spPr>
          <a:xfrm>
            <a:off x="203200" y="1511300"/>
            <a:ext cx="7848600" cy="4876800"/>
          </a:xfrm>
          <a:prstGeom prst="rect">
            <a:avLst/>
          </a:prstGeom>
          <a:noFill/>
          <a:ln>
            <a:noFill/>
          </a:ln>
        </p:spPr>
        <p:txBody>
          <a:bodyPr anchorCtr="0" anchor="t" bIns="45700" lIns="91425" spcFirstLastPara="1" rIns="91425" wrap="square" tIns="45700">
            <a:noAutofit/>
          </a:bodyPr>
          <a:lstStyle/>
          <a:p>
            <a:pPr indent="-228600" lvl="0" marL="342900" rtl="0" algn="l">
              <a:spcBef>
                <a:spcPts val="0"/>
              </a:spcBef>
              <a:spcAft>
                <a:spcPts val="0"/>
              </a:spcAft>
              <a:buSzPts val="1800"/>
              <a:buNone/>
            </a:pPr>
            <a:r>
              <a:t/>
            </a:r>
            <a:endParaRPr/>
          </a:p>
          <a:p>
            <a:pPr indent="-228600" lvl="0" marL="342900" rtl="0" algn="l">
              <a:spcBef>
                <a:spcPts val="700"/>
              </a:spcBef>
              <a:spcAft>
                <a:spcPts val="0"/>
              </a:spcAft>
              <a:buSzPts val="1800"/>
              <a:buNone/>
            </a:pPr>
            <a:r>
              <a:t/>
            </a:r>
            <a:endParaRPr/>
          </a:p>
          <a:p>
            <a:pPr indent="-228600" lvl="0" marL="342900" rtl="0" algn="l">
              <a:spcBef>
                <a:spcPts val="700"/>
              </a:spcBef>
              <a:spcAft>
                <a:spcPts val="0"/>
              </a:spcAft>
              <a:buSzPts val="1800"/>
              <a:buNone/>
            </a:pPr>
            <a:r>
              <a:t/>
            </a:r>
            <a:endParaRPr/>
          </a:p>
          <a:p>
            <a:pPr indent="-228600" lvl="0" marL="342900" rtl="0" algn="l">
              <a:spcBef>
                <a:spcPts val="700"/>
              </a:spcBef>
              <a:spcAft>
                <a:spcPts val="0"/>
              </a:spcAft>
              <a:buSzPts val="1800"/>
              <a:buNone/>
            </a:pPr>
            <a:r>
              <a:t/>
            </a:r>
            <a:endParaRPr/>
          </a:p>
          <a:p>
            <a:pPr indent="-228600" lvl="0" marL="342900" rtl="0" algn="l">
              <a:spcBef>
                <a:spcPts val="700"/>
              </a:spcBef>
              <a:spcAft>
                <a:spcPts val="0"/>
              </a:spcAft>
              <a:buSzPts val="1800"/>
              <a:buNone/>
            </a:pPr>
            <a:r>
              <a:t/>
            </a:r>
            <a:endParaRPr/>
          </a:p>
          <a:p>
            <a:pPr indent="-228600" lvl="0" marL="342900" rtl="0" algn="l">
              <a:spcBef>
                <a:spcPts val="700"/>
              </a:spcBef>
              <a:spcAft>
                <a:spcPts val="0"/>
              </a:spcAft>
              <a:buSzPts val="1800"/>
              <a:buNone/>
            </a:pPr>
            <a:r>
              <a:t/>
            </a:r>
            <a:endParaRPr/>
          </a:p>
          <a:p>
            <a:pPr indent="-228600" lvl="0" marL="342900" rtl="0" algn="l">
              <a:spcBef>
                <a:spcPts val="700"/>
              </a:spcBef>
              <a:spcAft>
                <a:spcPts val="0"/>
              </a:spcAft>
              <a:buSzPts val="1800"/>
              <a:buNone/>
            </a:pPr>
            <a:r>
              <a:t/>
            </a:r>
            <a:endParaRPr/>
          </a:p>
          <a:p>
            <a:pPr indent="-228600" lvl="0" marL="342900" rtl="0" algn="l">
              <a:spcBef>
                <a:spcPts val="700"/>
              </a:spcBef>
              <a:spcAft>
                <a:spcPts val="0"/>
              </a:spcAft>
              <a:buSzPts val="1800"/>
              <a:buNone/>
            </a:pPr>
            <a:r>
              <a:t/>
            </a:r>
            <a:endParaRPr/>
          </a:p>
          <a:p>
            <a:pPr indent="-228600" lvl="0" marL="342900" rtl="0" algn="l">
              <a:spcBef>
                <a:spcPts val="700"/>
              </a:spcBef>
              <a:spcAft>
                <a:spcPts val="0"/>
              </a:spcAft>
              <a:buSzPts val="1800"/>
              <a:buNone/>
            </a:pPr>
            <a:r>
              <a:t/>
            </a:r>
            <a:endParaRPr/>
          </a:p>
          <a:p>
            <a:pPr indent="-342900" lvl="0" marL="342900" rtl="0" algn="l">
              <a:spcBef>
                <a:spcPts val="700"/>
              </a:spcBef>
              <a:spcAft>
                <a:spcPts val="0"/>
              </a:spcAft>
              <a:buSzPts val="1800"/>
              <a:buFont typeface="Arial"/>
              <a:buNone/>
            </a:pPr>
            <a:r>
              <a:rPr lang="en-US"/>
              <a:t>   The highest level in the example hierarchy is the entire database.</a:t>
            </a:r>
            <a:endParaRPr/>
          </a:p>
          <a:p>
            <a:pPr indent="-342900" lvl="0" marL="342900" rtl="0" algn="l">
              <a:spcBef>
                <a:spcPts val="700"/>
              </a:spcBef>
              <a:spcAft>
                <a:spcPts val="0"/>
              </a:spcAft>
              <a:buSzPts val="1800"/>
              <a:buFont typeface="Arial"/>
              <a:buNone/>
            </a:pPr>
            <a:r>
              <a:rPr lang="en-US"/>
              <a:t>   The levels below are of type </a:t>
            </a:r>
            <a:r>
              <a:rPr i="1" lang="en-US"/>
              <a:t>area</a:t>
            </a:r>
            <a:r>
              <a:rPr lang="en-US"/>
              <a:t>, </a:t>
            </a:r>
            <a:r>
              <a:rPr i="1" lang="en-US"/>
              <a:t>file</a:t>
            </a:r>
            <a:r>
              <a:rPr lang="en-US"/>
              <a:t> and </a:t>
            </a:r>
            <a:r>
              <a:rPr i="1" lang="en-US"/>
              <a:t>record</a:t>
            </a:r>
            <a:r>
              <a:rPr lang="en-US"/>
              <a:t> in that order.</a:t>
            </a:r>
            <a:endParaRPr/>
          </a:p>
        </p:txBody>
      </p:sp>
      <p:pic>
        <p:nvPicPr>
          <p:cNvPr id="337" name="Google Shape;337;p30"/>
          <p:cNvPicPr preferRelativeResize="0"/>
          <p:nvPr/>
        </p:nvPicPr>
        <p:blipFill rotWithShape="1">
          <a:blip r:embed="rId3">
            <a:alphaModFix/>
          </a:blip>
          <a:srcRect b="0" l="0" r="0" t="0"/>
          <a:stretch/>
        </p:blipFill>
        <p:spPr>
          <a:xfrm>
            <a:off x="1524000" y="914400"/>
            <a:ext cx="5943600" cy="381000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1"/>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Intention Lock Modes</a:t>
            </a:r>
            <a:endParaRPr/>
          </a:p>
        </p:txBody>
      </p:sp>
      <p:sp>
        <p:nvSpPr>
          <p:cNvPr id="343" name="Google Shape;343;p31"/>
          <p:cNvSpPr txBox="1"/>
          <p:nvPr>
            <p:ph idx="4294967295" type="body"/>
          </p:nvPr>
        </p:nvSpPr>
        <p:spPr>
          <a:xfrm>
            <a:off x="571500" y="16764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In addition to S and X lock modes, there are three additional lock modes with multiple granularity:</a:t>
            </a:r>
            <a:endParaRPr/>
          </a:p>
          <a:p>
            <a:pPr indent="-285750" lvl="1" marL="742950" rtl="0" algn="l">
              <a:spcBef>
                <a:spcPts val="630"/>
              </a:spcBef>
              <a:spcAft>
                <a:spcPts val="0"/>
              </a:spcAft>
              <a:buSzPts val="1890"/>
              <a:buChar char="🟉"/>
            </a:pPr>
            <a:r>
              <a:rPr b="1" i="1" lang="en-US"/>
              <a:t>intention-shared</a:t>
            </a:r>
            <a:r>
              <a:rPr lang="en-US"/>
              <a:t> (IS): indicates explicit locking at a lower level of the tree but only with shared locks.</a:t>
            </a:r>
            <a:endParaRPr/>
          </a:p>
          <a:p>
            <a:pPr indent="-285750" lvl="1" marL="742950" rtl="0" algn="l">
              <a:spcBef>
                <a:spcPts val="630"/>
              </a:spcBef>
              <a:spcAft>
                <a:spcPts val="0"/>
              </a:spcAft>
              <a:buSzPts val="1890"/>
              <a:buChar char="🟉"/>
            </a:pPr>
            <a:r>
              <a:rPr b="1" i="1" lang="en-US"/>
              <a:t>intention</a:t>
            </a:r>
            <a:r>
              <a:rPr b="1" lang="en-US"/>
              <a:t>-</a:t>
            </a:r>
            <a:r>
              <a:rPr b="1" i="1" lang="en-US"/>
              <a:t>exclusive</a:t>
            </a:r>
            <a:r>
              <a:rPr lang="en-US"/>
              <a:t> (IX): indicates explicit locking at a lower level with exclusive or shared locks</a:t>
            </a:r>
            <a:endParaRPr/>
          </a:p>
          <a:p>
            <a:pPr indent="-285750" lvl="1" marL="742950" rtl="0" algn="l">
              <a:spcBef>
                <a:spcPts val="630"/>
              </a:spcBef>
              <a:spcAft>
                <a:spcPts val="0"/>
              </a:spcAft>
              <a:buSzPts val="1890"/>
              <a:buChar char="🟉"/>
            </a:pPr>
            <a:r>
              <a:rPr b="1" i="1" lang="en-US"/>
              <a:t>shared and intention</a:t>
            </a:r>
            <a:r>
              <a:rPr b="1" lang="en-US"/>
              <a:t>-</a:t>
            </a:r>
            <a:r>
              <a:rPr b="1" i="1" lang="en-US"/>
              <a:t>exclusive</a:t>
            </a:r>
            <a:r>
              <a:rPr lang="en-US"/>
              <a:t> (SIX): the subtree rooted by that node is locked explicitly in shared mode and explicit locking is being done at a lower level with exclusive-mode locks.</a:t>
            </a:r>
            <a:endParaRPr/>
          </a:p>
          <a:p>
            <a:pPr indent="-342900" lvl="0" marL="342900" rtl="0" algn="l">
              <a:spcBef>
                <a:spcPts val="700"/>
              </a:spcBef>
              <a:spcAft>
                <a:spcPts val="0"/>
              </a:spcAft>
              <a:buSzPts val="1800"/>
              <a:buChar char="●"/>
            </a:pPr>
            <a:r>
              <a:rPr lang="en-US"/>
              <a:t>intention locks allow a higher level node to be locked in S or X mode without having to check all descendent nodes.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2"/>
          <p:cNvSpPr txBox="1"/>
          <p:nvPr>
            <p:ph type="title"/>
          </p:nvPr>
        </p:nvSpPr>
        <p:spPr>
          <a:xfrm>
            <a:off x="165100" y="228600"/>
            <a:ext cx="87630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Compatibility Matrix with</a:t>
            </a:r>
            <a:br>
              <a:rPr lang="en-US" sz="2800"/>
            </a:br>
            <a:r>
              <a:rPr lang="en-US" sz="2800"/>
              <a:t> Intention Lock Modes</a:t>
            </a:r>
            <a:endParaRPr/>
          </a:p>
        </p:txBody>
      </p:sp>
      <p:sp>
        <p:nvSpPr>
          <p:cNvPr id="349" name="Google Shape;349;p32"/>
          <p:cNvSpPr txBox="1"/>
          <p:nvPr>
            <p:ph idx="4294967295" type="body"/>
          </p:nvPr>
        </p:nvSpPr>
        <p:spPr>
          <a:xfrm>
            <a:off x="571500" y="1371600"/>
            <a:ext cx="7848600" cy="4419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The compatibility matrix for all lock modes is: </a:t>
            </a:r>
            <a:endParaRPr/>
          </a:p>
        </p:txBody>
      </p:sp>
      <p:grpSp>
        <p:nvGrpSpPr>
          <p:cNvPr id="350" name="Google Shape;350;p32"/>
          <p:cNvGrpSpPr/>
          <p:nvPr/>
        </p:nvGrpSpPr>
        <p:grpSpPr>
          <a:xfrm>
            <a:off x="1928813" y="1866900"/>
            <a:ext cx="4624387" cy="3810000"/>
            <a:chOff x="831" y="1104"/>
            <a:chExt cx="2913" cy="2400"/>
          </a:xfrm>
        </p:grpSpPr>
        <p:cxnSp>
          <p:nvCxnSpPr>
            <p:cNvPr id="351" name="Google Shape;351;p32"/>
            <p:cNvCxnSpPr/>
            <p:nvPr/>
          </p:nvCxnSpPr>
          <p:spPr>
            <a:xfrm>
              <a:off x="1296" y="1104"/>
              <a:ext cx="0" cy="2400"/>
            </a:xfrm>
            <a:prstGeom prst="straightConnector1">
              <a:avLst/>
            </a:prstGeom>
            <a:noFill/>
            <a:ln cap="flat" cmpd="sng" w="9525">
              <a:solidFill>
                <a:schemeClr val="dk1"/>
              </a:solidFill>
              <a:prstDash val="solid"/>
              <a:round/>
              <a:headEnd len="med" w="med" type="none"/>
              <a:tailEnd len="med" w="med" type="none"/>
            </a:ln>
          </p:spPr>
        </p:cxnSp>
        <p:cxnSp>
          <p:nvCxnSpPr>
            <p:cNvPr id="352" name="Google Shape;352;p32"/>
            <p:cNvCxnSpPr/>
            <p:nvPr/>
          </p:nvCxnSpPr>
          <p:spPr>
            <a:xfrm>
              <a:off x="1776" y="1137"/>
              <a:ext cx="0" cy="2367"/>
            </a:xfrm>
            <a:prstGeom prst="straightConnector1">
              <a:avLst/>
            </a:prstGeom>
            <a:noFill/>
            <a:ln cap="flat" cmpd="sng" w="9525">
              <a:solidFill>
                <a:schemeClr val="dk1"/>
              </a:solidFill>
              <a:prstDash val="solid"/>
              <a:round/>
              <a:headEnd len="med" w="med" type="none"/>
              <a:tailEnd len="med" w="med" type="none"/>
            </a:ln>
          </p:spPr>
        </p:cxnSp>
        <p:cxnSp>
          <p:nvCxnSpPr>
            <p:cNvPr id="353" name="Google Shape;353;p32"/>
            <p:cNvCxnSpPr/>
            <p:nvPr/>
          </p:nvCxnSpPr>
          <p:spPr>
            <a:xfrm>
              <a:off x="2256" y="1152"/>
              <a:ext cx="0" cy="2352"/>
            </a:xfrm>
            <a:prstGeom prst="straightConnector1">
              <a:avLst/>
            </a:prstGeom>
            <a:noFill/>
            <a:ln cap="flat" cmpd="sng" w="9525">
              <a:solidFill>
                <a:schemeClr val="dk1"/>
              </a:solidFill>
              <a:prstDash val="solid"/>
              <a:round/>
              <a:headEnd len="med" w="med" type="none"/>
              <a:tailEnd len="med" w="med" type="none"/>
            </a:ln>
          </p:spPr>
        </p:cxnSp>
        <p:cxnSp>
          <p:nvCxnSpPr>
            <p:cNvPr id="354" name="Google Shape;354;p32"/>
            <p:cNvCxnSpPr/>
            <p:nvPr/>
          </p:nvCxnSpPr>
          <p:spPr>
            <a:xfrm>
              <a:off x="2736" y="1152"/>
              <a:ext cx="0" cy="2352"/>
            </a:xfrm>
            <a:prstGeom prst="straightConnector1">
              <a:avLst/>
            </a:prstGeom>
            <a:noFill/>
            <a:ln cap="flat" cmpd="sng" w="9525">
              <a:solidFill>
                <a:schemeClr val="dk1"/>
              </a:solidFill>
              <a:prstDash val="solid"/>
              <a:round/>
              <a:headEnd len="med" w="med" type="none"/>
              <a:tailEnd len="med" w="med" type="none"/>
            </a:ln>
          </p:spPr>
        </p:cxnSp>
        <p:cxnSp>
          <p:nvCxnSpPr>
            <p:cNvPr id="355" name="Google Shape;355;p32"/>
            <p:cNvCxnSpPr/>
            <p:nvPr/>
          </p:nvCxnSpPr>
          <p:spPr>
            <a:xfrm>
              <a:off x="3264" y="1152"/>
              <a:ext cx="0" cy="2352"/>
            </a:xfrm>
            <a:prstGeom prst="straightConnector1">
              <a:avLst/>
            </a:prstGeom>
            <a:noFill/>
            <a:ln cap="flat" cmpd="sng" w="9525">
              <a:solidFill>
                <a:schemeClr val="dk1"/>
              </a:solidFill>
              <a:prstDash val="solid"/>
              <a:round/>
              <a:headEnd len="med" w="med" type="none"/>
              <a:tailEnd len="med" w="med" type="none"/>
            </a:ln>
          </p:spPr>
        </p:cxnSp>
        <p:cxnSp>
          <p:nvCxnSpPr>
            <p:cNvPr id="356" name="Google Shape;356;p32"/>
            <p:cNvCxnSpPr/>
            <p:nvPr/>
          </p:nvCxnSpPr>
          <p:spPr>
            <a:xfrm>
              <a:off x="3744" y="1152"/>
              <a:ext cx="0" cy="2352"/>
            </a:xfrm>
            <a:prstGeom prst="straightConnector1">
              <a:avLst/>
            </a:prstGeom>
            <a:noFill/>
            <a:ln cap="flat" cmpd="sng" w="9525">
              <a:solidFill>
                <a:schemeClr val="dk1"/>
              </a:solidFill>
              <a:prstDash val="solid"/>
              <a:round/>
              <a:headEnd len="med" w="med" type="none"/>
              <a:tailEnd len="med" w="med" type="none"/>
            </a:ln>
          </p:spPr>
        </p:cxnSp>
        <p:cxnSp>
          <p:nvCxnSpPr>
            <p:cNvPr id="357" name="Google Shape;357;p32"/>
            <p:cNvCxnSpPr/>
            <p:nvPr/>
          </p:nvCxnSpPr>
          <p:spPr>
            <a:xfrm>
              <a:off x="864" y="1392"/>
              <a:ext cx="2880" cy="0"/>
            </a:xfrm>
            <a:prstGeom prst="straightConnector1">
              <a:avLst/>
            </a:prstGeom>
            <a:noFill/>
            <a:ln cap="flat" cmpd="sng" w="9525">
              <a:solidFill>
                <a:schemeClr val="dk1"/>
              </a:solidFill>
              <a:prstDash val="solid"/>
              <a:round/>
              <a:headEnd len="med" w="med" type="none"/>
              <a:tailEnd len="med" w="med" type="none"/>
            </a:ln>
          </p:spPr>
        </p:cxnSp>
        <p:cxnSp>
          <p:nvCxnSpPr>
            <p:cNvPr id="358" name="Google Shape;358;p32"/>
            <p:cNvCxnSpPr/>
            <p:nvPr/>
          </p:nvCxnSpPr>
          <p:spPr>
            <a:xfrm>
              <a:off x="849" y="1776"/>
              <a:ext cx="2895" cy="0"/>
            </a:xfrm>
            <a:prstGeom prst="straightConnector1">
              <a:avLst/>
            </a:prstGeom>
            <a:noFill/>
            <a:ln cap="flat" cmpd="sng" w="9525">
              <a:solidFill>
                <a:schemeClr val="dk1"/>
              </a:solidFill>
              <a:prstDash val="solid"/>
              <a:round/>
              <a:headEnd len="med" w="med" type="none"/>
              <a:tailEnd len="med" w="med" type="none"/>
            </a:ln>
          </p:spPr>
        </p:cxnSp>
        <p:cxnSp>
          <p:nvCxnSpPr>
            <p:cNvPr id="359" name="Google Shape;359;p32"/>
            <p:cNvCxnSpPr/>
            <p:nvPr/>
          </p:nvCxnSpPr>
          <p:spPr>
            <a:xfrm>
              <a:off x="864" y="2160"/>
              <a:ext cx="2880" cy="0"/>
            </a:xfrm>
            <a:prstGeom prst="straightConnector1">
              <a:avLst/>
            </a:prstGeom>
            <a:noFill/>
            <a:ln cap="flat" cmpd="sng" w="9525">
              <a:solidFill>
                <a:schemeClr val="dk1"/>
              </a:solidFill>
              <a:prstDash val="solid"/>
              <a:round/>
              <a:headEnd len="med" w="med" type="none"/>
              <a:tailEnd len="med" w="med" type="none"/>
            </a:ln>
          </p:spPr>
        </p:cxnSp>
        <p:cxnSp>
          <p:nvCxnSpPr>
            <p:cNvPr id="360" name="Google Shape;360;p32"/>
            <p:cNvCxnSpPr/>
            <p:nvPr/>
          </p:nvCxnSpPr>
          <p:spPr>
            <a:xfrm>
              <a:off x="864" y="2592"/>
              <a:ext cx="2880" cy="0"/>
            </a:xfrm>
            <a:prstGeom prst="straightConnector1">
              <a:avLst/>
            </a:prstGeom>
            <a:noFill/>
            <a:ln cap="flat" cmpd="sng" w="9525">
              <a:solidFill>
                <a:schemeClr val="dk1"/>
              </a:solidFill>
              <a:prstDash val="solid"/>
              <a:round/>
              <a:headEnd len="med" w="med" type="none"/>
              <a:tailEnd len="med" w="med" type="none"/>
            </a:ln>
          </p:spPr>
        </p:cxnSp>
        <p:cxnSp>
          <p:nvCxnSpPr>
            <p:cNvPr id="361" name="Google Shape;361;p32"/>
            <p:cNvCxnSpPr/>
            <p:nvPr/>
          </p:nvCxnSpPr>
          <p:spPr>
            <a:xfrm>
              <a:off x="864" y="3024"/>
              <a:ext cx="2880" cy="0"/>
            </a:xfrm>
            <a:prstGeom prst="straightConnector1">
              <a:avLst/>
            </a:prstGeom>
            <a:noFill/>
            <a:ln cap="flat" cmpd="sng" w="9525">
              <a:solidFill>
                <a:schemeClr val="dk1"/>
              </a:solidFill>
              <a:prstDash val="solid"/>
              <a:round/>
              <a:headEnd len="med" w="med" type="none"/>
              <a:tailEnd len="med" w="med" type="none"/>
            </a:ln>
          </p:spPr>
        </p:cxnSp>
        <p:cxnSp>
          <p:nvCxnSpPr>
            <p:cNvPr id="362" name="Google Shape;362;p32"/>
            <p:cNvCxnSpPr/>
            <p:nvPr/>
          </p:nvCxnSpPr>
          <p:spPr>
            <a:xfrm>
              <a:off x="864" y="3504"/>
              <a:ext cx="2880" cy="0"/>
            </a:xfrm>
            <a:prstGeom prst="straightConnector1">
              <a:avLst/>
            </a:prstGeom>
            <a:noFill/>
            <a:ln cap="flat" cmpd="sng" w="9525">
              <a:solidFill>
                <a:schemeClr val="dk1"/>
              </a:solidFill>
              <a:prstDash val="solid"/>
              <a:round/>
              <a:headEnd len="med" w="med" type="none"/>
              <a:tailEnd len="med" w="med" type="none"/>
            </a:ln>
          </p:spPr>
        </p:cxnSp>
        <p:sp>
          <p:nvSpPr>
            <p:cNvPr id="363" name="Google Shape;363;p32"/>
            <p:cNvSpPr txBox="1"/>
            <p:nvPr/>
          </p:nvSpPr>
          <p:spPr>
            <a:xfrm>
              <a:off x="1382" y="1186"/>
              <a:ext cx="267"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IS</a:t>
              </a:r>
              <a:endParaRPr/>
            </a:p>
          </p:txBody>
        </p:sp>
        <p:sp>
          <p:nvSpPr>
            <p:cNvPr id="364" name="Google Shape;364;p32"/>
            <p:cNvSpPr txBox="1"/>
            <p:nvPr/>
          </p:nvSpPr>
          <p:spPr>
            <a:xfrm>
              <a:off x="1872" y="1168"/>
              <a:ext cx="267"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IX</a:t>
              </a:r>
              <a:endParaRPr/>
            </a:p>
          </p:txBody>
        </p:sp>
        <p:sp>
          <p:nvSpPr>
            <p:cNvPr id="365" name="Google Shape;365;p32"/>
            <p:cNvSpPr txBox="1"/>
            <p:nvPr/>
          </p:nvSpPr>
          <p:spPr>
            <a:xfrm>
              <a:off x="2372" y="1162"/>
              <a:ext cx="223"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S</a:t>
              </a:r>
              <a:endParaRPr/>
            </a:p>
          </p:txBody>
        </p:sp>
        <p:sp>
          <p:nvSpPr>
            <p:cNvPr id="366" name="Google Shape;366;p32"/>
            <p:cNvSpPr txBox="1"/>
            <p:nvPr/>
          </p:nvSpPr>
          <p:spPr>
            <a:xfrm>
              <a:off x="2784" y="1159"/>
              <a:ext cx="418"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S IX</a:t>
              </a:r>
              <a:endParaRPr/>
            </a:p>
          </p:txBody>
        </p:sp>
        <p:sp>
          <p:nvSpPr>
            <p:cNvPr id="367" name="Google Shape;367;p32"/>
            <p:cNvSpPr txBox="1"/>
            <p:nvPr/>
          </p:nvSpPr>
          <p:spPr>
            <a:xfrm>
              <a:off x="3312" y="1171"/>
              <a:ext cx="267"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X </a:t>
              </a:r>
              <a:endParaRPr/>
            </a:p>
          </p:txBody>
        </p:sp>
        <p:sp>
          <p:nvSpPr>
            <p:cNvPr id="368" name="Google Shape;368;p32"/>
            <p:cNvSpPr txBox="1"/>
            <p:nvPr/>
          </p:nvSpPr>
          <p:spPr>
            <a:xfrm>
              <a:off x="971" y="1471"/>
              <a:ext cx="267"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IS</a:t>
              </a:r>
              <a:endParaRPr/>
            </a:p>
          </p:txBody>
        </p:sp>
        <p:sp>
          <p:nvSpPr>
            <p:cNvPr id="369" name="Google Shape;369;p32"/>
            <p:cNvSpPr txBox="1"/>
            <p:nvPr/>
          </p:nvSpPr>
          <p:spPr>
            <a:xfrm>
              <a:off x="947" y="1828"/>
              <a:ext cx="267"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IX</a:t>
              </a:r>
              <a:endParaRPr/>
            </a:p>
          </p:txBody>
        </p:sp>
        <p:sp>
          <p:nvSpPr>
            <p:cNvPr id="370" name="Google Shape;370;p32"/>
            <p:cNvSpPr txBox="1"/>
            <p:nvPr/>
          </p:nvSpPr>
          <p:spPr>
            <a:xfrm>
              <a:off x="960" y="2230"/>
              <a:ext cx="223"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S</a:t>
              </a:r>
              <a:endParaRPr/>
            </a:p>
          </p:txBody>
        </p:sp>
        <p:sp>
          <p:nvSpPr>
            <p:cNvPr id="371" name="Google Shape;371;p32"/>
            <p:cNvSpPr txBox="1"/>
            <p:nvPr/>
          </p:nvSpPr>
          <p:spPr>
            <a:xfrm>
              <a:off x="831" y="2671"/>
              <a:ext cx="418"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S IX</a:t>
              </a:r>
              <a:endParaRPr/>
            </a:p>
          </p:txBody>
        </p:sp>
        <p:sp>
          <p:nvSpPr>
            <p:cNvPr id="372" name="Google Shape;372;p32"/>
            <p:cNvSpPr txBox="1"/>
            <p:nvPr/>
          </p:nvSpPr>
          <p:spPr>
            <a:xfrm>
              <a:off x="912" y="3151"/>
              <a:ext cx="267"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X </a:t>
              </a:r>
              <a:endParaRPr/>
            </a:p>
          </p:txBody>
        </p:sp>
        <p:sp>
          <p:nvSpPr>
            <p:cNvPr id="373" name="Google Shape;373;p32"/>
            <p:cNvSpPr txBox="1"/>
            <p:nvPr/>
          </p:nvSpPr>
          <p:spPr>
            <a:xfrm>
              <a:off x="1382" y="1448"/>
              <a:ext cx="24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a:p>
          </p:txBody>
        </p:sp>
        <p:sp>
          <p:nvSpPr>
            <p:cNvPr id="374" name="Google Shape;374;p32"/>
            <p:cNvSpPr txBox="1"/>
            <p:nvPr/>
          </p:nvSpPr>
          <p:spPr>
            <a:xfrm>
              <a:off x="1365" y="1855"/>
              <a:ext cx="24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a:p>
          </p:txBody>
        </p:sp>
        <p:sp>
          <p:nvSpPr>
            <p:cNvPr id="375" name="Google Shape;375;p32"/>
            <p:cNvSpPr txBox="1"/>
            <p:nvPr/>
          </p:nvSpPr>
          <p:spPr>
            <a:xfrm>
              <a:off x="1365" y="2287"/>
              <a:ext cx="24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a:p>
          </p:txBody>
        </p:sp>
        <p:sp>
          <p:nvSpPr>
            <p:cNvPr id="376" name="Google Shape;376;p32"/>
            <p:cNvSpPr txBox="1"/>
            <p:nvPr/>
          </p:nvSpPr>
          <p:spPr>
            <a:xfrm>
              <a:off x="1392" y="2719"/>
              <a:ext cx="24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a:p>
          </p:txBody>
        </p:sp>
        <p:sp>
          <p:nvSpPr>
            <p:cNvPr id="377" name="Google Shape;377;p32"/>
            <p:cNvSpPr txBox="1"/>
            <p:nvPr/>
          </p:nvSpPr>
          <p:spPr>
            <a:xfrm>
              <a:off x="1392" y="3178"/>
              <a:ext cx="20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a:p>
          </p:txBody>
        </p:sp>
        <p:sp>
          <p:nvSpPr>
            <p:cNvPr id="378" name="Google Shape;378;p32"/>
            <p:cNvSpPr txBox="1"/>
            <p:nvPr/>
          </p:nvSpPr>
          <p:spPr>
            <a:xfrm>
              <a:off x="1824" y="1471"/>
              <a:ext cx="24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a:p>
          </p:txBody>
        </p:sp>
        <p:sp>
          <p:nvSpPr>
            <p:cNvPr id="379" name="Google Shape;379;p32"/>
            <p:cNvSpPr txBox="1"/>
            <p:nvPr/>
          </p:nvSpPr>
          <p:spPr>
            <a:xfrm>
              <a:off x="2325" y="1471"/>
              <a:ext cx="24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a:p>
          </p:txBody>
        </p:sp>
        <p:sp>
          <p:nvSpPr>
            <p:cNvPr id="380" name="Google Shape;380;p32"/>
            <p:cNvSpPr txBox="1"/>
            <p:nvPr/>
          </p:nvSpPr>
          <p:spPr>
            <a:xfrm>
              <a:off x="2853" y="1471"/>
              <a:ext cx="24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a:p>
          </p:txBody>
        </p:sp>
        <p:sp>
          <p:nvSpPr>
            <p:cNvPr id="381" name="Google Shape;381;p32"/>
            <p:cNvSpPr txBox="1"/>
            <p:nvPr/>
          </p:nvSpPr>
          <p:spPr>
            <a:xfrm>
              <a:off x="1872" y="1855"/>
              <a:ext cx="24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a:p>
          </p:txBody>
        </p:sp>
        <p:sp>
          <p:nvSpPr>
            <p:cNvPr id="382" name="Google Shape;382;p32"/>
            <p:cNvSpPr txBox="1"/>
            <p:nvPr/>
          </p:nvSpPr>
          <p:spPr>
            <a:xfrm>
              <a:off x="2352" y="2287"/>
              <a:ext cx="242"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a:p>
          </p:txBody>
        </p:sp>
        <p:sp>
          <p:nvSpPr>
            <p:cNvPr id="383" name="Google Shape;383;p32"/>
            <p:cNvSpPr txBox="1"/>
            <p:nvPr/>
          </p:nvSpPr>
          <p:spPr>
            <a:xfrm>
              <a:off x="1910" y="2261"/>
              <a:ext cx="20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p:txBody>
        </p:sp>
        <p:sp>
          <p:nvSpPr>
            <p:cNvPr id="384" name="Google Shape;384;p32"/>
            <p:cNvSpPr txBox="1"/>
            <p:nvPr/>
          </p:nvSpPr>
          <p:spPr>
            <a:xfrm>
              <a:off x="1891" y="2719"/>
              <a:ext cx="20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p:txBody>
        </p:sp>
        <p:sp>
          <p:nvSpPr>
            <p:cNvPr id="385" name="Google Shape;385;p32"/>
            <p:cNvSpPr txBox="1"/>
            <p:nvPr/>
          </p:nvSpPr>
          <p:spPr>
            <a:xfrm>
              <a:off x="1891" y="3151"/>
              <a:ext cx="20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p:txBody>
        </p:sp>
        <p:sp>
          <p:nvSpPr>
            <p:cNvPr id="386" name="Google Shape;386;p32"/>
            <p:cNvSpPr txBox="1"/>
            <p:nvPr/>
          </p:nvSpPr>
          <p:spPr>
            <a:xfrm>
              <a:off x="2371" y="3151"/>
              <a:ext cx="20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p:txBody>
        </p:sp>
        <p:sp>
          <p:nvSpPr>
            <p:cNvPr id="387" name="Google Shape;387;p32"/>
            <p:cNvSpPr txBox="1"/>
            <p:nvPr/>
          </p:nvSpPr>
          <p:spPr>
            <a:xfrm>
              <a:off x="2881" y="3151"/>
              <a:ext cx="20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p:txBody>
        </p:sp>
        <p:sp>
          <p:nvSpPr>
            <p:cNvPr id="388" name="Google Shape;388;p32"/>
            <p:cNvSpPr txBox="1"/>
            <p:nvPr/>
          </p:nvSpPr>
          <p:spPr>
            <a:xfrm>
              <a:off x="3412" y="3151"/>
              <a:ext cx="20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p:txBody>
        </p:sp>
        <p:sp>
          <p:nvSpPr>
            <p:cNvPr id="389" name="Google Shape;389;p32"/>
            <p:cNvSpPr txBox="1"/>
            <p:nvPr/>
          </p:nvSpPr>
          <p:spPr>
            <a:xfrm>
              <a:off x="3408" y="2719"/>
              <a:ext cx="20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p:txBody>
        </p:sp>
        <p:sp>
          <p:nvSpPr>
            <p:cNvPr id="390" name="Google Shape;390;p32"/>
            <p:cNvSpPr txBox="1"/>
            <p:nvPr/>
          </p:nvSpPr>
          <p:spPr>
            <a:xfrm>
              <a:off x="2371" y="2719"/>
              <a:ext cx="20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p:txBody>
        </p:sp>
        <p:sp>
          <p:nvSpPr>
            <p:cNvPr id="391" name="Google Shape;391;p32"/>
            <p:cNvSpPr txBox="1"/>
            <p:nvPr/>
          </p:nvSpPr>
          <p:spPr>
            <a:xfrm>
              <a:off x="2899" y="2719"/>
              <a:ext cx="20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p:txBody>
        </p:sp>
        <p:sp>
          <p:nvSpPr>
            <p:cNvPr id="392" name="Google Shape;392;p32"/>
            <p:cNvSpPr txBox="1"/>
            <p:nvPr/>
          </p:nvSpPr>
          <p:spPr>
            <a:xfrm>
              <a:off x="2382" y="1855"/>
              <a:ext cx="20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p:txBody>
        </p:sp>
        <p:sp>
          <p:nvSpPr>
            <p:cNvPr id="393" name="Google Shape;393;p32"/>
            <p:cNvSpPr txBox="1"/>
            <p:nvPr/>
          </p:nvSpPr>
          <p:spPr>
            <a:xfrm>
              <a:off x="2899" y="1855"/>
              <a:ext cx="20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p:txBody>
        </p:sp>
        <p:sp>
          <p:nvSpPr>
            <p:cNvPr id="394" name="Google Shape;394;p32"/>
            <p:cNvSpPr txBox="1"/>
            <p:nvPr/>
          </p:nvSpPr>
          <p:spPr>
            <a:xfrm>
              <a:off x="3412" y="1471"/>
              <a:ext cx="20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p:txBody>
        </p:sp>
        <p:sp>
          <p:nvSpPr>
            <p:cNvPr id="395" name="Google Shape;395;p32"/>
            <p:cNvSpPr txBox="1"/>
            <p:nvPr/>
          </p:nvSpPr>
          <p:spPr>
            <a:xfrm>
              <a:off x="3394" y="1807"/>
              <a:ext cx="20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p:txBody>
        </p:sp>
        <p:sp>
          <p:nvSpPr>
            <p:cNvPr id="396" name="Google Shape;396;p32"/>
            <p:cNvSpPr txBox="1"/>
            <p:nvPr/>
          </p:nvSpPr>
          <p:spPr>
            <a:xfrm>
              <a:off x="3412" y="2239"/>
              <a:ext cx="20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p:txBody>
        </p:sp>
        <p:sp>
          <p:nvSpPr>
            <p:cNvPr id="397" name="Google Shape;397;p32"/>
            <p:cNvSpPr txBox="1"/>
            <p:nvPr/>
          </p:nvSpPr>
          <p:spPr>
            <a:xfrm>
              <a:off x="2899" y="2239"/>
              <a:ext cx="204" cy="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a:t>
              </a:r>
              <a:endParaRPr sz="2000">
                <a:solidFill>
                  <a:schemeClr val="dk1"/>
                </a:solidFill>
                <a:latin typeface="Helvetica Neue"/>
                <a:ea typeface="Helvetica Neue"/>
                <a:cs typeface="Helvetica Neue"/>
                <a:sym typeface="Helvetica Neue"/>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3"/>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Multiple Granularity Locking Scheme</a:t>
            </a:r>
            <a:endParaRPr/>
          </a:p>
        </p:txBody>
      </p:sp>
      <p:sp>
        <p:nvSpPr>
          <p:cNvPr id="403" name="Google Shape;403;p33"/>
          <p:cNvSpPr txBox="1"/>
          <p:nvPr>
            <p:ph idx="4294967295" type="body"/>
          </p:nvPr>
        </p:nvSpPr>
        <p:spPr>
          <a:xfrm>
            <a:off x="309563" y="828675"/>
            <a:ext cx="8572500" cy="5032375"/>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620"/>
              <a:buChar char="●"/>
            </a:pPr>
            <a:r>
              <a:rPr lang="en-US" sz="1800"/>
              <a:t>Transaction </a:t>
            </a:r>
            <a:r>
              <a:rPr i="1" lang="en-US" sz="1800"/>
              <a:t>T</a:t>
            </a:r>
            <a:r>
              <a:rPr baseline="-25000" i="1" lang="en-US" sz="1800"/>
              <a:t>i</a:t>
            </a:r>
            <a:r>
              <a:rPr lang="en-US" sz="1800"/>
              <a:t> can lock a node </a:t>
            </a:r>
            <a:r>
              <a:rPr i="1" lang="en-US" sz="1800"/>
              <a:t>Q</a:t>
            </a:r>
            <a:r>
              <a:rPr lang="en-US" sz="1800"/>
              <a:t>, using the following rules:</a:t>
            </a:r>
            <a:endParaRPr/>
          </a:p>
          <a:p>
            <a:pPr indent="-342900" lvl="0" marL="342900" rtl="0" algn="l">
              <a:lnSpc>
                <a:spcPct val="90000"/>
              </a:lnSpc>
              <a:spcBef>
                <a:spcPts val="630"/>
              </a:spcBef>
              <a:spcAft>
                <a:spcPts val="0"/>
              </a:spcAft>
              <a:buSzPts val="1620"/>
              <a:buFont typeface="Arial"/>
              <a:buNone/>
            </a:pPr>
            <a:r>
              <a:rPr lang="en-US" sz="1800"/>
              <a:t>  1. The lock compatibility matrix must be observed.</a:t>
            </a:r>
            <a:endParaRPr/>
          </a:p>
          <a:p>
            <a:pPr indent="-342900" lvl="0" marL="342900" rtl="0" algn="l">
              <a:lnSpc>
                <a:spcPct val="80000"/>
              </a:lnSpc>
              <a:spcBef>
                <a:spcPts val="630"/>
              </a:spcBef>
              <a:spcAft>
                <a:spcPts val="0"/>
              </a:spcAft>
              <a:buSzPts val="1620"/>
              <a:buFont typeface="Arial"/>
              <a:buNone/>
            </a:pPr>
            <a:r>
              <a:rPr lang="en-US" sz="1800"/>
              <a:t>  2. The root of the tree must be locked first, and may be locked in </a:t>
            </a:r>
            <a:endParaRPr/>
          </a:p>
          <a:p>
            <a:pPr indent="-342900" lvl="0" marL="342900" rtl="0" algn="l">
              <a:lnSpc>
                <a:spcPct val="80000"/>
              </a:lnSpc>
              <a:spcBef>
                <a:spcPts val="630"/>
              </a:spcBef>
              <a:spcAft>
                <a:spcPts val="0"/>
              </a:spcAft>
              <a:buSzPts val="1620"/>
              <a:buFont typeface="Arial"/>
              <a:buNone/>
            </a:pPr>
            <a:r>
              <a:rPr lang="en-US" sz="1800"/>
              <a:t>       any mode.</a:t>
            </a:r>
            <a:endParaRPr/>
          </a:p>
          <a:p>
            <a:pPr indent="-342900" lvl="0" marL="342900" rtl="0" algn="l">
              <a:lnSpc>
                <a:spcPct val="90000"/>
              </a:lnSpc>
              <a:spcBef>
                <a:spcPts val="630"/>
              </a:spcBef>
              <a:spcAft>
                <a:spcPts val="0"/>
              </a:spcAft>
              <a:buSzPts val="1620"/>
              <a:buFont typeface="Arial"/>
              <a:buNone/>
            </a:pPr>
            <a:r>
              <a:rPr lang="en-US" sz="1800"/>
              <a:t>  3. A node </a:t>
            </a:r>
            <a:r>
              <a:rPr i="1" lang="en-US" sz="1800"/>
              <a:t>Q</a:t>
            </a:r>
            <a:r>
              <a:rPr lang="en-US" sz="1800"/>
              <a:t> can be locked by </a:t>
            </a:r>
            <a:r>
              <a:rPr i="1" lang="en-US" sz="1800"/>
              <a:t>T</a:t>
            </a:r>
            <a:r>
              <a:rPr baseline="-25000" i="1" lang="en-US" sz="1800"/>
              <a:t>i</a:t>
            </a:r>
            <a:r>
              <a:rPr lang="en-US" sz="1800"/>
              <a:t> in S or IS mode only if the parent </a:t>
            </a:r>
            <a:endParaRPr/>
          </a:p>
          <a:p>
            <a:pPr indent="-342900" lvl="0" marL="342900" rtl="0" algn="l">
              <a:lnSpc>
                <a:spcPct val="70000"/>
              </a:lnSpc>
              <a:spcBef>
                <a:spcPts val="630"/>
              </a:spcBef>
              <a:spcAft>
                <a:spcPts val="0"/>
              </a:spcAft>
              <a:buSzPts val="1620"/>
              <a:buFont typeface="Arial"/>
              <a:buNone/>
            </a:pPr>
            <a:r>
              <a:rPr lang="en-US" sz="1800"/>
              <a:t>      of </a:t>
            </a:r>
            <a:r>
              <a:rPr i="1" lang="en-US" sz="1800"/>
              <a:t>Q</a:t>
            </a:r>
            <a:r>
              <a:rPr lang="en-US" sz="1800"/>
              <a:t> is currently locked by </a:t>
            </a:r>
            <a:r>
              <a:rPr i="1" lang="en-US" sz="1800"/>
              <a:t>T</a:t>
            </a:r>
            <a:r>
              <a:rPr baseline="-25000" i="1" lang="en-US" sz="1800"/>
              <a:t>i</a:t>
            </a:r>
            <a:r>
              <a:rPr lang="en-US" sz="1800"/>
              <a:t> in either IX or IS                          </a:t>
            </a:r>
            <a:endParaRPr/>
          </a:p>
          <a:p>
            <a:pPr indent="-342900" lvl="0" marL="342900" rtl="0" algn="l">
              <a:lnSpc>
                <a:spcPct val="60000"/>
              </a:lnSpc>
              <a:spcBef>
                <a:spcPts val="630"/>
              </a:spcBef>
              <a:spcAft>
                <a:spcPts val="0"/>
              </a:spcAft>
              <a:buSzPts val="1620"/>
              <a:buFont typeface="Arial"/>
              <a:buNone/>
            </a:pPr>
            <a:r>
              <a:rPr lang="en-US" sz="1800"/>
              <a:t>      mode.</a:t>
            </a:r>
            <a:endParaRPr/>
          </a:p>
          <a:p>
            <a:pPr indent="-342900" lvl="0" marL="342900" rtl="0" algn="l">
              <a:lnSpc>
                <a:spcPct val="90000"/>
              </a:lnSpc>
              <a:spcBef>
                <a:spcPts val="630"/>
              </a:spcBef>
              <a:spcAft>
                <a:spcPts val="0"/>
              </a:spcAft>
              <a:buSzPts val="1620"/>
              <a:buFont typeface="Arial"/>
              <a:buNone/>
            </a:pPr>
            <a:r>
              <a:rPr lang="en-US" sz="1800"/>
              <a:t>  4. A node </a:t>
            </a:r>
            <a:r>
              <a:rPr i="1" lang="en-US" sz="1800"/>
              <a:t>Q</a:t>
            </a:r>
            <a:r>
              <a:rPr lang="en-US" sz="1800"/>
              <a:t> can be locked by </a:t>
            </a:r>
            <a:r>
              <a:rPr i="1" lang="en-US" sz="1800"/>
              <a:t>T</a:t>
            </a:r>
            <a:r>
              <a:rPr baseline="-25000" i="1" lang="en-US" sz="1800"/>
              <a:t>i</a:t>
            </a:r>
            <a:r>
              <a:rPr lang="en-US" sz="1800"/>
              <a:t> in X, SIX, or IX mode only if the </a:t>
            </a:r>
            <a:endParaRPr/>
          </a:p>
          <a:p>
            <a:pPr indent="-342900" lvl="0" marL="342900" rtl="0" algn="l">
              <a:lnSpc>
                <a:spcPct val="60000"/>
              </a:lnSpc>
              <a:spcBef>
                <a:spcPts val="630"/>
              </a:spcBef>
              <a:spcAft>
                <a:spcPts val="0"/>
              </a:spcAft>
              <a:buSzPts val="1620"/>
              <a:buFont typeface="Arial"/>
              <a:buNone/>
            </a:pPr>
            <a:r>
              <a:rPr lang="en-US" sz="1800"/>
              <a:t>      parent of </a:t>
            </a:r>
            <a:r>
              <a:rPr i="1" lang="en-US" sz="1800"/>
              <a:t>Q</a:t>
            </a:r>
            <a:r>
              <a:rPr lang="en-US" sz="1800"/>
              <a:t> is currently locked by </a:t>
            </a:r>
            <a:r>
              <a:rPr i="1" lang="en-US" sz="1800"/>
              <a:t>T</a:t>
            </a:r>
            <a:r>
              <a:rPr baseline="-25000" i="1" lang="en-US" sz="1800"/>
              <a:t>i</a:t>
            </a:r>
            <a:r>
              <a:rPr lang="en-US" sz="1800"/>
              <a:t> in either IX    </a:t>
            </a:r>
            <a:endParaRPr/>
          </a:p>
          <a:p>
            <a:pPr indent="-342900" lvl="0" marL="342900" rtl="0" algn="l">
              <a:lnSpc>
                <a:spcPct val="80000"/>
              </a:lnSpc>
              <a:spcBef>
                <a:spcPts val="630"/>
              </a:spcBef>
              <a:spcAft>
                <a:spcPts val="0"/>
              </a:spcAft>
              <a:buSzPts val="1620"/>
              <a:buFont typeface="Arial"/>
              <a:buNone/>
            </a:pPr>
            <a:r>
              <a:rPr lang="en-US" sz="1800"/>
              <a:t>      or SIX mode.</a:t>
            </a:r>
            <a:endParaRPr/>
          </a:p>
          <a:p>
            <a:pPr indent="-342900" lvl="0" marL="342900" rtl="0" algn="l">
              <a:lnSpc>
                <a:spcPct val="90000"/>
              </a:lnSpc>
              <a:spcBef>
                <a:spcPts val="630"/>
              </a:spcBef>
              <a:spcAft>
                <a:spcPts val="0"/>
              </a:spcAft>
              <a:buSzPts val="1620"/>
              <a:buFont typeface="Arial"/>
              <a:buNone/>
            </a:pPr>
            <a:r>
              <a:rPr lang="en-US" sz="1800"/>
              <a:t>  5. </a:t>
            </a:r>
            <a:r>
              <a:rPr i="1" lang="en-US" sz="1800"/>
              <a:t>T</a:t>
            </a:r>
            <a:r>
              <a:rPr baseline="-25000" i="1" lang="en-US" sz="1800"/>
              <a:t>i</a:t>
            </a:r>
            <a:r>
              <a:rPr lang="en-US" sz="1800"/>
              <a:t> can lock a node only if it has not previously unlocked any node </a:t>
            </a:r>
            <a:endParaRPr/>
          </a:p>
          <a:p>
            <a:pPr indent="-342900" lvl="0" marL="342900" rtl="0" algn="l">
              <a:lnSpc>
                <a:spcPct val="80000"/>
              </a:lnSpc>
              <a:spcBef>
                <a:spcPts val="630"/>
              </a:spcBef>
              <a:spcAft>
                <a:spcPts val="0"/>
              </a:spcAft>
              <a:buSzPts val="1620"/>
              <a:buFont typeface="Arial"/>
              <a:buNone/>
            </a:pPr>
            <a:r>
              <a:rPr lang="en-US" sz="1800"/>
              <a:t>      (that is, </a:t>
            </a:r>
            <a:r>
              <a:rPr i="1" lang="en-US" sz="1800"/>
              <a:t>T</a:t>
            </a:r>
            <a:r>
              <a:rPr baseline="-25000" i="1" lang="en-US" sz="1800"/>
              <a:t>i</a:t>
            </a:r>
            <a:r>
              <a:rPr i="1" lang="en-US" sz="1800"/>
              <a:t> </a:t>
            </a:r>
            <a:r>
              <a:rPr lang="en-US" sz="1800"/>
              <a:t>is two-phase).</a:t>
            </a:r>
            <a:endParaRPr/>
          </a:p>
          <a:p>
            <a:pPr indent="-342900" lvl="0" marL="342900" rtl="0" algn="l">
              <a:lnSpc>
                <a:spcPct val="80000"/>
              </a:lnSpc>
              <a:spcBef>
                <a:spcPts val="630"/>
              </a:spcBef>
              <a:spcAft>
                <a:spcPts val="0"/>
              </a:spcAft>
              <a:buSzPts val="1620"/>
              <a:buFont typeface="Arial"/>
              <a:buNone/>
            </a:pPr>
            <a:r>
              <a:rPr lang="en-US" sz="1800"/>
              <a:t>  6. </a:t>
            </a:r>
            <a:r>
              <a:rPr i="1" lang="en-US" sz="1800"/>
              <a:t>T</a:t>
            </a:r>
            <a:r>
              <a:rPr baseline="-25000" i="1" lang="en-US" sz="1800"/>
              <a:t>i</a:t>
            </a:r>
            <a:r>
              <a:rPr i="1" lang="en-US" sz="1800"/>
              <a:t> </a:t>
            </a:r>
            <a:r>
              <a:rPr lang="en-US" sz="1800"/>
              <a:t>can unlock a node </a:t>
            </a:r>
            <a:r>
              <a:rPr i="1" lang="en-US" sz="1800"/>
              <a:t>Q</a:t>
            </a:r>
            <a:r>
              <a:rPr lang="en-US" sz="1800"/>
              <a:t> only if none of the children of </a:t>
            </a:r>
            <a:r>
              <a:rPr i="1" lang="en-US" sz="1800"/>
              <a:t>Q</a:t>
            </a:r>
            <a:r>
              <a:rPr lang="en-US" sz="1800"/>
              <a:t> are </a:t>
            </a:r>
            <a:endParaRPr/>
          </a:p>
          <a:p>
            <a:pPr indent="-342900" lvl="0" marL="342900" rtl="0" algn="l">
              <a:lnSpc>
                <a:spcPct val="70000"/>
              </a:lnSpc>
              <a:spcBef>
                <a:spcPts val="630"/>
              </a:spcBef>
              <a:spcAft>
                <a:spcPts val="0"/>
              </a:spcAft>
              <a:buSzPts val="1620"/>
              <a:buFont typeface="Arial"/>
              <a:buNone/>
            </a:pPr>
            <a:r>
              <a:rPr lang="en-US" sz="1800"/>
              <a:t>      currently locked by </a:t>
            </a:r>
            <a:r>
              <a:rPr i="1" lang="en-US" sz="1800"/>
              <a:t>T</a:t>
            </a:r>
            <a:r>
              <a:rPr baseline="-25000" i="1" lang="en-US" sz="1800"/>
              <a:t>i</a:t>
            </a:r>
            <a:r>
              <a:rPr i="1" lang="en-US" sz="1800"/>
              <a:t>.</a:t>
            </a:r>
            <a:endParaRPr sz="1800"/>
          </a:p>
          <a:p>
            <a:pPr indent="-342900" lvl="0" marL="342900" rtl="0" algn="l">
              <a:lnSpc>
                <a:spcPct val="90000"/>
              </a:lnSpc>
              <a:spcBef>
                <a:spcPts val="630"/>
              </a:spcBef>
              <a:spcAft>
                <a:spcPts val="0"/>
              </a:spcAft>
              <a:buSzPts val="1620"/>
              <a:buChar char="●"/>
            </a:pPr>
            <a:r>
              <a:rPr lang="en-US" sz="1800"/>
              <a:t>Observe that locks are acquired in root-to-leaf order, </a:t>
            </a:r>
            <a:br>
              <a:rPr lang="en-US" sz="1800"/>
            </a:br>
            <a:r>
              <a:rPr lang="en-US" sz="1800"/>
              <a:t>whereas they are released in leaf-to-root order.</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4"/>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Multiversion Schemes</a:t>
            </a:r>
            <a:endParaRPr/>
          </a:p>
        </p:txBody>
      </p:sp>
      <p:sp>
        <p:nvSpPr>
          <p:cNvPr id="409" name="Google Shape;409;p34"/>
          <p:cNvSpPr txBox="1"/>
          <p:nvPr>
            <p:ph idx="4294967295" type="body"/>
          </p:nvPr>
        </p:nvSpPr>
        <p:spPr>
          <a:xfrm>
            <a:off x="571500" y="16764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Multiversion schemes keep old versions of data item to increase concurrency.</a:t>
            </a:r>
            <a:endParaRPr/>
          </a:p>
          <a:p>
            <a:pPr indent="-285750" lvl="1" marL="742950" rtl="0" algn="l">
              <a:spcBef>
                <a:spcPts val="630"/>
              </a:spcBef>
              <a:spcAft>
                <a:spcPts val="0"/>
              </a:spcAft>
              <a:buSzPts val="1890"/>
              <a:buChar char="🟉"/>
            </a:pPr>
            <a:r>
              <a:rPr lang="en-US"/>
              <a:t>Multiversion Timestamp Ordering</a:t>
            </a:r>
            <a:endParaRPr/>
          </a:p>
          <a:p>
            <a:pPr indent="-285750" lvl="1" marL="742950" rtl="0" algn="l">
              <a:spcBef>
                <a:spcPts val="630"/>
              </a:spcBef>
              <a:spcAft>
                <a:spcPts val="0"/>
              </a:spcAft>
              <a:buSzPts val="1890"/>
              <a:buChar char="🟉"/>
            </a:pPr>
            <a:r>
              <a:rPr lang="en-US"/>
              <a:t>Multiversion Two-Phase Locking</a:t>
            </a:r>
            <a:endParaRPr/>
          </a:p>
          <a:p>
            <a:pPr indent="-342900" lvl="0" marL="342900" rtl="0" algn="l">
              <a:spcBef>
                <a:spcPts val="700"/>
              </a:spcBef>
              <a:spcAft>
                <a:spcPts val="0"/>
              </a:spcAft>
              <a:buSzPts val="1800"/>
              <a:buChar char="●"/>
            </a:pPr>
            <a:r>
              <a:rPr lang="en-US"/>
              <a:t>Each successful </a:t>
            </a:r>
            <a:r>
              <a:rPr b="1" lang="en-US"/>
              <a:t>write</a:t>
            </a:r>
            <a:r>
              <a:rPr lang="en-US"/>
              <a:t> results in the creation of a new version of the data item written.</a:t>
            </a:r>
            <a:endParaRPr/>
          </a:p>
          <a:p>
            <a:pPr indent="-342900" lvl="0" marL="342900" rtl="0" algn="l">
              <a:spcBef>
                <a:spcPts val="700"/>
              </a:spcBef>
              <a:spcAft>
                <a:spcPts val="0"/>
              </a:spcAft>
              <a:buSzPts val="1800"/>
              <a:buChar char="●"/>
            </a:pPr>
            <a:r>
              <a:rPr lang="en-US"/>
              <a:t>Use timestamps to label versions.</a:t>
            </a:r>
            <a:endParaRPr/>
          </a:p>
          <a:p>
            <a:pPr indent="-342900" lvl="0" marL="342900" rtl="0" algn="l">
              <a:spcBef>
                <a:spcPts val="700"/>
              </a:spcBef>
              <a:spcAft>
                <a:spcPts val="0"/>
              </a:spcAft>
              <a:buSzPts val="1800"/>
              <a:buChar char="●"/>
            </a:pPr>
            <a:r>
              <a:rPr lang="en-US"/>
              <a:t>When a </a:t>
            </a:r>
            <a:r>
              <a:rPr b="1" lang="en-US"/>
              <a:t>read</a:t>
            </a:r>
            <a:r>
              <a:rPr lang="en-US"/>
              <a:t>(</a:t>
            </a:r>
            <a:r>
              <a:rPr i="1" lang="en-US"/>
              <a:t>Q</a:t>
            </a:r>
            <a:r>
              <a:rPr lang="en-US"/>
              <a:t>) operation is issued, select an appropriate version of </a:t>
            </a:r>
            <a:r>
              <a:rPr i="1" lang="en-US"/>
              <a:t>Q</a:t>
            </a:r>
            <a:r>
              <a:rPr lang="en-US"/>
              <a:t> based on the timestamp of the transaction, and return the value of the selected version.  </a:t>
            </a:r>
            <a:endParaRPr/>
          </a:p>
          <a:p>
            <a:pPr indent="-342900" lvl="0" marL="342900" rtl="0" algn="l">
              <a:spcBef>
                <a:spcPts val="700"/>
              </a:spcBef>
              <a:spcAft>
                <a:spcPts val="0"/>
              </a:spcAft>
              <a:buSzPts val="1800"/>
              <a:buChar char="●"/>
            </a:pPr>
            <a:r>
              <a:rPr b="1" lang="en-US"/>
              <a:t>read</a:t>
            </a:r>
            <a:r>
              <a:rPr lang="en-US"/>
              <a:t>s never have to wait as an appropriate version is returned immediately.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5"/>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Multiversion Timestamp Ordering</a:t>
            </a:r>
            <a:endParaRPr/>
          </a:p>
        </p:txBody>
      </p:sp>
      <p:sp>
        <p:nvSpPr>
          <p:cNvPr id="415" name="Google Shape;415;p35"/>
          <p:cNvSpPr txBox="1"/>
          <p:nvPr>
            <p:ph idx="4294967295" type="body"/>
          </p:nvPr>
        </p:nvSpPr>
        <p:spPr>
          <a:xfrm>
            <a:off x="571500" y="16764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Each data item </a:t>
            </a:r>
            <a:r>
              <a:rPr i="1" lang="en-US"/>
              <a:t>Q</a:t>
            </a:r>
            <a:r>
              <a:rPr lang="en-US"/>
              <a:t> has a sequence of versions &lt;</a:t>
            </a:r>
            <a:r>
              <a:rPr i="1" lang="en-US"/>
              <a:t>Q</a:t>
            </a:r>
            <a:r>
              <a:rPr baseline="-25000" i="1" lang="en-US"/>
              <a:t>1</a:t>
            </a:r>
            <a:r>
              <a:rPr i="1" lang="en-US"/>
              <a:t>, Q</a:t>
            </a:r>
            <a:r>
              <a:rPr baseline="-25000" i="1" lang="en-US"/>
              <a:t>2</a:t>
            </a:r>
            <a:r>
              <a:rPr i="1" lang="en-US"/>
              <a:t>,...., Q</a:t>
            </a:r>
            <a:r>
              <a:rPr baseline="-25000" i="1" lang="en-US"/>
              <a:t>m</a:t>
            </a:r>
            <a:r>
              <a:rPr lang="en-US"/>
              <a:t>&gt;. Each version </a:t>
            </a:r>
            <a:r>
              <a:rPr i="1" lang="en-US"/>
              <a:t>Q</a:t>
            </a:r>
            <a:r>
              <a:rPr baseline="-25000" i="1" lang="en-US"/>
              <a:t>k</a:t>
            </a:r>
            <a:r>
              <a:rPr lang="en-US"/>
              <a:t> contains three data fields:</a:t>
            </a:r>
            <a:endParaRPr/>
          </a:p>
          <a:p>
            <a:pPr indent="-285750" lvl="1" marL="742950" rtl="0" algn="l">
              <a:spcBef>
                <a:spcPts val="630"/>
              </a:spcBef>
              <a:spcAft>
                <a:spcPts val="0"/>
              </a:spcAft>
              <a:buSzPts val="1890"/>
              <a:buChar char="🟉"/>
            </a:pPr>
            <a:r>
              <a:rPr b="1" lang="en-US"/>
              <a:t>Content</a:t>
            </a:r>
            <a:r>
              <a:rPr lang="en-US"/>
              <a:t> -- the value of version </a:t>
            </a:r>
            <a:r>
              <a:rPr i="1" lang="en-US"/>
              <a:t>Q</a:t>
            </a:r>
            <a:r>
              <a:rPr baseline="-25000" i="1" lang="en-US"/>
              <a:t>k</a:t>
            </a:r>
            <a:r>
              <a:rPr i="1" lang="en-US"/>
              <a:t>.</a:t>
            </a:r>
            <a:endParaRPr/>
          </a:p>
          <a:p>
            <a:pPr indent="-285750" lvl="1" marL="742950" rtl="0" algn="l">
              <a:spcBef>
                <a:spcPts val="630"/>
              </a:spcBef>
              <a:spcAft>
                <a:spcPts val="0"/>
              </a:spcAft>
              <a:buSzPts val="1890"/>
              <a:buChar char="🟉"/>
            </a:pPr>
            <a:r>
              <a:rPr b="1" lang="en-US"/>
              <a:t>W-timestamp</a:t>
            </a:r>
            <a:r>
              <a:rPr lang="en-US"/>
              <a:t>(</a:t>
            </a:r>
            <a:r>
              <a:rPr i="1" lang="en-US"/>
              <a:t>Q</a:t>
            </a:r>
            <a:r>
              <a:rPr baseline="-25000" i="1" lang="en-US"/>
              <a:t>k</a:t>
            </a:r>
            <a:r>
              <a:rPr lang="en-US"/>
              <a:t>) -- timestamp of the transaction that created (wrote) version Q</a:t>
            </a:r>
            <a:r>
              <a:rPr baseline="-25000" lang="en-US"/>
              <a:t>k</a:t>
            </a:r>
            <a:endParaRPr/>
          </a:p>
          <a:p>
            <a:pPr indent="-285750" lvl="1" marL="742950" rtl="0" algn="l">
              <a:spcBef>
                <a:spcPts val="630"/>
              </a:spcBef>
              <a:spcAft>
                <a:spcPts val="0"/>
              </a:spcAft>
              <a:buSzPts val="1890"/>
              <a:buChar char="🟉"/>
            </a:pPr>
            <a:r>
              <a:rPr b="1" lang="en-US"/>
              <a:t>R-timestamp</a:t>
            </a:r>
            <a:r>
              <a:rPr lang="en-US"/>
              <a:t>(</a:t>
            </a:r>
            <a:r>
              <a:rPr i="1" lang="en-US"/>
              <a:t>Q</a:t>
            </a:r>
            <a:r>
              <a:rPr baseline="-25000" i="1" lang="en-US"/>
              <a:t>k</a:t>
            </a:r>
            <a:r>
              <a:rPr lang="en-US"/>
              <a:t>) -- largest timestamp of a transaction that successfully read version Q</a:t>
            </a:r>
            <a:r>
              <a:rPr baseline="-25000" lang="en-US"/>
              <a:t>k</a:t>
            </a:r>
            <a:endParaRPr/>
          </a:p>
          <a:p>
            <a:pPr indent="-342900" lvl="0" marL="342900" rtl="0" algn="l">
              <a:spcBef>
                <a:spcPts val="700"/>
              </a:spcBef>
              <a:spcAft>
                <a:spcPts val="0"/>
              </a:spcAft>
              <a:buSzPts val="1800"/>
              <a:buChar char="●"/>
            </a:pPr>
            <a:r>
              <a:rPr lang="en-US"/>
              <a:t>when a transaction </a:t>
            </a:r>
            <a:r>
              <a:rPr i="1" lang="en-US"/>
              <a:t>T</a:t>
            </a:r>
            <a:r>
              <a:rPr baseline="-25000" i="1" lang="en-US"/>
              <a:t>i</a:t>
            </a:r>
            <a:r>
              <a:rPr i="1" lang="en-US"/>
              <a:t> </a:t>
            </a:r>
            <a:r>
              <a:rPr lang="en-US"/>
              <a:t>creates a new version </a:t>
            </a:r>
            <a:r>
              <a:rPr i="1" lang="en-US"/>
              <a:t>Q</a:t>
            </a:r>
            <a:r>
              <a:rPr baseline="-25000" i="1" lang="en-US"/>
              <a:t>k</a:t>
            </a:r>
            <a:r>
              <a:rPr lang="en-US"/>
              <a:t> of </a:t>
            </a:r>
            <a:r>
              <a:rPr i="1" lang="en-US"/>
              <a:t>Q</a:t>
            </a:r>
            <a:r>
              <a:rPr lang="en-US"/>
              <a:t>, Q</a:t>
            </a:r>
            <a:r>
              <a:rPr baseline="-25000" lang="en-US"/>
              <a:t>k</a:t>
            </a:r>
            <a:r>
              <a:rPr lang="en-US"/>
              <a:t>'s W-timestamp and R-timestamp are initialized to TS(</a:t>
            </a:r>
            <a:r>
              <a:rPr i="1" lang="en-US"/>
              <a:t>T</a:t>
            </a:r>
            <a:r>
              <a:rPr baseline="-25000" i="1" lang="en-US"/>
              <a:t>i</a:t>
            </a:r>
            <a:r>
              <a:rPr lang="en-US"/>
              <a:t>). </a:t>
            </a:r>
            <a:endParaRPr/>
          </a:p>
          <a:p>
            <a:pPr indent="-342900" lvl="0" marL="342900" rtl="0" algn="l">
              <a:spcBef>
                <a:spcPts val="700"/>
              </a:spcBef>
              <a:spcAft>
                <a:spcPts val="0"/>
              </a:spcAft>
              <a:buSzPts val="1800"/>
              <a:buChar char="●"/>
            </a:pPr>
            <a:r>
              <a:rPr lang="en-US"/>
              <a:t>R-timestamp of </a:t>
            </a:r>
            <a:r>
              <a:rPr i="1" lang="en-US"/>
              <a:t>Q</a:t>
            </a:r>
            <a:r>
              <a:rPr baseline="-25000" i="1" lang="en-US"/>
              <a:t>k</a:t>
            </a:r>
            <a:r>
              <a:rPr lang="en-US"/>
              <a:t> is updated whenever a transaction </a:t>
            </a:r>
            <a:r>
              <a:rPr i="1" lang="en-US"/>
              <a:t>T</a:t>
            </a:r>
            <a:r>
              <a:rPr baseline="-25000" i="1" lang="en-US"/>
              <a:t>j</a:t>
            </a:r>
            <a:r>
              <a:rPr lang="en-US"/>
              <a:t> reads </a:t>
            </a:r>
            <a:r>
              <a:rPr i="1" lang="en-US"/>
              <a:t>Q</a:t>
            </a:r>
            <a:r>
              <a:rPr baseline="-25000" i="1" lang="en-US"/>
              <a:t>k</a:t>
            </a:r>
            <a:r>
              <a:rPr lang="en-US"/>
              <a:t>, and TS(</a:t>
            </a:r>
            <a:r>
              <a:rPr i="1" lang="en-US"/>
              <a:t>T</a:t>
            </a:r>
            <a:r>
              <a:rPr baseline="-25000" i="1" lang="en-US"/>
              <a:t>j</a:t>
            </a:r>
            <a:r>
              <a:rPr lang="en-US"/>
              <a:t>) &gt; R-timestamp(</a:t>
            </a:r>
            <a:r>
              <a:rPr i="1" lang="en-US"/>
              <a:t>Q</a:t>
            </a:r>
            <a:r>
              <a:rPr baseline="-25000" i="1" lang="en-US"/>
              <a:t>k</a:t>
            </a:r>
            <a:r>
              <a:rPr lang="en-US"/>
              <a: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6"/>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Multiversion Timestamp Ordering (Cont)</a:t>
            </a:r>
            <a:endParaRPr/>
          </a:p>
        </p:txBody>
      </p:sp>
      <p:sp>
        <p:nvSpPr>
          <p:cNvPr id="421" name="Google Shape;421;p36"/>
          <p:cNvSpPr txBox="1"/>
          <p:nvPr>
            <p:ph idx="4294967295" type="body"/>
          </p:nvPr>
        </p:nvSpPr>
        <p:spPr>
          <a:xfrm>
            <a:off x="571500" y="1114425"/>
            <a:ext cx="8267700"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00"/>
              <a:buChar char="●"/>
            </a:pPr>
            <a:r>
              <a:rPr lang="en-US"/>
              <a:t>The multiversion timestamp scheme presented next ensures serializability. </a:t>
            </a:r>
            <a:endParaRPr/>
          </a:p>
          <a:p>
            <a:pPr indent="-342900" lvl="0" marL="342900" rtl="0" algn="l">
              <a:lnSpc>
                <a:spcPct val="110000"/>
              </a:lnSpc>
              <a:spcBef>
                <a:spcPts val="700"/>
              </a:spcBef>
              <a:spcAft>
                <a:spcPts val="0"/>
              </a:spcAft>
              <a:buSzPts val="1800"/>
              <a:buChar char="●"/>
            </a:pPr>
            <a:r>
              <a:rPr lang="en-US"/>
              <a:t>Suppose that transaction </a:t>
            </a:r>
            <a:r>
              <a:rPr i="1" lang="en-US"/>
              <a:t>T</a:t>
            </a:r>
            <a:r>
              <a:rPr baseline="-25000" i="1" lang="en-US"/>
              <a:t>i</a:t>
            </a:r>
            <a:r>
              <a:rPr i="1" lang="en-US"/>
              <a:t> </a:t>
            </a:r>
            <a:r>
              <a:rPr lang="en-US"/>
              <a:t>issues a </a:t>
            </a:r>
            <a:r>
              <a:rPr b="1" lang="en-US"/>
              <a:t>read</a:t>
            </a:r>
            <a:r>
              <a:rPr lang="en-US"/>
              <a:t>(</a:t>
            </a:r>
            <a:r>
              <a:rPr i="1" lang="en-US"/>
              <a:t>Q</a:t>
            </a:r>
            <a:r>
              <a:rPr lang="en-US"/>
              <a:t>) or </a:t>
            </a:r>
            <a:r>
              <a:rPr b="1" lang="en-US"/>
              <a:t>write</a:t>
            </a:r>
            <a:r>
              <a:rPr lang="en-US"/>
              <a:t>(</a:t>
            </a:r>
            <a:r>
              <a:rPr i="1" lang="en-US"/>
              <a:t>Q</a:t>
            </a:r>
            <a:r>
              <a:rPr lang="en-US"/>
              <a:t>) operation.  Let </a:t>
            </a:r>
            <a:r>
              <a:rPr i="1" lang="en-US"/>
              <a:t>Q</a:t>
            </a:r>
            <a:r>
              <a:rPr baseline="-25000" i="1" lang="en-US"/>
              <a:t>k</a:t>
            </a:r>
            <a:r>
              <a:rPr lang="en-US"/>
              <a:t> denote the version of </a:t>
            </a:r>
            <a:r>
              <a:rPr i="1" lang="en-US"/>
              <a:t>Q</a:t>
            </a:r>
            <a:r>
              <a:rPr lang="en-US"/>
              <a:t> whose write timestamp is the largest write timestamp less than or equal to TS(</a:t>
            </a:r>
            <a:r>
              <a:rPr i="1" lang="en-US"/>
              <a:t>T</a:t>
            </a:r>
            <a:r>
              <a:rPr baseline="-25000" lang="en-US"/>
              <a:t>i</a:t>
            </a:r>
            <a:r>
              <a:rPr lang="en-US"/>
              <a:t>).</a:t>
            </a:r>
            <a:endParaRPr/>
          </a:p>
          <a:p>
            <a:pPr indent="-342900" lvl="0" marL="342900" rtl="0" algn="l">
              <a:lnSpc>
                <a:spcPct val="90000"/>
              </a:lnSpc>
              <a:spcBef>
                <a:spcPts val="700"/>
              </a:spcBef>
              <a:spcAft>
                <a:spcPts val="0"/>
              </a:spcAft>
              <a:buSzPts val="1800"/>
              <a:buFont typeface="Arial"/>
              <a:buNone/>
            </a:pPr>
            <a:r>
              <a:rPr lang="en-US"/>
              <a:t>  1.  If transaction </a:t>
            </a:r>
            <a:r>
              <a:rPr i="1" lang="en-US"/>
              <a:t>T</a:t>
            </a:r>
            <a:r>
              <a:rPr baseline="-25000" i="1" lang="en-US"/>
              <a:t>i</a:t>
            </a:r>
            <a:r>
              <a:rPr lang="en-US"/>
              <a:t> issues a </a:t>
            </a:r>
            <a:r>
              <a:rPr b="1" lang="en-US"/>
              <a:t>read</a:t>
            </a:r>
            <a:r>
              <a:rPr lang="en-US"/>
              <a:t>(</a:t>
            </a:r>
            <a:r>
              <a:rPr i="1" lang="en-US"/>
              <a:t>Q</a:t>
            </a:r>
            <a:r>
              <a:rPr lang="en-US"/>
              <a:t>), then the value returned is the       </a:t>
            </a:r>
            <a:endParaRPr/>
          </a:p>
          <a:p>
            <a:pPr indent="-342900" lvl="0" marL="342900" rtl="0" algn="l">
              <a:lnSpc>
                <a:spcPct val="40000"/>
              </a:lnSpc>
              <a:spcBef>
                <a:spcPts val="700"/>
              </a:spcBef>
              <a:spcAft>
                <a:spcPts val="0"/>
              </a:spcAft>
              <a:buSzPts val="1800"/>
              <a:buFont typeface="Arial"/>
              <a:buNone/>
            </a:pPr>
            <a:r>
              <a:rPr lang="en-US"/>
              <a:t>       content of version Q</a:t>
            </a:r>
            <a:r>
              <a:rPr baseline="-25000" lang="en-US"/>
              <a:t>k</a:t>
            </a:r>
            <a:r>
              <a:rPr lang="en-US"/>
              <a:t>.</a:t>
            </a:r>
            <a:endParaRPr/>
          </a:p>
          <a:p>
            <a:pPr indent="-342900" lvl="0" marL="342900" rtl="0" algn="l">
              <a:lnSpc>
                <a:spcPct val="90000"/>
              </a:lnSpc>
              <a:spcBef>
                <a:spcPts val="700"/>
              </a:spcBef>
              <a:spcAft>
                <a:spcPts val="0"/>
              </a:spcAft>
              <a:buSzPts val="1800"/>
              <a:buFont typeface="Arial"/>
              <a:buNone/>
            </a:pPr>
            <a:r>
              <a:rPr lang="en-US"/>
              <a:t>  2.  If transaction </a:t>
            </a:r>
            <a:r>
              <a:rPr i="1" lang="en-US"/>
              <a:t>T</a:t>
            </a:r>
            <a:r>
              <a:rPr baseline="-25000" i="1" lang="en-US"/>
              <a:t>i</a:t>
            </a:r>
            <a:r>
              <a:rPr lang="en-US"/>
              <a:t> issues a </a:t>
            </a:r>
            <a:r>
              <a:rPr b="1" lang="en-US"/>
              <a:t> write</a:t>
            </a:r>
            <a:r>
              <a:rPr lang="en-US"/>
              <a:t>(</a:t>
            </a:r>
            <a:r>
              <a:rPr i="1" lang="en-US"/>
              <a:t>Q</a:t>
            </a:r>
            <a:r>
              <a:rPr lang="en-US"/>
              <a:t>), and if TS(</a:t>
            </a:r>
            <a:r>
              <a:rPr i="1" lang="en-US"/>
              <a:t>T</a:t>
            </a:r>
            <a:r>
              <a:rPr baseline="-25000" i="1" lang="en-US"/>
              <a:t>i</a:t>
            </a:r>
            <a:r>
              <a:rPr lang="en-US"/>
              <a:t>) </a:t>
            </a:r>
            <a:r>
              <a:rPr i="1" lang="en-US"/>
              <a:t>&lt;</a:t>
            </a:r>
            <a:r>
              <a:rPr lang="en-US"/>
              <a:t> R-</a:t>
            </a:r>
            <a:endParaRPr/>
          </a:p>
          <a:p>
            <a:pPr indent="-342900" lvl="0" marL="342900" rtl="0" algn="l">
              <a:lnSpc>
                <a:spcPct val="60000"/>
              </a:lnSpc>
              <a:spcBef>
                <a:spcPts val="700"/>
              </a:spcBef>
              <a:spcAft>
                <a:spcPts val="0"/>
              </a:spcAft>
              <a:buSzPts val="1800"/>
              <a:buFont typeface="Arial"/>
              <a:buNone/>
            </a:pPr>
            <a:r>
              <a:rPr lang="en-US"/>
              <a:t>       timestamp(</a:t>
            </a:r>
            <a:r>
              <a:rPr i="1" lang="en-US"/>
              <a:t>Q</a:t>
            </a:r>
            <a:r>
              <a:rPr baseline="-25000" i="1" lang="en-US"/>
              <a:t>k</a:t>
            </a:r>
            <a:r>
              <a:rPr lang="en-US"/>
              <a:t>), then transaction </a:t>
            </a:r>
            <a:r>
              <a:rPr i="1" lang="en-US"/>
              <a:t>T</a:t>
            </a:r>
            <a:r>
              <a:rPr baseline="-25000" i="1" lang="en-US"/>
              <a:t>i</a:t>
            </a:r>
            <a:r>
              <a:rPr lang="en-US"/>
              <a:t> is rolled </a:t>
            </a:r>
            <a:endParaRPr/>
          </a:p>
          <a:p>
            <a:pPr indent="-342900" lvl="0" marL="342900" rtl="0" algn="l">
              <a:lnSpc>
                <a:spcPct val="70000"/>
              </a:lnSpc>
              <a:spcBef>
                <a:spcPts val="700"/>
              </a:spcBef>
              <a:spcAft>
                <a:spcPts val="0"/>
              </a:spcAft>
              <a:buSzPts val="1800"/>
              <a:buFont typeface="Arial"/>
              <a:buNone/>
            </a:pPr>
            <a:r>
              <a:rPr lang="en-US"/>
              <a:t>       back. Otherwise,  if TS(</a:t>
            </a:r>
            <a:r>
              <a:rPr i="1" lang="en-US"/>
              <a:t>T</a:t>
            </a:r>
            <a:r>
              <a:rPr baseline="-25000" lang="en-US"/>
              <a:t>i</a:t>
            </a:r>
            <a:r>
              <a:rPr lang="en-US"/>
              <a:t>) </a:t>
            </a:r>
            <a:r>
              <a:rPr i="1" lang="en-US"/>
              <a:t>=</a:t>
            </a:r>
            <a:r>
              <a:rPr lang="en-US"/>
              <a:t> W-timestamp(</a:t>
            </a:r>
            <a:r>
              <a:rPr i="1" lang="en-US"/>
              <a:t>Q</a:t>
            </a:r>
            <a:r>
              <a:rPr baseline="-25000" i="1" lang="en-US"/>
              <a:t>k</a:t>
            </a:r>
            <a:r>
              <a:rPr lang="en-US"/>
              <a:t>), the contents of </a:t>
            </a:r>
            <a:r>
              <a:rPr i="1" lang="en-US"/>
              <a:t>Q</a:t>
            </a:r>
            <a:r>
              <a:rPr baseline="-25000" i="1" lang="en-US"/>
              <a:t>k</a:t>
            </a:r>
            <a:r>
              <a:rPr lang="en-US"/>
              <a:t> </a:t>
            </a:r>
            <a:endParaRPr/>
          </a:p>
          <a:p>
            <a:pPr indent="-342900" lvl="0" marL="342900" rtl="0" algn="l">
              <a:lnSpc>
                <a:spcPct val="50000"/>
              </a:lnSpc>
              <a:spcBef>
                <a:spcPts val="700"/>
              </a:spcBef>
              <a:spcAft>
                <a:spcPts val="0"/>
              </a:spcAft>
              <a:buSzPts val="1800"/>
              <a:buFont typeface="Arial"/>
              <a:buNone/>
            </a:pPr>
            <a:r>
              <a:rPr lang="en-US"/>
              <a:t>       are overwritten, otherwise a new version of </a:t>
            </a:r>
            <a:r>
              <a:rPr i="1" lang="en-US"/>
              <a:t>Q</a:t>
            </a:r>
            <a:r>
              <a:rPr lang="en-US"/>
              <a:t> is created.</a:t>
            </a:r>
            <a:endParaRPr/>
          </a:p>
          <a:p>
            <a:pPr indent="-342900" lvl="0" marL="342900" rtl="0" algn="l">
              <a:lnSpc>
                <a:spcPct val="90000"/>
              </a:lnSpc>
              <a:spcBef>
                <a:spcPts val="700"/>
              </a:spcBef>
              <a:spcAft>
                <a:spcPts val="0"/>
              </a:spcAft>
              <a:buSzPts val="1800"/>
              <a:buChar char="●"/>
            </a:pPr>
            <a:r>
              <a:rPr lang="en-US"/>
              <a:t>Reads always succeed; a write by </a:t>
            </a:r>
            <a:r>
              <a:rPr i="1" lang="en-US"/>
              <a:t>T</a:t>
            </a:r>
            <a:r>
              <a:rPr baseline="-25000" i="1" lang="en-US"/>
              <a:t>i</a:t>
            </a:r>
            <a:r>
              <a:rPr lang="en-US"/>
              <a:t> is rejected if some other transaction </a:t>
            </a:r>
            <a:r>
              <a:rPr i="1" lang="en-US"/>
              <a:t>T</a:t>
            </a:r>
            <a:r>
              <a:rPr baseline="-25000" i="1" lang="en-US"/>
              <a:t>j</a:t>
            </a:r>
            <a:r>
              <a:rPr lang="en-US"/>
              <a:t> that (in the serialization order defined by the timestamp values) should read </a:t>
            </a:r>
            <a:r>
              <a:rPr i="1" lang="en-US"/>
              <a:t>T</a:t>
            </a:r>
            <a:r>
              <a:rPr baseline="-25000" i="1" lang="en-US"/>
              <a:t>i</a:t>
            </a:r>
            <a:r>
              <a:rPr lang="en-US"/>
              <a:t>'s write, has already read a version created by a transaction older than </a:t>
            </a:r>
            <a:r>
              <a:rPr i="1" lang="en-US"/>
              <a:t>T</a:t>
            </a:r>
            <a:r>
              <a:rPr baseline="-25000" i="1" lang="en-US"/>
              <a:t>i</a:t>
            </a:r>
            <a:r>
              <a:rPr lang="en-US"/>
              <a: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7"/>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Multiversion Two-Phase Locking</a:t>
            </a:r>
            <a:endParaRPr/>
          </a:p>
        </p:txBody>
      </p:sp>
      <p:sp>
        <p:nvSpPr>
          <p:cNvPr id="427" name="Google Shape;427;p37"/>
          <p:cNvSpPr txBox="1"/>
          <p:nvPr>
            <p:ph idx="4294967295" type="body"/>
          </p:nvPr>
        </p:nvSpPr>
        <p:spPr>
          <a:xfrm>
            <a:off x="571500" y="12573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Differentiates between read-only transactions and update transactions</a:t>
            </a:r>
            <a:endParaRPr/>
          </a:p>
          <a:p>
            <a:pPr indent="-342900" lvl="0" marL="342900" rtl="0" algn="l">
              <a:spcBef>
                <a:spcPts val="700"/>
              </a:spcBef>
              <a:spcAft>
                <a:spcPts val="0"/>
              </a:spcAft>
              <a:buSzPts val="1800"/>
              <a:buChar char="●"/>
            </a:pPr>
            <a:r>
              <a:rPr i="1" lang="en-US">
                <a:solidFill>
                  <a:schemeClr val="dk2"/>
                </a:solidFill>
              </a:rPr>
              <a:t>Update transactions</a:t>
            </a:r>
            <a:r>
              <a:rPr lang="en-US"/>
              <a:t> acquire read and write locks, and hold all locks up to the end of the transaction. That is, update transactions follow rigorous two-phase locking.</a:t>
            </a:r>
            <a:endParaRPr/>
          </a:p>
          <a:p>
            <a:pPr indent="-285750" lvl="1" marL="742950" rtl="0" algn="l">
              <a:spcBef>
                <a:spcPts val="630"/>
              </a:spcBef>
              <a:spcAft>
                <a:spcPts val="0"/>
              </a:spcAft>
              <a:buSzPts val="1890"/>
              <a:buChar char="🟉"/>
            </a:pPr>
            <a:r>
              <a:rPr lang="en-US"/>
              <a:t>Each successful </a:t>
            </a:r>
            <a:r>
              <a:rPr b="1" lang="en-US"/>
              <a:t>write</a:t>
            </a:r>
            <a:r>
              <a:rPr lang="en-US"/>
              <a:t> results in the creation of a new version of the data item written.</a:t>
            </a:r>
            <a:endParaRPr/>
          </a:p>
          <a:p>
            <a:pPr indent="-285750" lvl="1" marL="742950" rtl="0" algn="l">
              <a:spcBef>
                <a:spcPts val="630"/>
              </a:spcBef>
              <a:spcAft>
                <a:spcPts val="0"/>
              </a:spcAft>
              <a:buSzPts val="1890"/>
              <a:buChar char="🟉"/>
            </a:pPr>
            <a:r>
              <a:rPr lang="en-US"/>
              <a:t>each version of a data item has a single timestamp whose value is obtained from a counter </a:t>
            </a:r>
            <a:r>
              <a:rPr b="1" lang="en-US"/>
              <a:t>ts-counter</a:t>
            </a:r>
            <a:r>
              <a:rPr lang="en-US"/>
              <a:t> that is incremented during commit processing.</a:t>
            </a:r>
            <a:endParaRPr/>
          </a:p>
          <a:p>
            <a:pPr indent="-342900" lvl="0" marL="342900" rtl="0" algn="l">
              <a:spcBef>
                <a:spcPts val="700"/>
              </a:spcBef>
              <a:spcAft>
                <a:spcPts val="0"/>
              </a:spcAft>
              <a:buSzPts val="1800"/>
              <a:buChar char="●"/>
            </a:pPr>
            <a:r>
              <a:rPr i="1" lang="en-US">
                <a:solidFill>
                  <a:schemeClr val="dk2"/>
                </a:solidFill>
              </a:rPr>
              <a:t>Read-only transactions</a:t>
            </a:r>
            <a:r>
              <a:rPr lang="en-US"/>
              <a:t> are assigned a timestamp by reading the current value of  </a:t>
            </a:r>
            <a:r>
              <a:rPr b="1" lang="en-US"/>
              <a:t>ts-counter</a:t>
            </a:r>
            <a:r>
              <a:rPr lang="en-US"/>
              <a:t> before they start execution; they follow the multiversion timestamp-ordering protocol for performing reads.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38"/>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Multiversion Two-Phase Locking (Cont.)</a:t>
            </a:r>
            <a:endParaRPr/>
          </a:p>
        </p:txBody>
      </p:sp>
      <p:sp>
        <p:nvSpPr>
          <p:cNvPr id="433" name="Google Shape;433;p38"/>
          <p:cNvSpPr txBox="1"/>
          <p:nvPr>
            <p:ph idx="4294967295" type="body"/>
          </p:nvPr>
        </p:nvSpPr>
        <p:spPr>
          <a:xfrm>
            <a:off x="520700" y="10541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00"/>
              <a:buChar char="●"/>
            </a:pPr>
            <a:r>
              <a:rPr lang="en-US"/>
              <a:t>When an update transaction wants to read a data item, it obtains a shared lock on it, and reads the latest version. </a:t>
            </a:r>
            <a:endParaRPr/>
          </a:p>
          <a:p>
            <a:pPr indent="-342900" lvl="0" marL="342900" rtl="0" algn="l">
              <a:lnSpc>
                <a:spcPct val="90000"/>
              </a:lnSpc>
              <a:spcBef>
                <a:spcPts val="700"/>
              </a:spcBef>
              <a:spcAft>
                <a:spcPts val="0"/>
              </a:spcAft>
              <a:buSzPts val="1800"/>
              <a:buChar char="●"/>
            </a:pPr>
            <a:r>
              <a:rPr lang="en-US"/>
              <a:t>When it wants to write an item, it obtains X lock on; it then creates a new version of the item and sets this version's timestamp to ∞.</a:t>
            </a:r>
            <a:endParaRPr/>
          </a:p>
          <a:p>
            <a:pPr indent="-342900" lvl="0" marL="342900" rtl="0" algn="l">
              <a:lnSpc>
                <a:spcPct val="90000"/>
              </a:lnSpc>
              <a:spcBef>
                <a:spcPts val="700"/>
              </a:spcBef>
              <a:spcAft>
                <a:spcPts val="0"/>
              </a:spcAft>
              <a:buSzPts val="1800"/>
              <a:buChar char="●"/>
            </a:pPr>
            <a:r>
              <a:rPr lang="en-US"/>
              <a:t>When update transaction </a:t>
            </a:r>
            <a:r>
              <a:rPr i="1" lang="en-US"/>
              <a:t>T</a:t>
            </a:r>
            <a:r>
              <a:rPr baseline="-25000" i="1" lang="en-US"/>
              <a:t>i</a:t>
            </a:r>
            <a:r>
              <a:rPr lang="en-US"/>
              <a:t> completes, commit processing occurs:</a:t>
            </a:r>
            <a:endParaRPr/>
          </a:p>
          <a:p>
            <a:pPr indent="-285750" lvl="1" marL="742950" rtl="0" algn="l">
              <a:lnSpc>
                <a:spcPct val="90000"/>
              </a:lnSpc>
              <a:spcBef>
                <a:spcPts val="630"/>
              </a:spcBef>
              <a:spcAft>
                <a:spcPts val="0"/>
              </a:spcAft>
              <a:buSzPts val="1890"/>
              <a:buChar char="🟉"/>
            </a:pPr>
            <a:r>
              <a:rPr i="1" lang="en-US"/>
              <a:t>T</a:t>
            </a:r>
            <a:r>
              <a:rPr baseline="-25000" i="1" lang="en-US"/>
              <a:t>i</a:t>
            </a:r>
            <a:r>
              <a:rPr lang="en-US"/>
              <a:t> sets timestamp on the versions it has created to </a:t>
            </a:r>
            <a:r>
              <a:rPr b="1" lang="en-US"/>
              <a:t> ts-counter</a:t>
            </a:r>
            <a:r>
              <a:rPr lang="en-US"/>
              <a:t> + 1</a:t>
            </a:r>
            <a:endParaRPr/>
          </a:p>
          <a:p>
            <a:pPr indent="-285750" lvl="1" marL="742950" rtl="0" algn="l">
              <a:lnSpc>
                <a:spcPct val="90000"/>
              </a:lnSpc>
              <a:spcBef>
                <a:spcPts val="630"/>
              </a:spcBef>
              <a:spcAft>
                <a:spcPts val="0"/>
              </a:spcAft>
              <a:buSzPts val="1890"/>
              <a:buChar char="🟉"/>
            </a:pPr>
            <a:r>
              <a:rPr i="1" lang="en-US"/>
              <a:t>T</a:t>
            </a:r>
            <a:r>
              <a:rPr baseline="-25000" i="1" lang="en-US"/>
              <a:t>i</a:t>
            </a:r>
            <a:r>
              <a:rPr lang="en-US"/>
              <a:t> increments  </a:t>
            </a:r>
            <a:r>
              <a:rPr b="1" lang="en-US"/>
              <a:t>ts-counter</a:t>
            </a:r>
            <a:r>
              <a:rPr lang="en-US"/>
              <a:t> by 1</a:t>
            </a:r>
            <a:endParaRPr/>
          </a:p>
          <a:p>
            <a:pPr indent="-342900" lvl="0" marL="342900" rtl="0" algn="l">
              <a:lnSpc>
                <a:spcPct val="90000"/>
              </a:lnSpc>
              <a:spcBef>
                <a:spcPts val="700"/>
              </a:spcBef>
              <a:spcAft>
                <a:spcPts val="0"/>
              </a:spcAft>
              <a:buSzPts val="1800"/>
              <a:buChar char="●"/>
            </a:pPr>
            <a:r>
              <a:rPr lang="en-US"/>
              <a:t>Read-only transactions that start after </a:t>
            </a:r>
            <a:r>
              <a:rPr i="1" lang="en-US"/>
              <a:t>T</a:t>
            </a:r>
            <a:r>
              <a:rPr baseline="-25000" i="1" lang="en-US"/>
              <a:t>i</a:t>
            </a:r>
            <a:r>
              <a:rPr lang="en-US"/>
              <a:t> increments </a:t>
            </a:r>
            <a:r>
              <a:rPr b="1" lang="en-US"/>
              <a:t>ts-counter</a:t>
            </a:r>
            <a:r>
              <a:rPr lang="en-US"/>
              <a:t> will see the values updated by </a:t>
            </a:r>
            <a:r>
              <a:rPr i="1" lang="en-US"/>
              <a:t>T</a:t>
            </a:r>
            <a:r>
              <a:rPr baseline="-25000" i="1" lang="en-US"/>
              <a:t>i</a:t>
            </a:r>
            <a:r>
              <a:rPr lang="en-US"/>
              <a:t>. </a:t>
            </a:r>
            <a:endParaRPr/>
          </a:p>
          <a:p>
            <a:pPr indent="-342900" lvl="0" marL="342900" rtl="0" algn="l">
              <a:lnSpc>
                <a:spcPct val="90000"/>
              </a:lnSpc>
              <a:spcBef>
                <a:spcPts val="700"/>
              </a:spcBef>
              <a:spcAft>
                <a:spcPts val="0"/>
              </a:spcAft>
              <a:buSzPts val="1800"/>
              <a:buChar char="●"/>
            </a:pPr>
            <a:r>
              <a:rPr lang="en-US"/>
              <a:t>Read-only transactions that start before </a:t>
            </a:r>
            <a:r>
              <a:rPr i="1" lang="en-US"/>
              <a:t>T</a:t>
            </a:r>
            <a:r>
              <a:rPr baseline="-25000" i="1" lang="en-US"/>
              <a:t>i</a:t>
            </a:r>
            <a:r>
              <a:rPr lang="en-US"/>
              <a:t> increments the</a:t>
            </a:r>
            <a:br>
              <a:rPr lang="en-US"/>
            </a:br>
            <a:r>
              <a:rPr b="1" lang="en-US"/>
              <a:t>ts-counter</a:t>
            </a:r>
            <a:r>
              <a:rPr lang="en-US"/>
              <a:t> will see the value before the updates by </a:t>
            </a:r>
            <a:r>
              <a:rPr i="1" lang="en-US"/>
              <a:t>T</a:t>
            </a:r>
            <a:r>
              <a:rPr baseline="-25000" i="1" lang="en-US"/>
              <a:t>i</a:t>
            </a:r>
            <a:r>
              <a:rPr i="1" lang="en-US"/>
              <a:t>.</a:t>
            </a:r>
            <a:r>
              <a:rPr lang="en-US"/>
              <a:t> </a:t>
            </a:r>
            <a:endParaRPr/>
          </a:p>
          <a:p>
            <a:pPr indent="-342900" lvl="0" marL="342900" rtl="0" algn="l">
              <a:lnSpc>
                <a:spcPct val="90000"/>
              </a:lnSpc>
              <a:spcBef>
                <a:spcPts val="700"/>
              </a:spcBef>
              <a:spcAft>
                <a:spcPts val="0"/>
              </a:spcAft>
              <a:buSzPts val="1800"/>
              <a:buChar char="●"/>
            </a:pPr>
            <a:r>
              <a:rPr lang="en-US"/>
              <a:t>Only serializable schedules are produced.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9"/>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Deadlock Handling</a:t>
            </a:r>
            <a:endParaRPr/>
          </a:p>
        </p:txBody>
      </p:sp>
      <p:sp>
        <p:nvSpPr>
          <p:cNvPr id="439" name="Google Shape;439;p39"/>
          <p:cNvSpPr txBox="1"/>
          <p:nvPr>
            <p:ph idx="4294967295" type="body"/>
          </p:nvPr>
        </p:nvSpPr>
        <p:spPr>
          <a:xfrm>
            <a:off x="571500" y="16764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Consider the following two transactions:</a:t>
            </a:r>
            <a:endParaRPr/>
          </a:p>
          <a:p>
            <a:pPr indent="-342900" lvl="0" marL="342900" rtl="0" algn="l">
              <a:spcBef>
                <a:spcPts val="700"/>
              </a:spcBef>
              <a:spcAft>
                <a:spcPts val="0"/>
              </a:spcAft>
              <a:buSzPts val="1800"/>
              <a:buFont typeface="Arial"/>
              <a:buNone/>
            </a:pPr>
            <a:r>
              <a:rPr lang="en-US"/>
              <a:t>             </a:t>
            </a:r>
            <a:r>
              <a:rPr i="1" lang="en-US"/>
              <a:t>T</a:t>
            </a:r>
            <a:r>
              <a:rPr baseline="-25000" lang="en-US"/>
              <a:t>1</a:t>
            </a:r>
            <a:r>
              <a:rPr lang="en-US"/>
              <a:t>:     write (</a:t>
            </a:r>
            <a:r>
              <a:rPr i="1" lang="en-US"/>
              <a:t>X</a:t>
            </a:r>
            <a:r>
              <a:rPr lang="en-US"/>
              <a:t>)               </a:t>
            </a:r>
            <a:r>
              <a:rPr i="1" lang="en-US"/>
              <a:t>T</a:t>
            </a:r>
            <a:r>
              <a:rPr baseline="-25000" lang="en-US"/>
              <a:t>2</a:t>
            </a:r>
            <a:r>
              <a:rPr lang="en-US"/>
              <a:t>:    write(</a:t>
            </a:r>
            <a:r>
              <a:rPr i="1" lang="en-US"/>
              <a:t>Y</a:t>
            </a:r>
            <a:r>
              <a:rPr lang="en-US"/>
              <a:t>)</a:t>
            </a:r>
            <a:endParaRPr/>
          </a:p>
          <a:p>
            <a:pPr indent="-342900" lvl="0" marL="342900" rtl="0" algn="l">
              <a:spcBef>
                <a:spcPts val="700"/>
              </a:spcBef>
              <a:spcAft>
                <a:spcPts val="0"/>
              </a:spcAft>
              <a:buSzPts val="1800"/>
              <a:buFont typeface="Arial"/>
              <a:buNone/>
            </a:pPr>
            <a:r>
              <a:rPr lang="en-US"/>
              <a:t>                      write(</a:t>
            </a:r>
            <a:r>
              <a:rPr i="1" lang="en-US"/>
              <a:t>Y</a:t>
            </a:r>
            <a:r>
              <a:rPr lang="en-US"/>
              <a:t>)                         write(</a:t>
            </a:r>
            <a:r>
              <a:rPr i="1" lang="en-US"/>
              <a:t>X</a:t>
            </a:r>
            <a:r>
              <a:rPr lang="en-US"/>
              <a:t>)</a:t>
            </a:r>
            <a:endParaRPr/>
          </a:p>
          <a:p>
            <a:pPr indent="-342900" lvl="0" marL="342900" rtl="0" algn="l">
              <a:spcBef>
                <a:spcPts val="700"/>
              </a:spcBef>
              <a:spcAft>
                <a:spcPts val="0"/>
              </a:spcAft>
              <a:buSzPts val="1800"/>
              <a:buChar char="●"/>
            </a:pPr>
            <a:r>
              <a:rPr lang="en-US"/>
              <a:t>Schedule with deadlock</a:t>
            </a:r>
            <a:endParaRPr/>
          </a:p>
        </p:txBody>
      </p:sp>
      <p:cxnSp>
        <p:nvCxnSpPr>
          <p:cNvPr id="440" name="Google Shape;440;p39"/>
          <p:cNvCxnSpPr/>
          <p:nvPr/>
        </p:nvCxnSpPr>
        <p:spPr>
          <a:xfrm>
            <a:off x="1524000" y="3657600"/>
            <a:ext cx="5410200" cy="0"/>
          </a:xfrm>
          <a:prstGeom prst="straightConnector1">
            <a:avLst/>
          </a:prstGeom>
          <a:noFill/>
          <a:ln cap="flat" cmpd="sng" w="9525">
            <a:solidFill>
              <a:schemeClr val="dk1"/>
            </a:solidFill>
            <a:prstDash val="solid"/>
            <a:round/>
            <a:headEnd len="med" w="med" type="none"/>
            <a:tailEnd len="med" w="med" type="none"/>
          </a:ln>
        </p:spPr>
      </p:cxnSp>
      <p:cxnSp>
        <p:nvCxnSpPr>
          <p:cNvPr id="441" name="Google Shape;441;p39"/>
          <p:cNvCxnSpPr/>
          <p:nvPr/>
        </p:nvCxnSpPr>
        <p:spPr>
          <a:xfrm>
            <a:off x="1524000" y="3276600"/>
            <a:ext cx="0" cy="2590800"/>
          </a:xfrm>
          <a:prstGeom prst="straightConnector1">
            <a:avLst/>
          </a:prstGeom>
          <a:noFill/>
          <a:ln cap="flat" cmpd="sng" w="9525">
            <a:solidFill>
              <a:schemeClr val="dk1"/>
            </a:solidFill>
            <a:prstDash val="solid"/>
            <a:round/>
            <a:headEnd len="med" w="med" type="none"/>
            <a:tailEnd len="med" w="med" type="none"/>
          </a:ln>
        </p:spPr>
      </p:cxnSp>
      <p:cxnSp>
        <p:nvCxnSpPr>
          <p:cNvPr id="442" name="Google Shape;442;p39"/>
          <p:cNvCxnSpPr/>
          <p:nvPr/>
        </p:nvCxnSpPr>
        <p:spPr>
          <a:xfrm>
            <a:off x="4343400" y="3276600"/>
            <a:ext cx="0" cy="2667000"/>
          </a:xfrm>
          <a:prstGeom prst="straightConnector1">
            <a:avLst/>
          </a:prstGeom>
          <a:noFill/>
          <a:ln cap="flat" cmpd="sng" w="9525">
            <a:solidFill>
              <a:schemeClr val="dk1"/>
            </a:solidFill>
            <a:prstDash val="solid"/>
            <a:round/>
            <a:headEnd len="med" w="med" type="none"/>
            <a:tailEnd len="med" w="med" type="none"/>
          </a:ln>
        </p:spPr>
      </p:cxnSp>
      <p:sp>
        <p:nvSpPr>
          <p:cNvPr id="443" name="Google Shape;443;p39"/>
          <p:cNvSpPr txBox="1"/>
          <p:nvPr/>
        </p:nvSpPr>
        <p:spPr>
          <a:xfrm>
            <a:off x="2803525" y="3211513"/>
            <a:ext cx="431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Helvetica Neue"/>
                <a:ea typeface="Helvetica Neue"/>
                <a:cs typeface="Helvetica Neue"/>
                <a:sym typeface="Helvetica Neue"/>
              </a:rPr>
              <a:t>T</a:t>
            </a:r>
            <a:r>
              <a:rPr baseline="-25000" lang="en-US" sz="2000">
                <a:solidFill>
                  <a:schemeClr val="dk1"/>
                </a:solidFill>
                <a:latin typeface="Helvetica Neue"/>
                <a:ea typeface="Helvetica Neue"/>
                <a:cs typeface="Helvetica Neue"/>
                <a:sym typeface="Helvetica Neue"/>
              </a:rPr>
              <a:t>1</a:t>
            </a:r>
            <a:endParaRPr sz="2000">
              <a:solidFill>
                <a:schemeClr val="dk1"/>
              </a:solidFill>
              <a:latin typeface="Helvetica Neue"/>
              <a:ea typeface="Helvetica Neue"/>
              <a:cs typeface="Helvetica Neue"/>
              <a:sym typeface="Helvetica Neue"/>
            </a:endParaRPr>
          </a:p>
        </p:txBody>
      </p:sp>
      <p:sp>
        <p:nvSpPr>
          <p:cNvPr id="444" name="Google Shape;444;p39"/>
          <p:cNvSpPr txBox="1"/>
          <p:nvPr/>
        </p:nvSpPr>
        <p:spPr>
          <a:xfrm>
            <a:off x="5216525" y="3216275"/>
            <a:ext cx="431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Helvetica Neue"/>
                <a:ea typeface="Helvetica Neue"/>
                <a:cs typeface="Helvetica Neue"/>
                <a:sym typeface="Helvetica Neue"/>
              </a:rPr>
              <a:t>T</a:t>
            </a:r>
            <a:r>
              <a:rPr baseline="-25000" lang="en-US" sz="2000">
                <a:solidFill>
                  <a:schemeClr val="dk1"/>
                </a:solidFill>
                <a:latin typeface="Helvetica Neue"/>
                <a:ea typeface="Helvetica Neue"/>
                <a:cs typeface="Helvetica Neue"/>
                <a:sym typeface="Helvetica Neue"/>
              </a:rPr>
              <a:t>2</a:t>
            </a:r>
            <a:endParaRPr sz="2000">
              <a:solidFill>
                <a:schemeClr val="dk1"/>
              </a:solidFill>
              <a:latin typeface="Helvetica Neue"/>
              <a:ea typeface="Helvetica Neue"/>
              <a:cs typeface="Helvetica Neue"/>
              <a:sym typeface="Helvetica Neue"/>
            </a:endParaRPr>
          </a:p>
        </p:txBody>
      </p:sp>
      <p:sp>
        <p:nvSpPr>
          <p:cNvPr id="445" name="Google Shape;445;p39"/>
          <p:cNvSpPr txBox="1"/>
          <p:nvPr/>
        </p:nvSpPr>
        <p:spPr>
          <a:xfrm>
            <a:off x="1660525" y="3821113"/>
            <a:ext cx="1538288" cy="7016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Helvetica Neue"/>
                <a:ea typeface="Helvetica Neue"/>
                <a:cs typeface="Helvetica Neue"/>
                <a:sym typeface="Helvetica Neue"/>
              </a:rPr>
              <a:t>lock-X</a:t>
            </a:r>
            <a:r>
              <a:rPr lang="en-US" sz="2000">
                <a:solidFill>
                  <a:schemeClr val="dk1"/>
                </a:solidFill>
                <a:latin typeface="Helvetica Neue"/>
                <a:ea typeface="Helvetica Neue"/>
                <a:cs typeface="Helvetica Neue"/>
                <a:sym typeface="Helvetica Neue"/>
              </a:rPr>
              <a:t> on </a:t>
            </a:r>
            <a:r>
              <a:rPr i="1" lang="en-US" sz="2000">
                <a:solidFill>
                  <a:schemeClr val="dk1"/>
                </a:solidFill>
                <a:latin typeface="Helvetica Neue"/>
                <a:ea typeface="Helvetica Neue"/>
                <a:cs typeface="Helvetica Neue"/>
                <a:sym typeface="Helvetica Neue"/>
              </a:rPr>
              <a:t>X</a:t>
            </a:r>
            <a:endParaRPr/>
          </a:p>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write (</a:t>
            </a:r>
            <a:r>
              <a:rPr i="1" lang="en-US" sz="2000">
                <a:solidFill>
                  <a:schemeClr val="dk1"/>
                </a:solidFill>
                <a:latin typeface="Helvetica Neue"/>
                <a:ea typeface="Helvetica Neue"/>
                <a:cs typeface="Helvetica Neue"/>
                <a:sym typeface="Helvetica Neue"/>
              </a:rPr>
              <a:t>X</a:t>
            </a:r>
            <a:r>
              <a:rPr lang="en-US" sz="2000">
                <a:solidFill>
                  <a:schemeClr val="dk1"/>
                </a:solidFill>
                <a:latin typeface="Helvetica Neue"/>
                <a:ea typeface="Helvetica Neue"/>
                <a:cs typeface="Helvetica Neue"/>
                <a:sym typeface="Helvetica Neue"/>
              </a:rPr>
              <a:t>) </a:t>
            </a:r>
            <a:endParaRPr/>
          </a:p>
        </p:txBody>
      </p:sp>
      <p:sp>
        <p:nvSpPr>
          <p:cNvPr id="446" name="Google Shape;446;p39"/>
          <p:cNvSpPr txBox="1"/>
          <p:nvPr/>
        </p:nvSpPr>
        <p:spPr>
          <a:xfrm>
            <a:off x="4419600" y="4359275"/>
            <a:ext cx="2425700" cy="10064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Helvetica Neue"/>
                <a:ea typeface="Helvetica Neue"/>
                <a:cs typeface="Helvetica Neue"/>
                <a:sym typeface="Helvetica Neue"/>
              </a:rPr>
              <a:t>lock-X</a:t>
            </a:r>
            <a:r>
              <a:rPr lang="en-US" sz="2000">
                <a:solidFill>
                  <a:schemeClr val="dk1"/>
                </a:solidFill>
                <a:latin typeface="Helvetica Neue"/>
                <a:ea typeface="Helvetica Neue"/>
                <a:cs typeface="Helvetica Neue"/>
                <a:sym typeface="Helvetica Neue"/>
              </a:rPr>
              <a:t> on </a:t>
            </a:r>
            <a:r>
              <a:rPr i="1" lang="en-US" sz="2000">
                <a:solidFill>
                  <a:schemeClr val="dk1"/>
                </a:solidFill>
                <a:latin typeface="Helvetica Neue"/>
                <a:ea typeface="Helvetica Neue"/>
                <a:cs typeface="Helvetica Neue"/>
                <a:sym typeface="Helvetica Neue"/>
              </a:rPr>
              <a:t>Y</a:t>
            </a:r>
            <a:endParaRPr/>
          </a:p>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write (</a:t>
            </a:r>
            <a:r>
              <a:rPr i="1" lang="en-US" sz="2000">
                <a:solidFill>
                  <a:schemeClr val="dk1"/>
                </a:solidFill>
                <a:latin typeface="Helvetica Neue"/>
                <a:ea typeface="Helvetica Neue"/>
                <a:cs typeface="Helvetica Neue"/>
                <a:sym typeface="Helvetica Neue"/>
              </a:rPr>
              <a:t>X</a:t>
            </a:r>
            <a:r>
              <a:rPr lang="en-US" sz="2000">
                <a:solidFill>
                  <a:schemeClr val="dk1"/>
                </a:solidFill>
                <a:latin typeface="Helvetica Neue"/>
                <a:ea typeface="Helvetica Neue"/>
                <a:cs typeface="Helvetica Neue"/>
                <a:sym typeface="Helvetica Neue"/>
              </a:rPr>
              <a:t>)  </a:t>
            </a:r>
            <a:endParaRPr/>
          </a:p>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wait for </a:t>
            </a:r>
            <a:r>
              <a:rPr b="1" lang="en-US" sz="2000">
                <a:solidFill>
                  <a:schemeClr val="dk1"/>
                </a:solidFill>
                <a:latin typeface="Helvetica Neue"/>
                <a:ea typeface="Helvetica Neue"/>
                <a:cs typeface="Helvetica Neue"/>
                <a:sym typeface="Helvetica Neue"/>
              </a:rPr>
              <a:t>lock-X</a:t>
            </a:r>
            <a:r>
              <a:rPr lang="en-US" sz="2000">
                <a:solidFill>
                  <a:schemeClr val="dk1"/>
                </a:solidFill>
                <a:latin typeface="Helvetica Neue"/>
                <a:ea typeface="Helvetica Neue"/>
                <a:cs typeface="Helvetica Neue"/>
                <a:sym typeface="Helvetica Neue"/>
              </a:rPr>
              <a:t> on </a:t>
            </a:r>
            <a:r>
              <a:rPr i="1" lang="en-US" sz="2000">
                <a:solidFill>
                  <a:schemeClr val="dk1"/>
                </a:solidFill>
                <a:latin typeface="Helvetica Neue"/>
                <a:ea typeface="Helvetica Neue"/>
                <a:cs typeface="Helvetica Neue"/>
                <a:sym typeface="Helvetica Neue"/>
              </a:rPr>
              <a:t>X</a:t>
            </a:r>
            <a:endParaRPr sz="2000">
              <a:solidFill>
                <a:schemeClr val="dk1"/>
              </a:solidFill>
              <a:latin typeface="Helvetica Neue"/>
              <a:ea typeface="Helvetica Neue"/>
              <a:cs typeface="Helvetica Neue"/>
              <a:sym typeface="Helvetica Neue"/>
            </a:endParaRPr>
          </a:p>
        </p:txBody>
      </p:sp>
      <p:cxnSp>
        <p:nvCxnSpPr>
          <p:cNvPr id="447" name="Google Shape;447;p39"/>
          <p:cNvCxnSpPr/>
          <p:nvPr/>
        </p:nvCxnSpPr>
        <p:spPr>
          <a:xfrm>
            <a:off x="6934200" y="3314700"/>
            <a:ext cx="0" cy="2628900"/>
          </a:xfrm>
          <a:prstGeom prst="straightConnector1">
            <a:avLst/>
          </a:prstGeom>
          <a:noFill/>
          <a:ln cap="flat" cmpd="sng" w="9525">
            <a:solidFill>
              <a:schemeClr val="dk1"/>
            </a:solidFill>
            <a:prstDash val="solid"/>
            <a:round/>
            <a:headEnd len="med" w="med" type="none"/>
            <a:tailEnd len="med" w="med" type="none"/>
          </a:ln>
        </p:spPr>
      </p:cxnSp>
      <p:sp>
        <p:nvSpPr>
          <p:cNvPr id="448" name="Google Shape;448;p39"/>
          <p:cNvSpPr txBox="1"/>
          <p:nvPr/>
        </p:nvSpPr>
        <p:spPr>
          <a:xfrm>
            <a:off x="1660525" y="5292725"/>
            <a:ext cx="24257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wait for </a:t>
            </a:r>
            <a:r>
              <a:rPr b="1" lang="en-US" sz="2000">
                <a:solidFill>
                  <a:schemeClr val="dk1"/>
                </a:solidFill>
                <a:latin typeface="Helvetica Neue"/>
                <a:ea typeface="Helvetica Neue"/>
                <a:cs typeface="Helvetica Neue"/>
                <a:sym typeface="Helvetica Neue"/>
              </a:rPr>
              <a:t>lock-X</a:t>
            </a:r>
            <a:r>
              <a:rPr lang="en-US" sz="2000">
                <a:solidFill>
                  <a:schemeClr val="dk1"/>
                </a:solidFill>
                <a:latin typeface="Helvetica Neue"/>
                <a:ea typeface="Helvetica Neue"/>
                <a:cs typeface="Helvetica Neue"/>
                <a:sym typeface="Helvetica Neue"/>
              </a:rPr>
              <a:t> on </a:t>
            </a:r>
            <a:r>
              <a:rPr i="1" lang="en-US" sz="2000">
                <a:solidFill>
                  <a:schemeClr val="dk1"/>
                </a:solidFill>
                <a:latin typeface="Helvetica Neue"/>
                <a:ea typeface="Helvetica Neue"/>
                <a:cs typeface="Helvetica Neue"/>
                <a:sym typeface="Helvetica Neue"/>
              </a:rPr>
              <a:t>Y</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0"/>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Deadlock Handling</a:t>
            </a:r>
            <a:endParaRPr/>
          </a:p>
        </p:txBody>
      </p:sp>
      <p:sp>
        <p:nvSpPr>
          <p:cNvPr id="454" name="Google Shape;454;p40"/>
          <p:cNvSpPr txBox="1"/>
          <p:nvPr>
            <p:ph idx="4294967295" type="body"/>
          </p:nvPr>
        </p:nvSpPr>
        <p:spPr>
          <a:xfrm>
            <a:off x="571500" y="1676400"/>
            <a:ext cx="7848600" cy="338137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System is deadlocked if there is a set of transactions such that every transaction in the set is waiting for another transaction in the set.</a:t>
            </a:r>
            <a:endParaRPr/>
          </a:p>
          <a:p>
            <a:pPr indent="-342900" lvl="0" marL="342900" rtl="0" algn="l">
              <a:spcBef>
                <a:spcPts val="700"/>
              </a:spcBef>
              <a:spcAft>
                <a:spcPts val="0"/>
              </a:spcAft>
              <a:buSzPts val="1800"/>
              <a:buChar char="●"/>
            </a:pPr>
            <a:r>
              <a:rPr b="1" i="1" lang="en-US">
                <a:solidFill>
                  <a:schemeClr val="dk2"/>
                </a:solidFill>
              </a:rPr>
              <a:t>Deadlock prevention</a:t>
            </a:r>
            <a:r>
              <a:rPr lang="en-US"/>
              <a:t> protocols ensure that the system will </a:t>
            </a:r>
            <a:r>
              <a:rPr i="1" lang="en-US"/>
              <a:t>never</a:t>
            </a:r>
            <a:r>
              <a:rPr lang="en-US"/>
              <a:t> enter into a deadlock state. Some prevention strategies :</a:t>
            </a:r>
            <a:endParaRPr/>
          </a:p>
          <a:p>
            <a:pPr indent="-285750" lvl="1" marL="742950" rtl="0" algn="l">
              <a:spcBef>
                <a:spcPts val="630"/>
              </a:spcBef>
              <a:spcAft>
                <a:spcPts val="0"/>
              </a:spcAft>
              <a:buSzPts val="1890"/>
              <a:buChar char="🟉"/>
            </a:pPr>
            <a:r>
              <a:rPr lang="en-US"/>
              <a:t>Require that each transaction locks all its data items before it begins execution (predeclaration).</a:t>
            </a:r>
            <a:endParaRPr/>
          </a:p>
          <a:p>
            <a:pPr indent="-285750" lvl="1" marL="742950" rtl="0" algn="l">
              <a:spcBef>
                <a:spcPts val="630"/>
              </a:spcBef>
              <a:spcAft>
                <a:spcPts val="0"/>
              </a:spcAft>
              <a:buSzPts val="1890"/>
              <a:buChar char="🟉"/>
            </a:pPr>
            <a:r>
              <a:rPr lang="en-US"/>
              <a:t>Impose partial ordering of all data items and require that a transaction can lock data items only in the order specified by the partial order (graph-based protocol).</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1"/>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More Deadlock Prevention Strategies</a:t>
            </a:r>
            <a:endParaRPr/>
          </a:p>
        </p:txBody>
      </p:sp>
      <p:sp>
        <p:nvSpPr>
          <p:cNvPr id="460" name="Google Shape;460;p41"/>
          <p:cNvSpPr txBox="1"/>
          <p:nvPr>
            <p:ph idx="4294967295" type="body"/>
          </p:nvPr>
        </p:nvSpPr>
        <p:spPr>
          <a:xfrm>
            <a:off x="533400" y="13589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Following schemes use transaction timestamps for the sake of deadlock prevention alone.</a:t>
            </a:r>
            <a:endParaRPr/>
          </a:p>
          <a:p>
            <a:pPr indent="-342900" lvl="0" marL="342900" rtl="0" algn="l">
              <a:spcBef>
                <a:spcPts val="700"/>
              </a:spcBef>
              <a:spcAft>
                <a:spcPts val="0"/>
              </a:spcAft>
              <a:buSzPts val="1800"/>
              <a:buChar char="●"/>
            </a:pPr>
            <a:r>
              <a:rPr b="1" lang="en-US">
                <a:solidFill>
                  <a:schemeClr val="dk2"/>
                </a:solidFill>
              </a:rPr>
              <a:t>wait-die</a:t>
            </a:r>
            <a:r>
              <a:rPr lang="en-US"/>
              <a:t> scheme — non-preemptive</a:t>
            </a:r>
            <a:endParaRPr/>
          </a:p>
          <a:p>
            <a:pPr indent="-285750" lvl="1" marL="742950" rtl="0" algn="l">
              <a:spcBef>
                <a:spcPts val="630"/>
              </a:spcBef>
              <a:spcAft>
                <a:spcPts val="0"/>
              </a:spcAft>
              <a:buSzPts val="1890"/>
              <a:buChar char="🟉"/>
            </a:pPr>
            <a:r>
              <a:rPr lang="en-US"/>
              <a:t>older transaction may wait for younger one to release data item. Younger transactions never wait for older ones; they are rolled back instead.</a:t>
            </a:r>
            <a:endParaRPr/>
          </a:p>
          <a:p>
            <a:pPr indent="-285750" lvl="1" marL="742950" rtl="0" algn="l">
              <a:spcBef>
                <a:spcPts val="630"/>
              </a:spcBef>
              <a:spcAft>
                <a:spcPts val="0"/>
              </a:spcAft>
              <a:buSzPts val="1890"/>
              <a:buChar char="🟉"/>
            </a:pPr>
            <a:r>
              <a:rPr lang="en-US"/>
              <a:t>a transaction may die several times before acquiring needed data item</a:t>
            </a:r>
            <a:endParaRPr/>
          </a:p>
          <a:p>
            <a:pPr indent="-342900" lvl="0" marL="342900" rtl="0" algn="l">
              <a:spcBef>
                <a:spcPts val="700"/>
              </a:spcBef>
              <a:spcAft>
                <a:spcPts val="0"/>
              </a:spcAft>
              <a:buSzPts val="1800"/>
              <a:buChar char="●"/>
            </a:pPr>
            <a:r>
              <a:rPr b="1" lang="en-US">
                <a:solidFill>
                  <a:schemeClr val="dk2"/>
                </a:solidFill>
              </a:rPr>
              <a:t>wound-wait</a:t>
            </a:r>
            <a:r>
              <a:rPr lang="en-US"/>
              <a:t> scheme — preemptive</a:t>
            </a:r>
            <a:endParaRPr/>
          </a:p>
          <a:p>
            <a:pPr indent="-285750" lvl="1" marL="742950" rtl="0" algn="l">
              <a:spcBef>
                <a:spcPts val="630"/>
              </a:spcBef>
              <a:spcAft>
                <a:spcPts val="0"/>
              </a:spcAft>
              <a:buSzPts val="1890"/>
              <a:buChar char="🟉"/>
            </a:pPr>
            <a:r>
              <a:rPr lang="en-US"/>
              <a:t>older transaction </a:t>
            </a:r>
            <a:r>
              <a:rPr i="1" lang="en-US"/>
              <a:t>wounds</a:t>
            </a:r>
            <a:r>
              <a:rPr lang="en-US"/>
              <a:t> (forces rollback) of younger transaction instead of waiting for it. Younger transactions may wait for older ones.</a:t>
            </a:r>
            <a:endParaRPr/>
          </a:p>
          <a:p>
            <a:pPr indent="-285750" lvl="1" marL="742950" rtl="0" algn="l">
              <a:spcBef>
                <a:spcPts val="630"/>
              </a:spcBef>
              <a:spcAft>
                <a:spcPts val="0"/>
              </a:spcAft>
              <a:buSzPts val="1890"/>
              <a:buChar char="🟉"/>
            </a:pPr>
            <a:r>
              <a:rPr lang="en-US"/>
              <a:t>may be fewer rollbacks than </a:t>
            </a:r>
            <a:r>
              <a:rPr i="1" lang="en-US"/>
              <a:t>wait-die</a:t>
            </a:r>
            <a:r>
              <a:rPr lang="en-US"/>
              <a:t> scheme.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42"/>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Deadlock prevention (Cont.)</a:t>
            </a:r>
            <a:endParaRPr/>
          </a:p>
        </p:txBody>
      </p:sp>
      <p:sp>
        <p:nvSpPr>
          <p:cNvPr id="466" name="Google Shape;466;p42"/>
          <p:cNvSpPr txBox="1"/>
          <p:nvPr>
            <p:ph idx="4294967295" type="body"/>
          </p:nvPr>
        </p:nvSpPr>
        <p:spPr>
          <a:xfrm>
            <a:off x="571500" y="16764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Both in </a:t>
            </a:r>
            <a:r>
              <a:rPr i="1" lang="en-US"/>
              <a:t>wait-die</a:t>
            </a:r>
            <a:r>
              <a:rPr lang="en-US"/>
              <a:t> and in </a:t>
            </a:r>
            <a:r>
              <a:rPr i="1" lang="en-US"/>
              <a:t>wound-wait</a:t>
            </a:r>
            <a:r>
              <a:rPr lang="en-US"/>
              <a:t> schemes, a rolled back transactions is restarted with its original timestamp. Older transactions thus have precedence over newer ones, and starvation is hence avoided.</a:t>
            </a:r>
            <a:endParaRPr/>
          </a:p>
          <a:p>
            <a:pPr indent="-342900" lvl="0" marL="342900" rtl="0" algn="l">
              <a:spcBef>
                <a:spcPts val="700"/>
              </a:spcBef>
              <a:spcAft>
                <a:spcPts val="0"/>
              </a:spcAft>
              <a:buSzPts val="1800"/>
              <a:buChar char="●"/>
            </a:pPr>
            <a:r>
              <a:rPr lang="en-US">
                <a:solidFill>
                  <a:schemeClr val="dk2"/>
                </a:solidFill>
              </a:rPr>
              <a:t>Timeout-Based Schemes</a:t>
            </a:r>
            <a:r>
              <a:rPr lang="en-US"/>
              <a:t> :</a:t>
            </a:r>
            <a:endParaRPr/>
          </a:p>
          <a:p>
            <a:pPr indent="-285750" lvl="1" marL="742950" rtl="0" algn="l">
              <a:spcBef>
                <a:spcPts val="630"/>
              </a:spcBef>
              <a:spcAft>
                <a:spcPts val="0"/>
              </a:spcAft>
              <a:buSzPts val="1890"/>
              <a:buChar char="🟉"/>
            </a:pPr>
            <a:r>
              <a:rPr lang="en-US"/>
              <a:t>a transaction waits for a lock only for a specified amount of time. After that, the wait times out and the transaction is rolled back.</a:t>
            </a:r>
            <a:endParaRPr/>
          </a:p>
          <a:p>
            <a:pPr indent="-285750" lvl="1" marL="742950" rtl="0" algn="l">
              <a:spcBef>
                <a:spcPts val="630"/>
              </a:spcBef>
              <a:spcAft>
                <a:spcPts val="0"/>
              </a:spcAft>
              <a:buSzPts val="1890"/>
              <a:buChar char="🟉"/>
            </a:pPr>
            <a:r>
              <a:rPr lang="en-US"/>
              <a:t>thus deadlocks are not possible</a:t>
            </a:r>
            <a:endParaRPr/>
          </a:p>
          <a:p>
            <a:pPr indent="-285750" lvl="1" marL="742950" rtl="0" algn="l">
              <a:spcBef>
                <a:spcPts val="630"/>
              </a:spcBef>
              <a:spcAft>
                <a:spcPts val="0"/>
              </a:spcAft>
              <a:buSzPts val="1890"/>
              <a:buChar char="🟉"/>
            </a:pPr>
            <a:r>
              <a:rPr lang="en-US"/>
              <a:t>simple to implement; but starvation is possible. Also difficult to determine good value of the timeout interval.</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3"/>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Deadlock Detection</a:t>
            </a:r>
            <a:endParaRPr/>
          </a:p>
        </p:txBody>
      </p:sp>
      <p:sp>
        <p:nvSpPr>
          <p:cNvPr id="472" name="Google Shape;472;p43"/>
          <p:cNvSpPr txBox="1"/>
          <p:nvPr>
            <p:ph idx="4294967295" type="body"/>
          </p:nvPr>
        </p:nvSpPr>
        <p:spPr>
          <a:xfrm>
            <a:off x="571500" y="16764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Deadlocks can be described as a </a:t>
            </a:r>
            <a:r>
              <a:rPr i="1" lang="en-US">
                <a:solidFill>
                  <a:schemeClr val="dk2"/>
                </a:solidFill>
              </a:rPr>
              <a:t>wait-for</a:t>
            </a:r>
            <a:r>
              <a:rPr i="1" lang="en-US"/>
              <a:t> graph</a:t>
            </a:r>
            <a:r>
              <a:rPr lang="en-US"/>
              <a:t>, which consists of a pair </a:t>
            </a:r>
            <a:r>
              <a:rPr i="1" lang="en-US"/>
              <a:t>G</a:t>
            </a:r>
            <a:r>
              <a:rPr lang="en-US"/>
              <a:t> = (</a:t>
            </a:r>
            <a:r>
              <a:rPr i="1" lang="en-US"/>
              <a:t>V</a:t>
            </a:r>
            <a:r>
              <a:rPr lang="en-US"/>
              <a:t>,</a:t>
            </a:r>
            <a:r>
              <a:rPr i="1" lang="en-US"/>
              <a:t>E</a:t>
            </a:r>
            <a:r>
              <a:rPr lang="en-US"/>
              <a:t>), </a:t>
            </a:r>
            <a:endParaRPr/>
          </a:p>
          <a:p>
            <a:pPr indent="-285750" lvl="1" marL="742950" rtl="0" algn="l">
              <a:spcBef>
                <a:spcPts val="630"/>
              </a:spcBef>
              <a:spcAft>
                <a:spcPts val="0"/>
              </a:spcAft>
              <a:buSzPts val="1890"/>
              <a:buChar char="🟉"/>
            </a:pPr>
            <a:r>
              <a:rPr i="1" lang="en-US"/>
              <a:t>V</a:t>
            </a:r>
            <a:r>
              <a:rPr lang="en-US"/>
              <a:t> is a set of vertices (all the transactions in the system)</a:t>
            </a:r>
            <a:endParaRPr/>
          </a:p>
          <a:p>
            <a:pPr indent="-285750" lvl="1" marL="742950" rtl="0" algn="l">
              <a:spcBef>
                <a:spcPts val="630"/>
              </a:spcBef>
              <a:spcAft>
                <a:spcPts val="0"/>
              </a:spcAft>
              <a:buSzPts val="1890"/>
              <a:buChar char="🟉"/>
            </a:pPr>
            <a:r>
              <a:rPr i="1" lang="en-US"/>
              <a:t>E</a:t>
            </a:r>
            <a:r>
              <a:rPr lang="en-US"/>
              <a:t> is a set of edges; each element is an ordered pair </a:t>
            </a:r>
            <a:r>
              <a:rPr i="1" lang="en-US"/>
              <a:t>T</a:t>
            </a:r>
            <a:r>
              <a:rPr baseline="-25000" i="1" lang="en-US"/>
              <a:t>i</a:t>
            </a:r>
            <a:r>
              <a:rPr lang="en-US"/>
              <a:t> →</a:t>
            </a:r>
            <a:r>
              <a:rPr i="1" lang="en-US"/>
              <a:t>T</a:t>
            </a:r>
            <a:r>
              <a:rPr baseline="-25000" i="1" lang="en-US"/>
              <a:t>j</a:t>
            </a:r>
            <a:r>
              <a:rPr lang="en-US"/>
              <a:t>.  </a:t>
            </a:r>
            <a:endParaRPr/>
          </a:p>
          <a:p>
            <a:pPr indent="-342900" lvl="0" marL="342900" rtl="0" algn="l">
              <a:spcBef>
                <a:spcPts val="700"/>
              </a:spcBef>
              <a:spcAft>
                <a:spcPts val="0"/>
              </a:spcAft>
              <a:buSzPts val="1800"/>
              <a:buChar char="●"/>
            </a:pPr>
            <a:r>
              <a:rPr lang="en-US"/>
              <a:t>If </a:t>
            </a:r>
            <a:r>
              <a:rPr i="1" lang="en-US"/>
              <a:t>T</a:t>
            </a:r>
            <a:r>
              <a:rPr baseline="-25000" i="1" lang="en-US"/>
              <a:t>i </a:t>
            </a:r>
            <a:r>
              <a:rPr i="1" lang="en-US"/>
              <a:t>→</a:t>
            </a:r>
            <a:r>
              <a:rPr lang="en-US"/>
              <a:t>  </a:t>
            </a:r>
            <a:r>
              <a:rPr i="1" lang="en-US"/>
              <a:t>T</a:t>
            </a:r>
            <a:r>
              <a:rPr baseline="-25000" i="1" lang="en-US"/>
              <a:t>j</a:t>
            </a:r>
            <a:r>
              <a:rPr baseline="-25000" lang="en-US"/>
              <a:t> </a:t>
            </a:r>
            <a:r>
              <a:rPr lang="en-US"/>
              <a:t>is in </a:t>
            </a:r>
            <a:r>
              <a:rPr i="1" lang="en-US"/>
              <a:t>E</a:t>
            </a:r>
            <a:r>
              <a:rPr lang="en-US"/>
              <a:t>, then there is a directed edge from </a:t>
            </a:r>
            <a:r>
              <a:rPr i="1" lang="en-US"/>
              <a:t>T</a:t>
            </a:r>
            <a:r>
              <a:rPr baseline="-25000" i="1" lang="en-US"/>
              <a:t>i</a:t>
            </a:r>
            <a:r>
              <a:rPr lang="en-US"/>
              <a:t> to </a:t>
            </a:r>
            <a:r>
              <a:rPr i="1" lang="en-US"/>
              <a:t>T</a:t>
            </a:r>
            <a:r>
              <a:rPr baseline="-25000" i="1" lang="en-US"/>
              <a:t>j</a:t>
            </a:r>
            <a:r>
              <a:rPr lang="en-US"/>
              <a:t>, implying that </a:t>
            </a:r>
            <a:r>
              <a:rPr i="1" lang="en-US"/>
              <a:t>T</a:t>
            </a:r>
            <a:r>
              <a:rPr baseline="-25000" i="1" lang="en-US"/>
              <a:t>i</a:t>
            </a:r>
            <a:r>
              <a:rPr lang="en-US"/>
              <a:t> is waiting for </a:t>
            </a:r>
            <a:r>
              <a:rPr i="1" lang="en-US"/>
              <a:t>T</a:t>
            </a:r>
            <a:r>
              <a:rPr baseline="-25000" i="1" lang="en-US"/>
              <a:t>j</a:t>
            </a:r>
            <a:r>
              <a:rPr lang="en-US"/>
              <a:t> to release a data item.</a:t>
            </a:r>
            <a:endParaRPr/>
          </a:p>
          <a:p>
            <a:pPr indent="-342900" lvl="0" marL="342900" rtl="0" algn="l">
              <a:spcBef>
                <a:spcPts val="700"/>
              </a:spcBef>
              <a:spcAft>
                <a:spcPts val="0"/>
              </a:spcAft>
              <a:buSzPts val="1800"/>
              <a:buChar char="●"/>
            </a:pPr>
            <a:r>
              <a:rPr lang="en-US"/>
              <a:t>When </a:t>
            </a:r>
            <a:r>
              <a:rPr i="1" lang="en-US"/>
              <a:t>T</a:t>
            </a:r>
            <a:r>
              <a:rPr baseline="-25000" i="1" lang="en-US"/>
              <a:t>i</a:t>
            </a:r>
            <a:r>
              <a:rPr lang="en-US"/>
              <a:t> requests a data item currently being held by </a:t>
            </a:r>
            <a:r>
              <a:rPr i="1" lang="en-US"/>
              <a:t>T</a:t>
            </a:r>
            <a:r>
              <a:rPr baseline="-25000" i="1" lang="en-US"/>
              <a:t>j</a:t>
            </a:r>
            <a:r>
              <a:rPr lang="en-US"/>
              <a:t>, then the edge </a:t>
            </a:r>
            <a:r>
              <a:rPr i="1" lang="en-US"/>
              <a:t>T</a:t>
            </a:r>
            <a:r>
              <a:rPr baseline="-25000" i="1" lang="en-US"/>
              <a:t>i</a:t>
            </a:r>
            <a:r>
              <a:rPr lang="en-US"/>
              <a:t>  </a:t>
            </a:r>
            <a:r>
              <a:rPr i="1" lang="en-US"/>
              <a:t>T</a:t>
            </a:r>
            <a:r>
              <a:rPr baseline="-25000" i="1" lang="en-US"/>
              <a:t>j</a:t>
            </a:r>
            <a:r>
              <a:rPr lang="en-US"/>
              <a:t> is inserted in the wait-for graph. This edge is removed only when </a:t>
            </a:r>
            <a:r>
              <a:rPr i="1" lang="en-US"/>
              <a:t>T</a:t>
            </a:r>
            <a:r>
              <a:rPr baseline="-25000" i="1" lang="en-US"/>
              <a:t>j</a:t>
            </a:r>
            <a:r>
              <a:rPr lang="en-US"/>
              <a:t> is no longer holding a data item needed by </a:t>
            </a:r>
            <a:r>
              <a:rPr i="1" lang="en-US"/>
              <a:t>T</a:t>
            </a:r>
            <a:r>
              <a:rPr baseline="-25000" i="1" lang="en-US"/>
              <a:t>i</a:t>
            </a:r>
            <a:r>
              <a:rPr lang="en-US"/>
              <a:t>.</a:t>
            </a:r>
            <a:endParaRPr/>
          </a:p>
          <a:p>
            <a:pPr indent="-342900" lvl="0" marL="342900" rtl="0" algn="l">
              <a:spcBef>
                <a:spcPts val="700"/>
              </a:spcBef>
              <a:spcAft>
                <a:spcPts val="0"/>
              </a:spcAft>
              <a:buSzPts val="1800"/>
              <a:buChar char="●"/>
            </a:pPr>
            <a:r>
              <a:rPr lang="en-US"/>
              <a:t>The system is in a deadlock state if and only if the wait-for graph has a cycle.  Must invoke a deadlock-detection algorithm periodically to look for cycles.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44"/>
          <p:cNvSpPr txBox="1"/>
          <p:nvPr>
            <p:ph type="title"/>
          </p:nvPr>
        </p:nvSpPr>
        <p:spPr>
          <a:xfrm>
            <a:off x="55245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Deadlock Detection (Cont.)</a:t>
            </a:r>
            <a:endParaRPr/>
          </a:p>
        </p:txBody>
      </p:sp>
      <p:pic>
        <p:nvPicPr>
          <p:cNvPr id="478" name="Google Shape;478;p44"/>
          <p:cNvPicPr preferRelativeResize="0"/>
          <p:nvPr/>
        </p:nvPicPr>
        <p:blipFill rotWithShape="1">
          <a:blip r:embed="rId3">
            <a:alphaModFix/>
          </a:blip>
          <a:srcRect b="0" l="0" r="0" t="0"/>
          <a:stretch/>
        </p:blipFill>
        <p:spPr>
          <a:xfrm>
            <a:off x="901700" y="1549400"/>
            <a:ext cx="3009900" cy="2362200"/>
          </a:xfrm>
          <a:prstGeom prst="rect">
            <a:avLst/>
          </a:prstGeom>
          <a:noFill/>
          <a:ln cap="flat" cmpd="tri" w="76200">
            <a:solidFill>
              <a:schemeClr val="dk2"/>
            </a:solidFill>
            <a:prstDash val="solid"/>
            <a:miter lim="800000"/>
            <a:headEnd len="sm" w="sm" type="none"/>
            <a:tailEnd len="sm" w="sm" type="none"/>
          </a:ln>
        </p:spPr>
      </p:pic>
      <p:sp>
        <p:nvSpPr>
          <p:cNvPr id="479" name="Google Shape;479;p44"/>
          <p:cNvSpPr txBox="1"/>
          <p:nvPr/>
        </p:nvSpPr>
        <p:spPr>
          <a:xfrm>
            <a:off x="719138" y="4625975"/>
            <a:ext cx="3937000"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Wait-for graph without a cycle</a:t>
            </a:r>
            <a:endParaRPr/>
          </a:p>
        </p:txBody>
      </p:sp>
      <p:sp>
        <p:nvSpPr>
          <p:cNvPr id="480" name="Google Shape;480;p44"/>
          <p:cNvSpPr txBox="1"/>
          <p:nvPr/>
        </p:nvSpPr>
        <p:spPr>
          <a:xfrm>
            <a:off x="5094288" y="4592638"/>
            <a:ext cx="3548062"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Wait-for graph with a cycle</a:t>
            </a:r>
            <a:endParaRPr/>
          </a:p>
        </p:txBody>
      </p:sp>
      <p:pic>
        <p:nvPicPr>
          <p:cNvPr id="481" name="Google Shape;481;p44"/>
          <p:cNvPicPr preferRelativeResize="0"/>
          <p:nvPr/>
        </p:nvPicPr>
        <p:blipFill rotWithShape="1">
          <a:blip r:embed="rId4">
            <a:alphaModFix/>
          </a:blip>
          <a:srcRect b="3509" l="11185" r="10526" t="3801"/>
          <a:stretch/>
        </p:blipFill>
        <p:spPr>
          <a:xfrm>
            <a:off x="5245100" y="1295400"/>
            <a:ext cx="3289300" cy="292100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5"/>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Deadlock Recovery</a:t>
            </a:r>
            <a:endParaRPr/>
          </a:p>
        </p:txBody>
      </p:sp>
      <p:sp>
        <p:nvSpPr>
          <p:cNvPr id="487" name="Google Shape;487;p45"/>
          <p:cNvSpPr txBox="1"/>
          <p:nvPr>
            <p:ph idx="4294967295" type="body"/>
          </p:nvPr>
        </p:nvSpPr>
        <p:spPr>
          <a:xfrm>
            <a:off x="571500" y="16764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When deadlock is  detected :</a:t>
            </a:r>
            <a:endParaRPr/>
          </a:p>
          <a:p>
            <a:pPr indent="-285750" lvl="1" marL="742950" rtl="0" algn="l">
              <a:spcBef>
                <a:spcPts val="630"/>
              </a:spcBef>
              <a:spcAft>
                <a:spcPts val="0"/>
              </a:spcAft>
              <a:buSzPts val="1890"/>
              <a:buChar char="🟉"/>
            </a:pPr>
            <a:r>
              <a:rPr lang="en-US"/>
              <a:t>Some transaction will have to rolled back (made a victim) to break deadlock.  Select that transaction as victim that will incur minimum cost.</a:t>
            </a:r>
            <a:endParaRPr/>
          </a:p>
          <a:p>
            <a:pPr indent="-285750" lvl="1" marL="742950" rtl="0" algn="l">
              <a:spcBef>
                <a:spcPts val="630"/>
              </a:spcBef>
              <a:spcAft>
                <a:spcPts val="0"/>
              </a:spcAft>
              <a:buSzPts val="1890"/>
              <a:buChar char="🟉"/>
            </a:pPr>
            <a:r>
              <a:rPr lang="en-US"/>
              <a:t>Rollback -- determine how far to roll back transaction</a:t>
            </a:r>
            <a:endParaRPr/>
          </a:p>
          <a:p>
            <a:pPr indent="-228600" lvl="2" marL="1085850" rtl="0" algn="l">
              <a:spcBef>
                <a:spcPts val="630"/>
              </a:spcBef>
              <a:spcAft>
                <a:spcPts val="0"/>
              </a:spcAft>
              <a:buSzPts val="1530"/>
              <a:buChar char="⮚"/>
            </a:pPr>
            <a:r>
              <a:rPr lang="en-US">
                <a:solidFill>
                  <a:schemeClr val="dk2"/>
                </a:solidFill>
              </a:rPr>
              <a:t>Total rollback</a:t>
            </a:r>
            <a:r>
              <a:rPr lang="en-US"/>
              <a:t>: Abort the transaction and then restart it.</a:t>
            </a:r>
            <a:endParaRPr/>
          </a:p>
          <a:p>
            <a:pPr indent="-228600" lvl="2" marL="1085850" rtl="0" algn="l">
              <a:spcBef>
                <a:spcPts val="630"/>
              </a:spcBef>
              <a:spcAft>
                <a:spcPts val="0"/>
              </a:spcAft>
              <a:buSzPts val="1530"/>
              <a:buChar char="⮚"/>
            </a:pPr>
            <a:r>
              <a:rPr lang="en-US"/>
              <a:t>More effective to roll back transaction only as far as necessary to break deadlock.</a:t>
            </a:r>
            <a:endParaRPr/>
          </a:p>
          <a:p>
            <a:pPr indent="-285750" lvl="1" marL="742950" rtl="0" algn="l">
              <a:spcBef>
                <a:spcPts val="630"/>
              </a:spcBef>
              <a:spcAft>
                <a:spcPts val="0"/>
              </a:spcAft>
              <a:buSzPts val="1890"/>
              <a:buChar char="🟉"/>
            </a:pPr>
            <a:r>
              <a:rPr lang="en-US"/>
              <a:t>Starvation happens if same transaction is always chosen as victim. Include the number of rollbacks in the cost factor to avoid starvation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46"/>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Insert and Delete Operations</a:t>
            </a:r>
            <a:endParaRPr/>
          </a:p>
        </p:txBody>
      </p:sp>
      <p:sp>
        <p:nvSpPr>
          <p:cNvPr id="493" name="Google Shape;493;p46"/>
          <p:cNvSpPr txBox="1"/>
          <p:nvPr>
            <p:ph idx="4294967295" type="body"/>
          </p:nvPr>
        </p:nvSpPr>
        <p:spPr>
          <a:xfrm>
            <a:off x="571500" y="16764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If two-phase locking is used :</a:t>
            </a:r>
            <a:endParaRPr/>
          </a:p>
          <a:p>
            <a:pPr indent="-285750" lvl="1" marL="742950" rtl="0" algn="l">
              <a:spcBef>
                <a:spcPts val="630"/>
              </a:spcBef>
              <a:spcAft>
                <a:spcPts val="0"/>
              </a:spcAft>
              <a:buSzPts val="1890"/>
              <a:buChar char="🟉"/>
            </a:pPr>
            <a:r>
              <a:rPr lang="en-US"/>
              <a:t>A  </a:t>
            </a:r>
            <a:r>
              <a:rPr b="1" lang="en-US"/>
              <a:t>delete</a:t>
            </a:r>
            <a:r>
              <a:rPr lang="en-US"/>
              <a:t> operation may be performed only if the transaction deleting the tuple has an exclusive lock on the tuple to be deleted.</a:t>
            </a:r>
            <a:endParaRPr/>
          </a:p>
          <a:p>
            <a:pPr indent="-285750" lvl="1" marL="742950" rtl="0" algn="l">
              <a:spcBef>
                <a:spcPts val="630"/>
              </a:spcBef>
              <a:spcAft>
                <a:spcPts val="0"/>
              </a:spcAft>
              <a:buSzPts val="1890"/>
              <a:buChar char="🟉"/>
            </a:pPr>
            <a:r>
              <a:rPr lang="en-US"/>
              <a:t>A transaction that inserts a new tuple into the database is given an X-mode lock on the tuple</a:t>
            </a:r>
            <a:endParaRPr/>
          </a:p>
          <a:p>
            <a:pPr indent="-342900" lvl="0" marL="342900" rtl="0" algn="l">
              <a:spcBef>
                <a:spcPts val="700"/>
              </a:spcBef>
              <a:spcAft>
                <a:spcPts val="0"/>
              </a:spcAft>
              <a:buSzPts val="1800"/>
              <a:buChar char="●"/>
            </a:pPr>
            <a:r>
              <a:rPr lang="en-US"/>
              <a:t>Insertions and deletions can lead to the </a:t>
            </a:r>
            <a:r>
              <a:rPr b="1" lang="en-US">
                <a:solidFill>
                  <a:schemeClr val="dk2"/>
                </a:solidFill>
              </a:rPr>
              <a:t>phantom phenomenon</a:t>
            </a:r>
            <a:r>
              <a:rPr lang="en-US"/>
              <a:t>.</a:t>
            </a:r>
            <a:endParaRPr/>
          </a:p>
          <a:p>
            <a:pPr indent="-285750" lvl="1" marL="742950" rtl="0" algn="l">
              <a:spcBef>
                <a:spcPts val="630"/>
              </a:spcBef>
              <a:spcAft>
                <a:spcPts val="0"/>
              </a:spcAft>
              <a:buSzPts val="1890"/>
              <a:buChar char="🟉"/>
            </a:pPr>
            <a:r>
              <a:rPr lang="en-US"/>
              <a:t>A transaction that scans a relation (e.g., find all accounts in Perryridge) and a transaction that inserts a tuple in the relation (e.g., insert a new account at Perryridge) may conflict in spite of not accessing any tuple in common. </a:t>
            </a:r>
            <a:endParaRPr/>
          </a:p>
          <a:p>
            <a:pPr indent="-285750" lvl="1" marL="742950" rtl="0" algn="l">
              <a:spcBef>
                <a:spcPts val="630"/>
              </a:spcBef>
              <a:spcAft>
                <a:spcPts val="0"/>
              </a:spcAft>
              <a:buSzPts val="1890"/>
              <a:buChar char="🟉"/>
            </a:pPr>
            <a:r>
              <a:rPr lang="en-US"/>
              <a:t>If only tuple locks are used, non-serializable schedules can result: the scan transaction may not see the new account, yet may be serialized before the insert transaction.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47"/>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Insert  and Delete Operations (Cont.)</a:t>
            </a:r>
            <a:endParaRPr/>
          </a:p>
        </p:txBody>
      </p:sp>
      <p:sp>
        <p:nvSpPr>
          <p:cNvPr id="499" name="Google Shape;499;p47"/>
          <p:cNvSpPr txBox="1"/>
          <p:nvPr>
            <p:ph idx="4294967295" type="body"/>
          </p:nvPr>
        </p:nvSpPr>
        <p:spPr>
          <a:xfrm>
            <a:off x="508000" y="923925"/>
            <a:ext cx="8229600" cy="54356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00"/>
              <a:buChar char="●"/>
            </a:pPr>
            <a:r>
              <a:rPr lang="en-US"/>
              <a:t>The transaction scanning the relation is reading  information that indicates what tuples the relation contains, while a transaction inserting a tuple updates the same information.</a:t>
            </a:r>
            <a:endParaRPr/>
          </a:p>
          <a:p>
            <a:pPr indent="-285750" lvl="1" marL="742950" rtl="0" algn="l">
              <a:lnSpc>
                <a:spcPct val="90000"/>
              </a:lnSpc>
              <a:spcBef>
                <a:spcPts val="630"/>
              </a:spcBef>
              <a:spcAft>
                <a:spcPts val="0"/>
              </a:spcAft>
              <a:buSzPts val="1890"/>
              <a:buChar char="🟉"/>
            </a:pPr>
            <a:r>
              <a:rPr lang="en-US"/>
              <a:t> The information should be locked.</a:t>
            </a:r>
            <a:endParaRPr/>
          </a:p>
          <a:p>
            <a:pPr indent="-342900" lvl="0" marL="342900" rtl="0" algn="l">
              <a:lnSpc>
                <a:spcPct val="90000"/>
              </a:lnSpc>
              <a:spcBef>
                <a:spcPts val="700"/>
              </a:spcBef>
              <a:spcAft>
                <a:spcPts val="0"/>
              </a:spcAft>
              <a:buSzPts val="1800"/>
              <a:buChar char="●"/>
            </a:pPr>
            <a:r>
              <a:rPr lang="en-US"/>
              <a:t>One solution: </a:t>
            </a:r>
            <a:endParaRPr/>
          </a:p>
          <a:p>
            <a:pPr indent="-285750" lvl="1" marL="742950" rtl="0" algn="l">
              <a:lnSpc>
                <a:spcPct val="90000"/>
              </a:lnSpc>
              <a:spcBef>
                <a:spcPts val="630"/>
              </a:spcBef>
              <a:spcAft>
                <a:spcPts val="0"/>
              </a:spcAft>
              <a:buSzPts val="1890"/>
              <a:buChar char="🟉"/>
            </a:pPr>
            <a:r>
              <a:rPr lang="en-US"/>
              <a:t>Associate a data item with the relation, to represent the information about what tuples the relation contains.</a:t>
            </a:r>
            <a:endParaRPr/>
          </a:p>
          <a:p>
            <a:pPr indent="-285750" lvl="1" marL="742950" rtl="0" algn="l">
              <a:lnSpc>
                <a:spcPct val="90000"/>
              </a:lnSpc>
              <a:spcBef>
                <a:spcPts val="630"/>
              </a:spcBef>
              <a:spcAft>
                <a:spcPts val="0"/>
              </a:spcAft>
              <a:buSzPts val="1890"/>
              <a:buChar char="🟉"/>
            </a:pPr>
            <a:r>
              <a:rPr lang="en-US"/>
              <a:t>Transactions scanning the relation acquire a shared lock in the data item, </a:t>
            </a:r>
            <a:endParaRPr/>
          </a:p>
          <a:p>
            <a:pPr indent="-285750" lvl="1" marL="742950" rtl="0" algn="l">
              <a:lnSpc>
                <a:spcPct val="90000"/>
              </a:lnSpc>
              <a:spcBef>
                <a:spcPts val="630"/>
              </a:spcBef>
              <a:spcAft>
                <a:spcPts val="0"/>
              </a:spcAft>
              <a:buSzPts val="1890"/>
              <a:buChar char="🟉"/>
            </a:pPr>
            <a:r>
              <a:rPr lang="en-US"/>
              <a:t>Transactions inserting or deleting a tuple acquire an exclusive lock on the data item. (Note: locks on the data item do not conflict with locks on individual tuples.)</a:t>
            </a:r>
            <a:endParaRPr/>
          </a:p>
          <a:p>
            <a:pPr indent="-342900" lvl="0" marL="342900" rtl="0" algn="l">
              <a:lnSpc>
                <a:spcPct val="90000"/>
              </a:lnSpc>
              <a:spcBef>
                <a:spcPts val="700"/>
              </a:spcBef>
              <a:spcAft>
                <a:spcPts val="0"/>
              </a:spcAft>
              <a:buSzPts val="1800"/>
              <a:buChar char="●"/>
            </a:pPr>
            <a:r>
              <a:rPr lang="en-US"/>
              <a:t>Above protocol provides very low concurrency for insertions/deletions.</a:t>
            </a:r>
            <a:endParaRPr/>
          </a:p>
          <a:p>
            <a:pPr indent="-342900" lvl="0" marL="342900" rtl="0" algn="l">
              <a:lnSpc>
                <a:spcPct val="90000"/>
              </a:lnSpc>
              <a:spcBef>
                <a:spcPts val="700"/>
              </a:spcBef>
              <a:spcAft>
                <a:spcPts val="0"/>
              </a:spcAft>
              <a:buSzPts val="1800"/>
              <a:buChar char="●"/>
            </a:pPr>
            <a:r>
              <a:rPr lang="en-US"/>
              <a:t>Index locking protocols provide higher concurrency while </a:t>
            </a:r>
            <a:br>
              <a:rPr lang="en-US"/>
            </a:br>
            <a:r>
              <a:rPr lang="en-US"/>
              <a:t>preventing the phantom phenomenon, by requiring locks </a:t>
            </a:r>
            <a:br>
              <a:rPr lang="en-US"/>
            </a:br>
            <a:r>
              <a:rPr lang="en-US"/>
              <a:t>on certain index buckets.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48"/>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Index Locking Protocol</a:t>
            </a:r>
            <a:endParaRPr/>
          </a:p>
        </p:txBody>
      </p:sp>
      <p:sp>
        <p:nvSpPr>
          <p:cNvPr id="505" name="Google Shape;505;p48"/>
          <p:cNvSpPr txBox="1"/>
          <p:nvPr>
            <p:ph idx="4294967295" type="body"/>
          </p:nvPr>
        </p:nvSpPr>
        <p:spPr>
          <a:xfrm>
            <a:off x="571500" y="16764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Every relation must have at least one index. Access to a relation must be made only through one of the indices on the relation.</a:t>
            </a:r>
            <a:endParaRPr/>
          </a:p>
          <a:p>
            <a:pPr indent="-342900" lvl="0" marL="342900" rtl="0" algn="l">
              <a:spcBef>
                <a:spcPts val="700"/>
              </a:spcBef>
              <a:spcAft>
                <a:spcPts val="0"/>
              </a:spcAft>
              <a:buSzPts val="1800"/>
              <a:buChar char="●"/>
            </a:pPr>
            <a:r>
              <a:rPr lang="en-US"/>
              <a:t>A transaction </a:t>
            </a:r>
            <a:r>
              <a:rPr i="1" lang="en-US"/>
              <a:t>T</a:t>
            </a:r>
            <a:r>
              <a:rPr baseline="-25000" i="1" lang="en-US"/>
              <a:t>i</a:t>
            </a:r>
            <a:r>
              <a:rPr lang="en-US"/>
              <a:t> that performs a lookup must lock all the index buckets that it accesses, in S-mode.</a:t>
            </a:r>
            <a:endParaRPr/>
          </a:p>
          <a:p>
            <a:pPr indent="-342900" lvl="0" marL="342900" rtl="0" algn="l">
              <a:spcBef>
                <a:spcPts val="700"/>
              </a:spcBef>
              <a:spcAft>
                <a:spcPts val="0"/>
              </a:spcAft>
              <a:buSzPts val="1800"/>
              <a:buChar char="●"/>
            </a:pPr>
            <a:r>
              <a:rPr lang="en-US"/>
              <a:t>A transaction </a:t>
            </a:r>
            <a:r>
              <a:rPr i="1" lang="en-US"/>
              <a:t>T</a:t>
            </a:r>
            <a:r>
              <a:rPr baseline="-25000" i="1" lang="en-US"/>
              <a:t>i</a:t>
            </a:r>
            <a:r>
              <a:rPr lang="en-US"/>
              <a:t> may not insert a tuple </a:t>
            </a:r>
            <a:r>
              <a:rPr i="1" lang="en-US"/>
              <a:t>t</a:t>
            </a:r>
            <a:r>
              <a:rPr baseline="-25000" i="1" lang="en-US"/>
              <a:t>i</a:t>
            </a:r>
            <a:r>
              <a:rPr lang="en-US"/>
              <a:t> into a relation </a:t>
            </a:r>
            <a:r>
              <a:rPr i="1" lang="en-US"/>
              <a:t>r </a:t>
            </a:r>
            <a:r>
              <a:rPr lang="en-US"/>
              <a:t> without updating all indices to </a:t>
            </a:r>
            <a:r>
              <a:rPr i="1" lang="en-US"/>
              <a:t>r</a:t>
            </a:r>
            <a:r>
              <a:rPr lang="en-US"/>
              <a:t>.</a:t>
            </a:r>
            <a:endParaRPr/>
          </a:p>
          <a:p>
            <a:pPr indent="-342900" lvl="0" marL="342900" rtl="0" algn="l">
              <a:spcBef>
                <a:spcPts val="700"/>
              </a:spcBef>
              <a:spcAft>
                <a:spcPts val="0"/>
              </a:spcAft>
              <a:buSzPts val="1800"/>
              <a:buChar char="●"/>
            </a:pPr>
            <a:r>
              <a:rPr i="1" lang="en-US"/>
              <a:t>T</a:t>
            </a:r>
            <a:r>
              <a:rPr baseline="-25000" i="1" lang="en-US"/>
              <a:t>i</a:t>
            </a:r>
            <a:r>
              <a:rPr lang="en-US"/>
              <a:t> must perform a lookup on every index to find all index buckets that could have possibly contained a pointer to tuple </a:t>
            </a:r>
            <a:r>
              <a:rPr i="1" lang="en-US"/>
              <a:t>t</a:t>
            </a:r>
            <a:r>
              <a:rPr baseline="-25000" i="1" lang="en-US"/>
              <a:t>i</a:t>
            </a:r>
            <a:r>
              <a:rPr lang="en-US"/>
              <a:t>, had it existed already, and obtain locks in X-mode on all these index buckets. </a:t>
            </a:r>
            <a:r>
              <a:rPr i="1" lang="en-US"/>
              <a:t>T</a:t>
            </a:r>
            <a:r>
              <a:rPr baseline="-25000" i="1" lang="en-US"/>
              <a:t>i</a:t>
            </a:r>
            <a:r>
              <a:rPr lang="en-US"/>
              <a:t> must also obtain locks in X-mode on all index buckets that it modifies.</a:t>
            </a:r>
            <a:endParaRPr/>
          </a:p>
          <a:p>
            <a:pPr indent="-342900" lvl="0" marL="342900" rtl="0" algn="l">
              <a:spcBef>
                <a:spcPts val="700"/>
              </a:spcBef>
              <a:spcAft>
                <a:spcPts val="0"/>
              </a:spcAft>
              <a:buSzPts val="1800"/>
              <a:buChar char="●"/>
            </a:pPr>
            <a:r>
              <a:rPr lang="en-US"/>
              <a:t>The rules of the two-phase locking protocol must be observed.</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9"/>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Weak Levels of Consistency</a:t>
            </a:r>
            <a:endParaRPr/>
          </a:p>
        </p:txBody>
      </p:sp>
      <p:sp>
        <p:nvSpPr>
          <p:cNvPr id="511" name="Google Shape;511;p49"/>
          <p:cNvSpPr txBox="1"/>
          <p:nvPr>
            <p:ph idx="1" type="body"/>
          </p:nvPr>
        </p:nvSpPr>
        <p:spPr>
          <a:xfrm>
            <a:off x="584200" y="11938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b="1" lang="en-US">
                <a:solidFill>
                  <a:schemeClr val="dk2"/>
                </a:solidFill>
              </a:rPr>
              <a:t>Degree-two consistency: </a:t>
            </a:r>
            <a:r>
              <a:rPr lang="en-US"/>
              <a:t>differs from two-phase locking in that S-locks may be released at any time, and locks may be acquired at any time</a:t>
            </a:r>
            <a:endParaRPr/>
          </a:p>
          <a:p>
            <a:pPr indent="-285750" lvl="1" marL="742950" rtl="0" algn="l">
              <a:spcBef>
                <a:spcPts val="630"/>
              </a:spcBef>
              <a:spcAft>
                <a:spcPts val="0"/>
              </a:spcAft>
              <a:buSzPts val="1890"/>
              <a:buChar char="🟉"/>
            </a:pPr>
            <a:r>
              <a:rPr lang="en-US"/>
              <a:t>X-locks must be held till end of transaction</a:t>
            </a:r>
            <a:endParaRPr/>
          </a:p>
          <a:p>
            <a:pPr indent="-285750" lvl="1" marL="742950" rtl="0" algn="l">
              <a:spcBef>
                <a:spcPts val="630"/>
              </a:spcBef>
              <a:spcAft>
                <a:spcPts val="0"/>
              </a:spcAft>
              <a:buSzPts val="1890"/>
              <a:buChar char="🟉"/>
            </a:pPr>
            <a:r>
              <a:rPr lang="en-US"/>
              <a:t>Serializability is not guaranteed, programmer must ensure that no erroneous database state will occur]</a:t>
            </a:r>
            <a:endParaRPr/>
          </a:p>
          <a:p>
            <a:pPr indent="-342900" lvl="0" marL="342900" rtl="0" algn="l">
              <a:spcBef>
                <a:spcPts val="700"/>
              </a:spcBef>
              <a:spcAft>
                <a:spcPts val="0"/>
              </a:spcAft>
              <a:buSzPts val="1800"/>
              <a:buChar char="●"/>
            </a:pPr>
            <a:r>
              <a:rPr b="1" lang="en-US">
                <a:solidFill>
                  <a:schemeClr val="dk2"/>
                </a:solidFill>
              </a:rPr>
              <a:t>Cursor stability</a:t>
            </a:r>
            <a:r>
              <a:rPr lang="en-US"/>
              <a:t>: </a:t>
            </a:r>
            <a:endParaRPr/>
          </a:p>
          <a:p>
            <a:pPr indent="-285750" lvl="1" marL="742950" rtl="0" algn="l">
              <a:spcBef>
                <a:spcPts val="630"/>
              </a:spcBef>
              <a:spcAft>
                <a:spcPts val="0"/>
              </a:spcAft>
              <a:buSzPts val="1890"/>
              <a:buChar char="🟉"/>
            </a:pPr>
            <a:r>
              <a:rPr lang="en-US"/>
              <a:t>For reads, each tuple is locked, read, and lock is immediately released</a:t>
            </a:r>
            <a:endParaRPr/>
          </a:p>
          <a:p>
            <a:pPr indent="-285750" lvl="1" marL="742950" rtl="0" algn="l">
              <a:spcBef>
                <a:spcPts val="630"/>
              </a:spcBef>
              <a:spcAft>
                <a:spcPts val="0"/>
              </a:spcAft>
              <a:buSzPts val="1890"/>
              <a:buChar char="🟉"/>
            </a:pPr>
            <a:r>
              <a:rPr lang="en-US"/>
              <a:t>X-locks are held till end of transaction</a:t>
            </a:r>
            <a:endParaRPr/>
          </a:p>
          <a:p>
            <a:pPr indent="-285750" lvl="1" marL="742950" rtl="0" algn="l">
              <a:spcBef>
                <a:spcPts val="630"/>
              </a:spcBef>
              <a:spcAft>
                <a:spcPts val="0"/>
              </a:spcAft>
              <a:buSzPts val="1890"/>
              <a:buChar char="🟉"/>
            </a:pPr>
            <a:r>
              <a:rPr lang="en-US"/>
              <a:t>Special case of degree-two consistency</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50"/>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Weak Levels of Consistency in SQL</a:t>
            </a:r>
            <a:endParaRPr/>
          </a:p>
        </p:txBody>
      </p:sp>
      <p:sp>
        <p:nvSpPr>
          <p:cNvPr id="517" name="Google Shape;517;p50"/>
          <p:cNvSpPr txBox="1"/>
          <p:nvPr>
            <p:ph idx="1" type="body"/>
          </p:nvPr>
        </p:nvSpPr>
        <p:spPr>
          <a:xfrm>
            <a:off x="596900" y="11303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SQL allows non-serializable executions</a:t>
            </a:r>
            <a:endParaRPr/>
          </a:p>
          <a:p>
            <a:pPr indent="-285750" lvl="1" marL="742950" rtl="0" algn="l">
              <a:spcBef>
                <a:spcPts val="630"/>
              </a:spcBef>
              <a:spcAft>
                <a:spcPts val="0"/>
              </a:spcAft>
              <a:buSzPts val="1890"/>
              <a:buChar char="🟉"/>
            </a:pPr>
            <a:r>
              <a:rPr b="1" lang="en-US">
                <a:solidFill>
                  <a:schemeClr val="dk2"/>
                </a:solidFill>
              </a:rPr>
              <a:t>Serializable</a:t>
            </a:r>
            <a:r>
              <a:rPr b="1" lang="en-US"/>
              <a:t>:</a:t>
            </a:r>
            <a:r>
              <a:rPr lang="en-US"/>
              <a:t> is the default</a:t>
            </a:r>
            <a:endParaRPr/>
          </a:p>
          <a:p>
            <a:pPr indent="-285750" lvl="1" marL="742950" rtl="0" algn="l">
              <a:spcBef>
                <a:spcPts val="630"/>
              </a:spcBef>
              <a:spcAft>
                <a:spcPts val="0"/>
              </a:spcAft>
              <a:buSzPts val="1890"/>
              <a:buChar char="🟉"/>
            </a:pPr>
            <a:r>
              <a:rPr b="1" lang="en-US">
                <a:solidFill>
                  <a:schemeClr val="dk2"/>
                </a:solidFill>
              </a:rPr>
              <a:t>Repeatable read</a:t>
            </a:r>
            <a:r>
              <a:rPr lang="en-US"/>
              <a:t>: allows only committed records to be read, and repeating a read should return the same value (so read locks should be retained)</a:t>
            </a:r>
            <a:endParaRPr/>
          </a:p>
          <a:p>
            <a:pPr indent="-228600" lvl="2" marL="1085850" rtl="0" algn="l">
              <a:spcBef>
                <a:spcPts val="630"/>
              </a:spcBef>
              <a:spcAft>
                <a:spcPts val="0"/>
              </a:spcAft>
              <a:buSzPts val="1530"/>
              <a:buChar char="⮚"/>
            </a:pPr>
            <a:r>
              <a:rPr lang="en-US"/>
              <a:t>However, the phantom phenomenon need not be prevented</a:t>
            </a:r>
            <a:endParaRPr/>
          </a:p>
          <a:p>
            <a:pPr indent="-228600" lvl="3" marL="1428750" rtl="0" algn="l">
              <a:spcBef>
                <a:spcPts val="630"/>
              </a:spcBef>
              <a:spcAft>
                <a:spcPts val="0"/>
              </a:spcAft>
              <a:buSzPts val="1800"/>
              <a:buFont typeface="Helvetica Neue"/>
              <a:buChar char="–"/>
            </a:pPr>
            <a:r>
              <a:rPr lang="en-US"/>
              <a:t>T1 may see some records inserted by T2, but may not see others inserted by T2</a:t>
            </a:r>
            <a:endParaRPr/>
          </a:p>
          <a:p>
            <a:pPr indent="-285750" lvl="1" marL="742950" rtl="0" algn="l">
              <a:spcBef>
                <a:spcPts val="630"/>
              </a:spcBef>
              <a:spcAft>
                <a:spcPts val="0"/>
              </a:spcAft>
              <a:buSzPts val="1890"/>
              <a:buChar char="🟉"/>
            </a:pPr>
            <a:r>
              <a:rPr b="1" lang="en-US">
                <a:solidFill>
                  <a:schemeClr val="dk2"/>
                </a:solidFill>
              </a:rPr>
              <a:t>Read committed</a:t>
            </a:r>
            <a:r>
              <a:rPr lang="en-US"/>
              <a:t>:  same as degree two consistency, but most systems implement it as cursor-stability</a:t>
            </a:r>
            <a:endParaRPr/>
          </a:p>
          <a:p>
            <a:pPr indent="-285750" lvl="1" marL="742950" rtl="0" algn="l">
              <a:spcBef>
                <a:spcPts val="630"/>
              </a:spcBef>
              <a:spcAft>
                <a:spcPts val="0"/>
              </a:spcAft>
              <a:buSzPts val="1890"/>
              <a:buChar char="🟉"/>
            </a:pPr>
            <a:r>
              <a:rPr b="1" lang="en-US">
                <a:solidFill>
                  <a:schemeClr val="dk2"/>
                </a:solidFill>
              </a:rPr>
              <a:t>Read uncommitted</a:t>
            </a:r>
            <a:r>
              <a:rPr lang="en-US"/>
              <a:t>: allows even uncommitted data to be read</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51"/>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Concurrency in Index Structures</a:t>
            </a:r>
            <a:endParaRPr/>
          </a:p>
        </p:txBody>
      </p:sp>
      <p:sp>
        <p:nvSpPr>
          <p:cNvPr id="523" name="Google Shape;523;p51"/>
          <p:cNvSpPr txBox="1"/>
          <p:nvPr>
            <p:ph idx="4294967295" type="body"/>
          </p:nvPr>
        </p:nvSpPr>
        <p:spPr>
          <a:xfrm>
            <a:off x="584200" y="10795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800"/>
              <a:buChar char="●"/>
            </a:pPr>
            <a:r>
              <a:rPr lang="en-US"/>
              <a:t>Indices are unlike other database items in that their only job is to help in accessing data.</a:t>
            </a:r>
            <a:endParaRPr/>
          </a:p>
          <a:p>
            <a:pPr indent="-342900" lvl="0" marL="342900" rtl="0" algn="l">
              <a:lnSpc>
                <a:spcPct val="90000"/>
              </a:lnSpc>
              <a:spcBef>
                <a:spcPts val="700"/>
              </a:spcBef>
              <a:spcAft>
                <a:spcPts val="0"/>
              </a:spcAft>
              <a:buSzPts val="1800"/>
              <a:buChar char="●"/>
            </a:pPr>
            <a:r>
              <a:rPr lang="en-US"/>
              <a:t>Index-structures are typically accessed very often, much more than other database items. </a:t>
            </a:r>
            <a:endParaRPr/>
          </a:p>
          <a:p>
            <a:pPr indent="-342900" lvl="0" marL="342900" rtl="0" algn="l">
              <a:lnSpc>
                <a:spcPct val="90000"/>
              </a:lnSpc>
              <a:spcBef>
                <a:spcPts val="700"/>
              </a:spcBef>
              <a:spcAft>
                <a:spcPts val="0"/>
              </a:spcAft>
              <a:buSzPts val="1800"/>
              <a:buChar char="●"/>
            </a:pPr>
            <a:r>
              <a:rPr lang="en-US"/>
              <a:t>Treating index-structures like other database items leads to low concurrency.   Two-phase locking on an index may result in transactions executing practically one-at-a-time.</a:t>
            </a:r>
            <a:endParaRPr/>
          </a:p>
          <a:p>
            <a:pPr indent="-342900" lvl="0" marL="342900" rtl="0" algn="l">
              <a:lnSpc>
                <a:spcPct val="90000"/>
              </a:lnSpc>
              <a:spcBef>
                <a:spcPts val="700"/>
              </a:spcBef>
              <a:spcAft>
                <a:spcPts val="0"/>
              </a:spcAft>
              <a:buSzPts val="1800"/>
              <a:buChar char="●"/>
            </a:pPr>
            <a:r>
              <a:rPr lang="en-US"/>
              <a:t>It is acceptable to have nonserializable concurrent access to an index as long as the accuracy of the index is maintained.</a:t>
            </a:r>
            <a:endParaRPr/>
          </a:p>
          <a:p>
            <a:pPr indent="-342900" lvl="0" marL="342900" rtl="0" algn="l">
              <a:lnSpc>
                <a:spcPct val="90000"/>
              </a:lnSpc>
              <a:spcBef>
                <a:spcPts val="700"/>
              </a:spcBef>
              <a:spcAft>
                <a:spcPts val="0"/>
              </a:spcAft>
              <a:buSzPts val="1800"/>
              <a:buChar char="●"/>
            </a:pPr>
            <a:r>
              <a:rPr lang="en-US"/>
              <a:t>In particular, the exact values read in an internal node of a </a:t>
            </a:r>
            <a:br>
              <a:rPr lang="en-US"/>
            </a:br>
            <a:r>
              <a:rPr lang="en-US"/>
              <a:t>B</a:t>
            </a:r>
            <a:r>
              <a:rPr baseline="30000" lang="en-US"/>
              <a:t>+</a:t>
            </a:r>
            <a:r>
              <a:rPr lang="en-US"/>
              <a:t>-tree are irrelevant so long as we land up in the correct leaf node.</a:t>
            </a:r>
            <a:endParaRPr/>
          </a:p>
          <a:p>
            <a:pPr indent="-342900" lvl="0" marL="342900" rtl="0" algn="l">
              <a:lnSpc>
                <a:spcPct val="90000"/>
              </a:lnSpc>
              <a:spcBef>
                <a:spcPts val="700"/>
              </a:spcBef>
              <a:spcAft>
                <a:spcPts val="0"/>
              </a:spcAft>
              <a:buSzPts val="1800"/>
              <a:buChar char="●"/>
            </a:pPr>
            <a:r>
              <a:rPr lang="en-US"/>
              <a:t>There are index concurrency protocols where locks on internal nodes are released early, and not in a two-phase fashion.</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2"/>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Concurrency in Index Structures (Cont.)</a:t>
            </a:r>
            <a:endParaRPr/>
          </a:p>
        </p:txBody>
      </p:sp>
      <p:sp>
        <p:nvSpPr>
          <p:cNvPr id="529" name="Google Shape;529;p52"/>
          <p:cNvSpPr txBox="1"/>
          <p:nvPr>
            <p:ph idx="4294967295" type="body"/>
          </p:nvPr>
        </p:nvSpPr>
        <p:spPr>
          <a:xfrm>
            <a:off x="533400" y="1282700"/>
            <a:ext cx="7848600" cy="48768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800"/>
              <a:buChar char="●"/>
            </a:pPr>
            <a:r>
              <a:rPr lang="en-US"/>
              <a:t>Example of index concurrency protocol:</a:t>
            </a:r>
            <a:endParaRPr/>
          </a:p>
          <a:p>
            <a:pPr indent="-342900" lvl="0" marL="342900" rtl="0" algn="l">
              <a:spcBef>
                <a:spcPts val="700"/>
              </a:spcBef>
              <a:spcAft>
                <a:spcPts val="0"/>
              </a:spcAft>
              <a:buSzPts val="1800"/>
              <a:buChar char="●"/>
            </a:pPr>
            <a:r>
              <a:rPr lang="en-US"/>
              <a:t>Use </a:t>
            </a:r>
            <a:r>
              <a:rPr b="1" lang="en-US">
                <a:solidFill>
                  <a:schemeClr val="dk2"/>
                </a:solidFill>
              </a:rPr>
              <a:t>crabbing</a:t>
            </a:r>
            <a:r>
              <a:rPr lang="en-US"/>
              <a:t> instead of two-phase locking on the nodes of the B</a:t>
            </a:r>
            <a:r>
              <a:rPr baseline="30000" lang="en-US"/>
              <a:t>+</a:t>
            </a:r>
            <a:r>
              <a:rPr lang="en-US"/>
              <a:t>-tree, as follows.  During search/insertion/deletion:</a:t>
            </a:r>
            <a:endParaRPr/>
          </a:p>
          <a:p>
            <a:pPr indent="-285750" lvl="1" marL="742950" rtl="0" algn="l">
              <a:spcBef>
                <a:spcPts val="630"/>
              </a:spcBef>
              <a:spcAft>
                <a:spcPts val="0"/>
              </a:spcAft>
              <a:buSzPts val="1890"/>
              <a:buChar char="🟉"/>
            </a:pPr>
            <a:r>
              <a:rPr lang="en-US"/>
              <a:t>First lock the root node in shared mode.</a:t>
            </a:r>
            <a:endParaRPr/>
          </a:p>
          <a:p>
            <a:pPr indent="-285750" lvl="1" marL="742950" rtl="0" algn="l">
              <a:spcBef>
                <a:spcPts val="630"/>
              </a:spcBef>
              <a:spcAft>
                <a:spcPts val="0"/>
              </a:spcAft>
              <a:buSzPts val="1890"/>
              <a:buChar char="🟉"/>
            </a:pPr>
            <a:r>
              <a:rPr lang="en-US"/>
              <a:t>After locking all required children of a node in shared mode, release the lock on the node.</a:t>
            </a:r>
            <a:endParaRPr/>
          </a:p>
          <a:p>
            <a:pPr indent="-285750" lvl="1" marL="742950" rtl="0" algn="l">
              <a:spcBef>
                <a:spcPts val="630"/>
              </a:spcBef>
              <a:spcAft>
                <a:spcPts val="0"/>
              </a:spcAft>
              <a:buSzPts val="1890"/>
              <a:buChar char="🟉"/>
            </a:pPr>
            <a:r>
              <a:rPr lang="en-US"/>
              <a:t>During insertion/deletion, upgrade leaf node locks to exclusive mode.</a:t>
            </a:r>
            <a:endParaRPr/>
          </a:p>
          <a:p>
            <a:pPr indent="-285750" lvl="1" marL="742950" rtl="0" algn="l">
              <a:spcBef>
                <a:spcPts val="630"/>
              </a:spcBef>
              <a:spcAft>
                <a:spcPts val="0"/>
              </a:spcAft>
              <a:buSzPts val="1890"/>
              <a:buChar char="🟉"/>
            </a:pPr>
            <a:r>
              <a:rPr lang="en-US"/>
              <a:t>When splitting or coalescing requires changes to a parent, lock the parent in exclusive mode.</a:t>
            </a:r>
            <a:endParaRPr/>
          </a:p>
          <a:p>
            <a:pPr indent="-342900" lvl="0" marL="342900" rtl="0" algn="l">
              <a:spcBef>
                <a:spcPts val="700"/>
              </a:spcBef>
              <a:spcAft>
                <a:spcPts val="0"/>
              </a:spcAft>
              <a:buSzPts val="1800"/>
              <a:buChar char="●"/>
            </a:pPr>
            <a:r>
              <a:rPr lang="en-US"/>
              <a:t>Above protocol can cause excessive deadlocks. Better protocols are available; see Section 16.9 for one such protocol, the B-link tree protocol</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53"/>
          <p:cNvSpPr txBox="1"/>
          <p:nvPr>
            <p:ph type="ctrTitle"/>
          </p:nvPr>
        </p:nvSpPr>
        <p:spPr>
          <a:xfrm>
            <a:off x="685800" y="2286000"/>
            <a:ext cx="7772400" cy="1143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End of Chapter</a:t>
            </a:r>
            <a:endParaRPr/>
          </a:p>
        </p:txBody>
      </p:sp>
      <p:sp>
        <p:nvSpPr>
          <p:cNvPr id="535" name="Google Shape;535;p5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1800"/>
              <a:buFont typeface="Arial"/>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54"/>
          <p:cNvSpPr txBox="1"/>
          <p:nvPr>
            <p:ph type="title"/>
          </p:nvPr>
        </p:nvSpPr>
        <p:spPr>
          <a:xfrm>
            <a:off x="647700" y="24130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Partial Schedule Under Two-Phase Locking</a:t>
            </a:r>
            <a:endParaRPr/>
          </a:p>
        </p:txBody>
      </p:sp>
      <p:pic>
        <p:nvPicPr>
          <p:cNvPr id="541" name="Google Shape;541;p54"/>
          <p:cNvPicPr preferRelativeResize="0"/>
          <p:nvPr/>
        </p:nvPicPr>
        <p:blipFill rotWithShape="1">
          <a:blip r:embed="rId3">
            <a:alphaModFix/>
          </a:blip>
          <a:srcRect b="1377" l="11887" r="12143" t="2068"/>
          <a:stretch/>
        </p:blipFill>
        <p:spPr>
          <a:xfrm>
            <a:off x="2489200" y="1397000"/>
            <a:ext cx="4343400" cy="414020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55"/>
          <p:cNvSpPr txBox="1"/>
          <p:nvPr>
            <p:ph type="title"/>
          </p:nvPr>
        </p:nvSpPr>
        <p:spPr>
          <a:xfrm>
            <a:off x="6350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Incomplete Schedule With a Lock Conversion</a:t>
            </a:r>
            <a:endParaRPr/>
          </a:p>
        </p:txBody>
      </p:sp>
      <p:pic>
        <p:nvPicPr>
          <p:cNvPr id="547" name="Google Shape;547;p55"/>
          <p:cNvPicPr preferRelativeResize="0"/>
          <p:nvPr/>
        </p:nvPicPr>
        <p:blipFill rotWithShape="1">
          <a:blip r:embed="rId3">
            <a:alphaModFix/>
          </a:blip>
          <a:srcRect b="2873" l="17241" r="17888" t="2586"/>
          <a:stretch/>
        </p:blipFill>
        <p:spPr>
          <a:xfrm>
            <a:off x="3111500" y="1255713"/>
            <a:ext cx="3475038" cy="3798887"/>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56"/>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Lock Table</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57"/>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Tree-Structured Database Graph</a:t>
            </a:r>
            <a:endParaRPr/>
          </a:p>
        </p:txBody>
      </p:sp>
      <p:pic>
        <p:nvPicPr>
          <p:cNvPr id="558" name="Google Shape;558;p57"/>
          <p:cNvPicPr preferRelativeResize="0"/>
          <p:nvPr/>
        </p:nvPicPr>
        <p:blipFill rotWithShape="1">
          <a:blip r:embed="rId3">
            <a:alphaModFix/>
          </a:blip>
          <a:srcRect b="1537" l="16614" r="16843" t="2154"/>
          <a:stretch/>
        </p:blipFill>
        <p:spPr>
          <a:xfrm>
            <a:off x="2451100" y="960438"/>
            <a:ext cx="4462463" cy="4843462"/>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58"/>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800"/>
              <a:t>Serializable Schedule Under the Tree Protocol</a:t>
            </a:r>
            <a:endParaRPr/>
          </a:p>
        </p:txBody>
      </p:sp>
      <p:pic>
        <p:nvPicPr>
          <p:cNvPr id="564" name="Google Shape;564;p58"/>
          <p:cNvPicPr preferRelativeResize="0"/>
          <p:nvPr/>
        </p:nvPicPr>
        <p:blipFill rotWithShape="1">
          <a:blip r:embed="rId3">
            <a:alphaModFix/>
          </a:blip>
          <a:srcRect b="1357" l="7626" r="7625" t="1016"/>
          <a:stretch/>
        </p:blipFill>
        <p:spPr>
          <a:xfrm>
            <a:off x="2108200" y="1438275"/>
            <a:ext cx="4906963" cy="4238625"/>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59"/>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Schedule 3</a:t>
            </a:r>
            <a:endParaRPr/>
          </a:p>
        </p:txBody>
      </p:sp>
      <p:pic>
        <p:nvPicPr>
          <p:cNvPr id="570" name="Google Shape;570;p59"/>
          <p:cNvPicPr preferRelativeResize="0"/>
          <p:nvPr/>
        </p:nvPicPr>
        <p:blipFill rotWithShape="1">
          <a:blip r:embed="rId3">
            <a:alphaModFix/>
          </a:blip>
          <a:srcRect b="2155" l="7846" r="8999" t="1538"/>
          <a:stretch/>
        </p:blipFill>
        <p:spPr>
          <a:xfrm>
            <a:off x="2273300" y="1155700"/>
            <a:ext cx="4576763" cy="397510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60"/>
          <p:cNvSpPr txBox="1"/>
          <p:nvPr>
            <p:ph type="title"/>
          </p:nvPr>
        </p:nvSpPr>
        <p:spPr>
          <a:xfrm>
            <a:off x="685800" y="0"/>
            <a:ext cx="8077200" cy="7874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Schedule 4</a:t>
            </a:r>
            <a:endParaRPr/>
          </a:p>
        </p:txBody>
      </p:sp>
      <p:pic>
        <p:nvPicPr>
          <p:cNvPr id="576" name="Google Shape;576;p60"/>
          <p:cNvPicPr preferRelativeResize="0"/>
          <p:nvPr/>
        </p:nvPicPr>
        <p:blipFill rotWithShape="1">
          <a:blip r:embed="rId3">
            <a:alphaModFix/>
          </a:blip>
          <a:srcRect b="17273" l="1818" r="3864" t="17273"/>
          <a:stretch/>
        </p:blipFill>
        <p:spPr>
          <a:xfrm>
            <a:off x="2832100" y="1612900"/>
            <a:ext cx="3797300" cy="1976438"/>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61"/>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Schedule 5, A Schedule Produced by Using Validation</a:t>
            </a:r>
            <a:endParaRPr/>
          </a:p>
        </p:txBody>
      </p:sp>
      <p:pic>
        <p:nvPicPr>
          <p:cNvPr id="582" name="Google Shape;582;p61"/>
          <p:cNvPicPr preferRelativeResize="0"/>
          <p:nvPr/>
        </p:nvPicPr>
        <p:blipFill rotWithShape="1">
          <a:blip r:embed="rId3">
            <a:alphaModFix/>
          </a:blip>
          <a:srcRect b="2069" l="15260" r="17071" t="2414"/>
          <a:stretch/>
        </p:blipFill>
        <p:spPr>
          <a:xfrm>
            <a:off x="2603500" y="1214438"/>
            <a:ext cx="3830638" cy="4056062"/>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62"/>
          <p:cNvSpPr txBox="1"/>
          <p:nvPr>
            <p:ph type="title"/>
          </p:nvPr>
        </p:nvSpPr>
        <p:spPr>
          <a:xfrm>
            <a:off x="685800" y="0"/>
            <a:ext cx="8077200" cy="8128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Granularity Hierarchy</a:t>
            </a:r>
            <a:endParaRPr/>
          </a:p>
        </p:txBody>
      </p:sp>
      <p:pic>
        <p:nvPicPr>
          <p:cNvPr id="588" name="Google Shape;588;p62"/>
          <p:cNvPicPr preferRelativeResize="0"/>
          <p:nvPr/>
        </p:nvPicPr>
        <p:blipFill rotWithShape="1">
          <a:blip r:embed="rId3">
            <a:alphaModFix/>
          </a:blip>
          <a:srcRect b="16570" l="1500" r="1285" t="16000"/>
          <a:stretch/>
        </p:blipFill>
        <p:spPr>
          <a:xfrm>
            <a:off x="1778000" y="1473200"/>
            <a:ext cx="5761038" cy="299720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63"/>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Compatibility Matrix</a:t>
            </a:r>
            <a:endParaRPr/>
          </a:p>
        </p:txBody>
      </p:sp>
      <p:pic>
        <p:nvPicPr>
          <p:cNvPr id="594" name="Google Shape;594;p63"/>
          <p:cNvPicPr preferRelativeResize="0"/>
          <p:nvPr/>
        </p:nvPicPr>
        <p:blipFill rotWithShape="1">
          <a:blip r:embed="rId3">
            <a:alphaModFix/>
          </a:blip>
          <a:srcRect b="22519" l="1111" r="1555" t="22223"/>
          <a:stretch/>
        </p:blipFill>
        <p:spPr>
          <a:xfrm>
            <a:off x="2032000" y="1517650"/>
            <a:ext cx="5562600" cy="236855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64"/>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Wait-for Graph With No Cycle</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65"/>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Wait-for-graph With A Cycle</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66"/>
          <p:cNvSpPr txBox="1"/>
          <p:nvPr>
            <p:ph type="title"/>
          </p:nvPr>
        </p:nvSpPr>
        <p:spPr>
          <a:xfrm>
            <a:off x="685800" y="0"/>
            <a:ext cx="8077200" cy="6858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Nonserializable Schedule with Degree-Two Consistency</a:t>
            </a:r>
            <a:endParaRPr/>
          </a:p>
        </p:txBody>
      </p:sp>
      <p:pic>
        <p:nvPicPr>
          <p:cNvPr id="610" name="Google Shape;610;p66"/>
          <p:cNvPicPr preferRelativeResize="0"/>
          <p:nvPr/>
        </p:nvPicPr>
        <p:blipFill rotWithShape="1">
          <a:blip r:embed="rId3">
            <a:alphaModFix/>
          </a:blip>
          <a:srcRect b="2190" l="19522" r="19932" t="2740"/>
          <a:stretch/>
        </p:blipFill>
        <p:spPr>
          <a:xfrm>
            <a:off x="2959100" y="1168400"/>
            <a:ext cx="3741738" cy="440690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67"/>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B</a:t>
            </a:r>
            <a:r>
              <a:rPr baseline="30000" lang="en-US"/>
              <a:t>+</a:t>
            </a:r>
            <a:r>
              <a:rPr lang="en-US"/>
              <a:t>-Tree For </a:t>
            </a:r>
            <a:r>
              <a:rPr b="0" i="1" lang="en-US"/>
              <a:t>account</a:t>
            </a:r>
            <a:r>
              <a:rPr lang="en-US"/>
              <a:t> File with </a:t>
            </a:r>
            <a:r>
              <a:rPr b="0" i="1" lang="en-US"/>
              <a:t>n</a:t>
            </a:r>
            <a:r>
              <a:rPr i="1" lang="en-US"/>
              <a:t> </a:t>
            </a:r>
            <a:r>
              <a:rPr lang="en-US"/>
              <a:t>= 3.</a:t>
            </a:r>
            <a:endParaRPr/>
          </a:p>
        </p:txBody>
      </p:sp>
      <p:pic>
        <p:nvPicPr>
          <p:cNvPr id="616" name="Google Shape;616;p67"/>
          <p:cNvPicPr preferRelativeResize="0"/>
          <p:nvPr/>
        </p:nvPicPr>
        <p:blipFill rotWithShape="1">
          <a:blip r:embed="rId3">
            <a:alphaModFix/>
          </a:blip>
          <a:srcRect b="32194" l="1282" r="853" t="32193"/>
          <a:stretch/>
        </p:blipFill>
        <p:spPr>
          <a:xfrm>
            <a:off x="495300" y="1752600"/>
            <a:ext cx="8004175" cy="218440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68"/>
          <p:cNvSpPr txBox="1"/>
          <p:nvPr>
            <p:ph type="title"/>
          </p:nvPr>
        </p:nvSpPr>
        <p:spPr>
          <a:xfrm>
            <a:off x="685800" y="165100"/>
            <a:ext cx="8077200" cy="7239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sz="2400"/>
              <a:t>Insertion of “Clearview” Into the B</a:t>
            </a:r>
            <a:r>
              <a:rPr baseline="30000" lang="en-US" sz="2400"/>
              <a:t>+</a:t>
            </a:r>
            <a:r>
              <a:rPr lang="en-US" sz="2400"/>
              <a:t>-Tree of Figure 16.21</a:t>
            </a:r>
            <a:endParaRPr/>
          </a:p>
        </p:txBody>
      </p:sp>
      <p:pic>
        <p:nvPicPr>
          <p:cNvPr id="622" name="Google Shape;622;p68"/>
          <p:cNvPicPr preferRelativeResize="0"/>
          <p:nvPr/>
        </p:nvPicPr>
        <p:blipFill rotWithShape="1">
          <a:blip r:embed="rId3">
            <a:alphaModFix/>
          </a:blip>
          <a:srcRect b="31947" l="1364" r="779" t="32208"/>
          <a:stretch/>
        </p:blipFill>
        <p:spPr>
          <a:xfrm>
            <a:off x="660400" y="1943100"/>
            <a:ext cx="7535863" cy="207010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69"/>
          <p:cNvSpPr txBox="1"/>
          <p:nvPr>
            <p:ph type="title"/>
          </p:nvPr>
        </p:nvSpPr>
        <p:spPr>
          <a:xfrm>
            <a:off x="685800" y="0"/>
            <a:ext cx="8077200" cy="6096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Lock-Compatibility Matrix</a:t>
            </a:r>
            <a:endParaRPr/>
          </a:p>
        </p:txBody>
      </p:sp>
      <p:pic>
        <p:nvPicPr>
          <p:cNvPr id="628" name="Google Shape;628;p69"/>
          <p:cNvPicPr preferRelativeResize="0"/>
          <p:nvPr/>
        </p:nvPicPr>
        <p:blipFill rotWithShape="1">
          <a:blip r:embed="rId3">
            <a:alphaModFix/>
          </a:blip>
          <a:srcRect b="19032" l="2418" r="3145" t="19032"/>
          <a:stretch/>
        </p:blipFill>
        <p:spPr>
          <a:xfrm>
            <a:off x="2311400" y="1612900"/>
            <a:ext cx="4957763" cy="2438400"/>
          </a:xfrm>
          <a:prstGeom prst="rect">
            <a:avLst/>
          </a:prstGeom>
          <a:noFill/>
          <a:ln cap="flat" cmpd="tri" w="76200">
            <a:solidFill>
              <a:schemeClr val="dk2"/>
            </a:solidFill>
            <a:prstDash val="solid"/>
            <a:miter lim="800000"/>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book-templ">
  <a:themeElements>
    <a:clrScheme name="">
      <a:dk1>
        <a:srgbClr val="000000"/>
      </a:dk1>
      <a:lt1>
        <a:srgbClr val="CCECFF"/>
      </a:lt1>
      <a:dk2>
        <a:srgbClr val="CC3300"/>
      </a:dk2>
      <a:lt2>
        <a:srgbClr val="666699"/>
      </a:lt2>
      <a:accent1>
        <a:srgbClr val="FFCCCC"/>
      </a:accent1>
      <a:accent2>
        <a:srgbClr val="CCCC00"/>
      </a:accent2>
      <a:accent3>
        <a:srgbClr val="E2F4FF"/>
      </a:accent3>
      <a:accent4>
        <a:srgbClr val="000000"/>
      </a:accent4>
      <a:accent5>
        <a:srgbClr val="FFE2E2"/>
      </a:accent5>
      <a:accent6>
        <a:srgbClr val="B9B900"/>
      </a:accent6>
      <a:hlink>
        <a:srgbClr val="FF9900"/>
      </a:hlink>
      <a:folHlink>
        <a:srgbClr val="FF993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2000-06-29T10:42:39Z</dcterms:created>
  <dc:creator>Vaibhav Vasani</dc:creator>
</cp:coreProperties>
</file>