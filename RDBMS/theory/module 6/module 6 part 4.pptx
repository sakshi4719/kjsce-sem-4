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y="6858000" cx="9144000"/>
  <p:notesSz cx="7315200" cy="9601200"/>
  <p:embeddedFontLst>
    <p:embeddedFont>
      <p:font typeface="Helvetica Neue"/>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5" roundtripDataSignature="AMtx7mi43luEHfc7SWTQC22vUC8ziFmr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HelveticaNeue-boldItalic.fntdata"/><Relationship Id="rId83" Type="http://schemas.openxmlformats.org/officeDocument/2006/relationships/font" Target="fonts/HelveticaNeue-italic.fntdata"/><Relationship Id="rId42" Type="http://schemas.openxmlformats.org/officeDocument/2006/relationships/slide" Target="slides/slide37.xml"/><Relationship Id="rId41" Type="http://schemas.openxmlformats.org/officeDocument/2006/relationships/slide" Target="slides/slide36.xml"/><Relationship Id="rId85" Type="http://customschemas.google.com/relationships/presentationmetadata" Target="meta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font" Target="fonts/HelveticaNeue-bold.fntdata"/><Relationship Id="rId81"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db74319bd4_0_0: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db74319bd4_0_0:notes"/>
          <p:cNvSpPr txBox="1"/>
          <p:nvPr>
            <p:ph idx="1" type="body"/>
          </p:nvPr>
        </p:nvSpPr>
        <p:spPr>
          <a:xfrm>
            <a:off x="731500" y="4560550"/>
            <a:ext cx="5852100" cy="43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db74319bd4_0_4: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db74319bd4_0_4:notes"/>
          <p:cNvSpPr txBox="1"/>
          <p:nvPr>
            <p:ph idx="1" type="body"/>
          </p:nvPr>
        </p:nvSpPr>
        <p:spPr>
          <a:xfrm>
            <a:off x="731500" y="4560550"/>
            <a:ext cx="5852100" cy="43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db74319bd4_0_8: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db74319bd4_0_8:notes"/>
          <p:cNvSpPr txBox="1"/>
          <p:nvPr>
            <p:ph idx="1" type="body"/>
          </p:nvPr>
        </p:nvSpPr>
        <p:spPr>
          <a:xfrm>
            <a:off x="731500" y="4560550"/>
            <a:ext cx="5852100" cy="43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db74319bd4_0_15: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db74319bd4_0_15:notes"/>
          <p:cNvSpPr txBox="1"/>
          <p:nvPr>
            <p:ph idx="1" type="body"/>
          </p:nvPr>
        </p:nvSpPr>
        <p:spPr>
          <a:xfrm>
            <a:off x="731500" y="4560550"/>
            <a:ext cx="5852100" cy="43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4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5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5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5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5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5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5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5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6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6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6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6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6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6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6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6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6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6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6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7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7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7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7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vmlDrawing" Target="../drawings/vmlDrawing1.vml"/><Relationship Id="rId3" Type="http://schemas.openxmlformats.org/officeDocument/2006/relationships/oleObject" Target="../embeddings/oleObject1.bin"/><Relationship Id="rId4" Type="http://schemas.openxmlformats.org/officeDocument/2006/relationships/oleObject" Target="../embeddings/oleObject1.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3"/>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7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74"/>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74"/>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48615" lvl="1" marL="914400" algn="l">
              <a:spcBef>
                <a:spcPts val="630"/>
              </a:spcBef>
              <a:spcAft>
                <a:spcPts val="0"/>
              </a:spcAft>
              <a:buSzPts val="1890"/>
              <a:buChar char="★"/>
              <a:defRPr/>
            </a:lvl2pPr>
            <a:lvl3pPr indent="-325755" lvl="2" marL="1371600" algn="l">
              <a:spcBef>
                <a:spcPts val="630"/>
              </a:spcBef>
              <a:spcAft>
                <a:spcPts val="0"/>
              </a:spcAft>
              <a:buSzPts val="1530"/>
              <a:buChar char="⮚"/>
              <a:defRPr/>
            </a:lvl3pPr>
            <a:lvl4pPr indent="-342900" lvl="3" marL="1828800" algn="l">
              <a:spcBef>
                <a:spcPts val="630"/>
              </a:spcBef>
              <a:spcAft>
                <a:spcPts val="0"/>
              </a:spcAft>
              <a:buSzPts val="1800"/>
              <a:buChar char="–"/>
              <a:defRPr/>
            </a:lvl4pPr>
            <a:lvl5pPr indent="-342900" lvl="4" marL="2286000" algn="l">
              <a:spcBef>
                <a:spcPts val="630"/>
              </a:spcBef>
              <a:spcAft>
                <a:spcPts val="0"/>
              </a:spcAft>
              <a:buSzPts val="1800"/>
              <a:buChar char="»"/>
              <a:defRPr/>
            </a:lvl5pPr>
            <a:lvl6pPr indent="-342900" lvl="5" marL="2743200" algn="l">
              <a:spcBef>
                <a:spcPts val="630"/>
              </a:spcBef>
              <a:spcAft>
                <a:spcPts val="0"/>
              </a:spcAft>
              <a:buSzPts val="1800"/>
              <a:buChar char="»"/>
              <a:defRPr/>
            </a:lvl6pPr>
            <a:lvl7pPr indent="-342900" lvl="6" marL="3200400" algn="l">
              <a:spcBef>
                <a:spcPts val="630"/>
              </a:spcBef>
              <a:spcAft>
                <a:spcPts val="0"/>
              </a:spcAft>
              <a:buSzPts val="1800"/>
              <a:buChar char="»"/>
              <a:defRPr/>
            </a:lvl7pPr>
            <a:lvl8pPr indent="-342900" lvl="7" marL="3657600" algn="l">
              <a:spcBef>
                <a:spcPts val="630"/>
              </a:spcBef>
              <a:spcAft>
                <a:spcPts val="0"/>
              </a:spcAft>
              <a:buSzPts val="1800"/>
              <a:buChar char="»"/>
              <a:defRPr/>
            </a:lvl8pPr>
            <a:lvl9pPr indent="-342900" lvl="8" marL="4114800" algn="l">
              <a:spcBef>
                <a:spcPts val="630"/>
              </a:spcBef>
              <a:spcAft>
                <a:spcPts val="0"/>
              </a:spcAft>
              <a:buSzPts val="1800"/>
              <a:buChar char="»"/>
              <a:defRPr/>
            </a:lvl9pPr>
          </a:lstStyle>
          <a:p/>
        </p:txBody>
      </p:sp>
      <p:sp>
        <p:nvSpPr>
          <p:cNvPr id="55" name="Google Shape;55;p7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chemeClr val="lt1"/>
            </a:gs>
            <a:gs pos="100000">
              <a:srgbClr val="879CA9"/>
            </a:gs>
          </a:gsLst>
          <a:lin ang="5400000" scaled="0"/>
        </a:gradFill>
      </p:bgPr>
    </p:bg>
    <p:spTree>
      <p:nvGrpSpPr>
        <p:cNvPr id="57" name="Shape 57"/>
        <p:cNvGrpSpPr/>
        <p:nvPr/>
      </p:nvGrpSpPr>
      <p:grpSpPr>
        <a:xfrm>
          <a:off x="0" y="0"/>
          <a:ext cx="0" cy="0"/>
          <a:chOff x="0" y="0"/>
          <a:chExt cx="0" cy="0"/>
        </a:xfrm>
      </p:grpSpPr>
      <p:sp>
        <p:nvSpPr>
          <p:cNvPr id="58" name="Google Shape;58;p75"/>
          <p:cNvSpPr/>
          <p:nvPr/>
        </p:nvSpPr>
        <p:spPr>
          <a:xfrm>
            <a:off x="690563" y="3340100"/>
            <a:ext cx="7653337" cy="485775"/>
          </a:xfrm>
          <a:custGeom>
            <a:rect b="b" l="l" r="r" t="t"/>
            <a:pathLst>
              <a:path extrusionOk="0" h="479" w="4128">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aphicFrame>
        <p:nvGraphicFramePr>
          <p:cNvPr id="59" name="Google Shape;59;p75"/>
          <p:cNvGraphicFramePr/>
          <p:nvPr/>
        </p:nvGraphicFramePr>
        <p:xfrm>
          <a:off x="1524000" y="1397000"/>
          <a:ext cx="6096000" cy="4064000"/>
        </p:xfrm>
        <a:graphic>
          <a:graphicData uri="http://schemas.openxmlformats.org/presentationml/2006/ole">
            <mc:AlternateContent>
              <mc:Choice Requires="v">
                <p:oleObj r:id="rId3" imgH="4064000" imgW="6096000" progId="MS_ClipArt_Gallery.2" spid="_x0000_s1">
                  <p:embed/>
                </p:oleObj>
              </mc:Choice>
              <mc:Fallback>
                <p:oleObj r:id="rId4" imgH="4064000" imgW="6096000" progId="MS_ClipArt_Gallery.2">
                  <p:embed/>
                </p:oleObj>
              </mc:Fallback>
            </mc:AlternateContent>
          </a:graphicData>
        </a:graphic>
      </p:graphicFrame>
      <p:sp>
        <p:nvSpPr>
          <p:cNvPr id="60" name="Google Shape;60;p75"/>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7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800"/>
              <a:buFont typeface="Arial"/>
              <a:buNone/>
              <a:defRPr/>
            </a:lvl1pPr>
            <a:lvl2pPr lvl="1" algn="l">
              <a:spcBef>
                <a:spcPts val="630"/>
              </a:spcBef>
              <a:spcAft>
                <a:spcPts val="0"/>
              </a:spcAft>
              <a:buSzPts val="1890"/>
              <a:buChar char="★"/>
              <a:defRPr/>
            </a:lvl2pPr>
            <a:lvl3pPr lvl="2" algn="l">
              <a:spcBef>
                <a:spcPts val="630"/>
              </a:spcBef>
              <a:spcAft>
                <a:spcPts val="0"/>
              </a:spcAft>
              <a:buSzPts val="1530"/>
              <a:buChar char="⮚"/>
              <a:defRPr/>
            </a:lvl3pPr>
            <a:lvl4pPr lvl="3" algn="l">
              <a:spcBef>
                <a:spcPts val="630"/>
              </a:spcBef>
              <a:spcAft>
                <a:spcPts val="0"/>
              </a:spcAft>
              <a:buSzPts val="1800"/>
              <a:buChar char="–"/>
              <a:defRPr/>
            </a:lvl4pPr>
            <a:lvl5pPr lvl="4" algn="l">
              <a:spcBef>
                <a:spcPts val="630"/>
              </a:spcBef>
              <a:spcAft>
                <a:spcPts val="0"/>
              </a:spcAft>
              <a:buSzPts val="1800"/>
              <a:buChar char="»"/>
              <a:defRPr/>
            </a:lvl5pPr>
            <a:lvl6pPr lvl="5" algn="l">
              <a:spcBef>
                <a:spcPts val="630"/>
              </a:spcBef>
              <a:spcAft>
                <a:spcPts val="0"/>
              </a:spcAft>
              <a:buSzPts val="1800"/>
              <a:buChar char="»"/>
              <a:defRPr/>
            </a:lvl6pPr>
            <a:lvl7pPr lvl="6" algn="l">
              <a:spcBef>
                <a:spcPts val="630"/>
              </a:spcBef>
              <a:spcAft>
                <a:spcPts val="0"/>
              </a:spcAft>
              <a:buSzPts val="1800"/>
              <a:buChar char="»"/>
              <a:defRPr/>
            </a:lvl7pPr>
            <a:lvl8pPr lvl="7" algn="l">
              <a:spcBef>
                <a:spcPts val="630"/>
              </a:spcBef>
              <a:spcAft>
                <a:spcPts val="0"/>
              </a:spcAft>
              <a:buSzPts val="1800"/>
              <a:buChar char="»"/>
              <a:defRPr/>
            </a:lvl8pPr>
            <a:lvl9pPr lvl="8" algn="l">
              <a:spcBef>
                <a:spcPts val="630"/>
              </a:spcBef>
              <a:spcAft>
                <a:spcPts val="0"/>
              </a:spcAft>
              <a:buSzPts val="1800"/>
              <a:buChar char="»"/>
              <a:defRPr/>
            </a:lvl9pPr>
          </a:lstStyle>
          <a:p/>
        </p:txBody>
      </p:sp>
      <p:sp>
        <p:nvSpPr>
          <p:cNvPr id="62" name="Google Shape;62;p7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solidFill>
                  <a:srgbClr val="57896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spcBef>
                <a:spcPts val="700"/>
              </a:spcBef>
              <a:spcAft>
                <a:spcPts val="0"/>
              </a:spcAft>
              <a:buSzPts val="1400"/>
              <a:buNone/>
              <a:defRPr sz="1400">
                <a:solidFill>
                  <a:srgbClr val="578963"/>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4" name="Google Shape;64;p7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578963"/>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578963"/>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578963"/>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578963"/>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578963"/>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578963"/>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578963"/>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578963"/>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7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7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1800"/>
              <a:buNone/>
              <a:defRPr sz="2000"/>
            </a:lvl1pPr>
            <a:lvl2pPr indent="-228600" lvl="1" marL="914400" algn="l">
              <a:spcBef>
                <a:spcPts val="630"/>
              </a:spcBef>
              <a:spcAft>
                <a:spcPts val="0"/>
              </a:spcAft>
              <a:buSzPts val="1890"/>
              <a:buNone/>
              <a:defRPr sz="1800"/>
            </a:lvl2pPr>
            <a:lvl3pPr indent="-228600" lvl="2" marL="1371600" algn="l">
              <a:spcBef>
                <a:spcPts val="560"/>
              </a:spcBef>
              <a:spcAft>
                <a:spcPts val="0"/>
              </a:spcAft>
              <a:buSzPts val="1360"/>
              <a:buNone/>
              <a:defRPr sz="1600"/>
            </a:lvl3pPr>
            <a:lvl4pPr indent="-228600" lvl="3" marL="1828800" algn="l">
              <a:spcBef>
                <a:spcPts val="490"/>
              </a:spcBef>
              <a:spcAft>
                <a:spcPts val="0"/>
              </a:spcAft>
              <a:buSzPts val="1400"/>
              <a:buFont typeface="Helvetica Neue"/>
              <a:buNone/>
              <a:defRPr sz="1400"/>
            </a:lvl4pPr>
            <a:lvl5pPr indent="-228600" lvl="4" marL="2286000" algn="l">
              <a:spcBef>
                <a:spcPts val="490"/>
              </a:spcBef>
              <a:spcAft>
                <a:spcPts val="0"/>
              </a:spcAft>
              <a:buSzPts val="1400"/>
              <a:buFont typeface="Helvetica Neue"/>
              <a:buNone/>
              <a:defRPr sz="1400"/>
            </a:lvl5pPr>
            <a:lvl6pPr indent="-228600" lvl="5" marL="2743200" algn="l">
              <a:spcBef>
                <a:spcPts val="490"/>
              </a:spcBef>
              <a:spcAft>
                <a:spcPts val="0"/>
              </a:spcAft>
              <a:buSzPts val="1400"/>
              <a:buFont typeface="Helvetica Neue"/>
              <a:buNone/>
              <a:defRPr sz="1400"/>
            </a:lvl6pPr>
            <a:lvl7pPr indent="-228600" lvl="6" marL="3200400" algn="l">
              <a:spcBef>
                <a:spcPts val="490"/>
              </a:spcBef>
              <a:spcAft>
                <a:spcPts val="0"/>
              </a:spcAft>
              <a:buSzPts val="1400"/>
              <a:buFont typeface="Helvetica Neue"/>
              <a:buNone/>
              <a:defRPr sz="1400"/>
            </a:lvl7pPr>
            <a:lvl8pPr indent="-228600" lvl="7" marL="3657600" algn="l">
              <a:spcBef>
                <a:spcPts val="490"/>
              </a:spcBef>
              <a:spcAft>
                <a:spcPts val="0"/>
              </a:spcAft>
              <a:buSzPts val="1400"/>
              <a:buFont typeface="Helvetica Neue"/>
              <a:buNone/>
              <a:defRPr sz="1400"/>
            </a:lvl8pPr>
            <a:lvl9pPr indent="-228600" lvl="8" marL="4114800" algn="l">
              <a:spcBef>
                <a:spcPts val="490"/>
              </a:spcBef>
              <a:spcAft>
                <a:spcPts val="0"/>
              </a:spcAft>
              <a:buSzPts val="1400"/>
              <a:buFont typeface="Helvetica Neue"/>
              <a:buNone/>
              <a:defRPr sz="1400"/>
            </a:lvl9pPr>
          </a:lstStyle>
          <a:p/>
        </p:txBody>
      </p:sp>
      <p:sp>
        <p:nvSpPr>
          <p:cNvPr id="68" name="Google Shape;68;p7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0" name="Shape 70"/>
        <p:cNvGrpSpPr/>
        <p:nvPr/>
      </p:nvGrpSpPr>
      <p:grpSpPr>
        <a:xfrm>
          <a:off x="0" y="0"/>
          <a:ext cx="0" cy="0"/>
          <a:chOff x="0" y="0"/>
          <a:chExt cx="0" cy="0"/>
        </a:xfrm>
      </p:grpSpPr>
      <p:sp>
        <p:nvSpPr>
          <p:cNvPr id="71" name="Google Shape;71;p77"/>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77"/>
          <p:cNvSpPr txBox="1"/>
          <p:nvPr>
            <p:ph idx="1" type="body"/>
          </p:nvPr>
        </p:nvSpPr>
        <p:spPr>
          <a:xfrm>
            <a:off x="571500" y="1092200"/>
            <a:ext cx="3848100" cy="4876800"/>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88619" lvl="1" marL="914400" algn="l">
              <a:spcBef>
                <a:spcPts val="840"/>
              </a:spcBef>
              <a:spcAft>
                <a:spcPts val="0"/>
              </a:spcAft>
              <a:buSzPts val="2520"/>
              <a:buChar char="★"/>
              <a:defRPr sz="2400"/>
            </a:lvl2pPr>
            <a:lvl3pPr indent="-336550" lvl="2" marL="1371600" algn="l">
              <a:spcBef>
                <a:spcPts val="700"/>
              </a:spcBef>
              <a:spcAft>
                <a:spcPts val="0"/>
              </a:spcAft>
              <a:buSzPts val="1700"/>
              <a:buChar char="⮚"/>
              <a:defRPr sz="2000"/>
            </a:lvl3pPr>
            <a:lvl4pPr indent="-342900" lvl="3" marL="1828800" algn="l">
              <a:spcBef>
                <a:spcPts val="630"/>
              </a:spcBef>
              <a:spcAft>
                <a:spcPts val="0"/>
              </a:spcAft>
              <a:buSzPts val="1800"/>
              <a:buFont typeface="Helvetica Neue"/>
              <a:buChar char="–"/>
              <a:defRPr sz="1800"/>
            </a:lvl4pPr>
            <a:lvl5pPr indent="-342900" lvl="4" marL="2286000" algn="l">
              <a:spcBef>
                <a:spcPts val="630"/>
              </a:spcBef>
              <a:spcAft>
                <a:spcPts val="0"/>
              </a:spcAft>
              <a:buSzPts val="1800"/>
              <a:buFont typeface="Helvetica Neue"/>
              <a:buChar char="»"/>
              <a:defRPr sz="1800"/>
            </a:lvl5pPr>
            <a:lvl6pPr indent="-342900" lvl="5" marL="2743200" algn="l">
              <a:spcBef>
                <a:spcPts val="630"/>
              </a:spcBef>
              <a:spcAft>
                <a:spcPts val="0"/>
              </a:spcAft>
              <a:buSzPts val="1800"/>
              <a:buFont typeface="Helvetica Neue"/>
              <a:buChar char="»"/>
              <a:defRPr sz="1800"/>
            </a:lvl6pPr>
            <a:lvl7pPr indent="-342900" lvl="6" marL="3200400" algn="l">
              <a:spcBef>
                <a:spcPts val="630"/>
              </a:spcBef>
              <a:spcAft>
                <a:spcPts val="0"/>
              </a:spcAft>
              <a:buSzPts val="1800"/>
              <a:buFont typeface="Helvetica Neue"/>
              <a:buChar char="»"/>
              <a:defRPr sz="1800"/>
            </a:lvl7pPr>
            <a:lvl8pPr indent="-342900" lvl="7" marL="3657600" algn="l">
              <a:spcBef>
                <a:spcPts val="630"/>
              </a:spcBef>
              <a:spcAft>
                <a:spcPts val="0"/>
              </a:spcAft>
              <a:buSzPts val="1800"/>
              <a:buFont typeface="Helvetica Neue"/>
              <a:buChar char="»"/>
              <a:defRPr sz="1800"/>
            </a:lvl8pPr>
            <a:lvl9pPr indent="-342900" lvl="8" marL="4114800" algn="l">
              <a:spcBef>
                <a:spcPts val="630"/>
              </a:spcBef>
              <a:spcAft>
                <a:spcPts val="0"/>
              </a:spcAft>
              <a:buSzPts val="1800"/>
              <a:buFont typeface="Helvetica Neue"/>
              <a:buChar char="»"/>
              <a:defRPr sz="1800"/>
            </a:lvl9pPr>
          </a:lstStyle>
          <a:p/>
        </p:txBody>
      </p:sp>
      <p:sp>
        <p:nvSpPr>
          <p:cNvPr id="73" name="Google Shape;73;p77"/>
          <p:cNvSpPr txBox="1"/>
          <p:nvPr>
            <p:ph idx="2" type="body"/>
          </p:nvPr>
        </p:nvSpPr>
        <p:spPr>
          <a:xfrm>
            <a:off x="4572000" y="1092200"/>
            <a:ext cx="3848100" cy="4876800"/>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88619" lvl="1" marL="914400" algn="l">
              <a:spcBef>
                <a:spcPts val="840"/>
              </a:spcBef>
              <a:spcAft>
                <a:spcPts val="0"/>
              </a:spcAft>
              <a:buSzPts val="2520"/>
              <a:buChar char="★"/>
              <a:defRPr sz="2400"/>
            </a:lvl2pPr>
            <a:lvl3pPr indent="-336550" lvl="2" marL="1371600" algn="l">
              <a:spcBef>
                <a:spcPts val="700"/>
              </a:spcBef>
              <a:spcAft>
                <a:spcPts val="0"/>
              </a:spcAft>
              <a:buSzPts val="1700"/>
              <a:buChar char="⮚"/>
              <a:defRPr sz="2000"/>
            </a:lvl3pPr>
            <a:lvl4pPr indent="-342900" lvl="3" marL="1828800" algn="l">
              <a:spcBef>
                <a:spcPts val="630"/>
              </a:spcBef>
              <a:spcAft>
                <a:spcPts val="0"/>
              </a:spcAft>
              <a:buSzPts val="1800"/>
              <a:buFont typeface="Helvetica Neue"/>
              <a:buChar char="–"/>
              <a:defRPr sz="1800"/>
            </a:lvl4pPr>
            <a:lvl5pPr indent="-342900" lvl="4" marL="2286000" algn="l">
              <a:spcBef>
                <a:spcPts val="630"/>
              </a:spcBef>
              <a:spcAft>
                <a:spcPts val="0"/>
              </a:spcAft>
              <a:buSzPts val="1800"/>
              <a:buFont typeface="Helvetica Neue"/>
              <a:buChar char="»"/>
              <a:defRPr sz="1800"/>
            </a:lvl5pPr>
            <a:lvl6pPr indent="-342900" lvl="5" marL="2743200" algn="l">
              <a:spcBef>
                <a:spcPts val="630"/>
              </a:spcBef>
              <a:spcAft>
                <a:spcPts val="0"/>
              </a:spcAft>
              <a:buSzPts val="1800"/>
              <a:buFont typeface="Helvetica Neue"/>
              <a:buChar char="»"/>
              <a:defRPr sz="1800"/>
            </a:lvl6pPr>
            <a:lvl7pPr indent="-342900" lvl="6" marL="3200400" algn="l">
              <a:spcBef>
                <a:spcPts val="630"/>
              </a:spcBef>
              <a:spcAft>
                <a:spcPts val="0"/>
              </a:spcAft>
              <a:buSzPts val="1800"/>
              <a:buFont typeface="Helvetica Neue"/>
              <a:buChar char="»"/>
              <a:defRPr sz="1800"/>
            </a:lvl7pPr>
            <a:lvl8pPr indent="-342900" lvl="7" marL="3657600" algn="l">
              <a:spcBef>
                <a:spcPts val="630"/>
              </a:spcBef>
              <a:spcAft>
                <a:spcPts val="0"/>
              </a:spcAft>
              <a:buSzPts val="1800"/>
              <a:buFont typeface="Helvetica Neue"/>
              <a:buChar char="»"/>
              <a:defRPr sz="1800"/>
            </a:lvl8pPr>
            <a:lvl9pPr indent="-342900" lvl="8" marL="4114800" algn="l">
              <a:spcBef>
                <a:spcPts val="630"/>
              </a:spcBef>
              <a:spcAft>
                <a:spcPts val="0"/>
              </a:spcAft>
              <a:buSzPts val="1800"/>
              <a:buFont typeface="Helvetica Neue"/>
              <a:buChar char="»"/>
              <a:defRPr sz="1800"/>
            </a:lvl9pPr>
          </a:lstStyle>
          <a:p/>
        </p:txBody>
      </p:sp>
      <p:sp>
        <p:nvSpPr>
          <p:cNvPr id="74" name="Google Shape;74;p7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6" name="Shape 76"/>
        <p:cNvGrpSpPr/>
        <p:nvPr/>
      </p:nvGrpSpPr>
      <p:grpSpPr>
        <a:xfrm>
          <a:off x="0" y="0"/>
          <a:ext cx="0" cy="0"/>
          <a:chOff x="0" y="0"/>
          <a:chExt cx="0" cy="0"/>
        </a:xfrm>
      </p:grpSpPr>
      <p:sp>
        <p:nvSpPr>
          <p:cNvPr id="77" name="Google Shape;77;p78"/>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7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2100"/>
              <a:buNone/>
              <a:defRPr b="1" sz="2000"/>
            </a:lvl2pPr>
            <a:lvl3pPr indent="-228600" lvl="2" marL="1371600" algn="l">
              <a:spcBef>
                <a:spcPts val="630"/>
              </a:spcBef>
              <a:spcAft>
                <a:spcPts val="0"/>
              </a:spcAft>
              <a:buSzPts val="1530"/>
              <a:buNone/>
              <a:defRPr b="1" sz="1800"/>
            </a:lvl3pPr>
            <a:lvl4pPr indent="-228600" lvl="3" marL="1828800" algn="l">
              <a:spcBef>
                <a:spcPts val="560"/>
              </a:spcBef>
              <a:spcAft>
                <a:spcPts val="0"/>
              </a:spcAft>
              <a:buSzPts val="1600"/>
              <a:buFont typeface="Helvetica Neue"/>
              <a:buNone/>
              <a:defRPr b="1" sz="1600"/>
            </a:lvl4pPr>
            <a:lvl5pPr indent="-228600" lvl="4" marL="2286000" algn="l">
              <a:spcBef>
                <a:spcPts val="560"/>
              </a:spcBef>
              <a:spcAft>
                <a:spcPts val="0"/>
              </a:spcAft>
              <a:buSzPts val="1600"/>
              <a:buFont typeface="Helvetica Neue"/>
              <a:buNone/>
              <a:defRPr b="1" sz="1600"/>
            </a:lvl5pPr>
            <a:lvl6pPr indent="-228600" lvl="5" marL="2743200" algn="l">
              <a:spcBef>
                <a:spcPts val="560"/>
              </a:spcBef>
              <a:spcAft>
                <a:spcPts val="0"/>
              </a:spcAft>
              <a:buSzPts val="1600"/>
              <a:buFont typeface="Helvetica Neue"/>
              <a:buNone/>
              <a:defRPr b="1" sz="1600"/>
            </a:lvl6pPr>
            <a:lvl7pPr indent="-228600" lvl="6" marL="3200400" algn="l">
              <a:spcBef>
                <a:spcPts val="560"/>
              </a:spcBef>
              <a:spcAft>
                <a:spcPts val="0"/>
              </a:spcAft>
              <a:buSzPts val="1600"/>
              <a:buFont typeface="Helvetica Neue"/>
              <a:buNone/>
              <a:defRPr b="1" sz="1600"/>
            </a:lvl7pPr>
            <a:lvl8pPr indent="-228600" lvl="7" marL="3657600" algn="l">
              <a:spcBef>
                <a:spcPts val="560"/>
              </a:spcBef>
              <a:spcAft>
                <a:spcPts val="0"/>
              </a:spcAft>
              <a:buSzPts val="1600"/>
              <a:buFont typeface="Helvetica Neue"/>
              <a:buNone/>
              <a:defRPr b="1" sz="1600"/>
            </a:lvl8pPr>
            <a:lvl9pPr indent="-228600" lvl="8" marL="4114800" algn="l">
              <a:spcBef>
                <a:spcPts val="560"/>
              </a:spcBef>
              <a:spcAft>
                <a:spcPts val="0"/>
              </a:spcAft>
              <a:buSzPts val="1600"/>
              <a:buFont typeface="Helvetica Neue"/>
              <a:buNone/>
              <a:defRPr b="1" sz="1600"/>
            </a:lvl9pPr>
          </a:lstStyle>
          <a:p/>
        </p:txBody>
      </p:sp>
      <p:sp>
        <p:nvSpPr>
          <p:cNvPr id="79" name="Google Shape;79;p7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61950" lvl="1" marL="914400" algn="l">
              <a:spcBef>
                <a:spcPts val="700"/>
              </a:spcBef>
              <a:spcAft>
                <a:spcPts val="0"/>
              </a:spcAft>
              <a:buSzPts val="2100"/>
              <a:buChar char="★"/>
              <a:defRPr sz="2000"/>
            </a:lvl2pPr>
            <a:lvl3pPr indent="-325755" lvl="2" marL="1371600" algn="l">
              <a:spcBef>
                <a:spcPts val="630"/>
              </a:spcBef>
              <a:spcAft>
                <a:spcPts val="0"/>
              </a:spcAft>
              <a:buSzPts val="1530"/>
              <a:buChar char="⮚"/>
              <a:defRPr sz="1800"/>
            </a:lvl3pPr>
            <a:lvl4pPr indent="-330200" lvl="3" marL="1828800" algn="l">
              <a:spcBef>
                <a:spcPts val="560"/>
              </a:spcBef>
              <a:spcAft>
                <a:spcPts val="0"/>
              </a:spcAft>
              <a:buSzPts val="1600"/>
              <a:buFont typeface="Helvetica Neue"/>
              <a:buChar char="–"/>
              <a:defRPr sz="1600"/>
            </a:lvl4pPr>
            <a:lvl5pPr indent="-330200" lvl="4" marL="2286000" algn="l">
              <a:spcBef>
                <a:spcPts val="560"/>
              </a:spcBef>
              <a:spcAft>
                <a:spcPts val="0"/>
              </a:spcAft>
              <a:buSzPts val="1600"/>
              <a:buFont typeface="Helvetica Neue"/>
              <a:buChar char="»"/>
              <a:defRPr sz="1600"/>
            </a:lvl5pPr>
            <a:lvl6pPr indent="-330200" lvl="5" marL="2743200" algn="l">
              <a:spcBef>
                <a:spcPts val="560"/>
              </a:spcBef>
              <a:spcAft>
                <a:spcPts val="0"/>
              </a:spcAft>
              <a:buSzPts val="1600"/>
              <a:buFont typeface="Helvetica Neue"/>
              <a:buChar char="»"/>
              <a:defRPr sz="1600"/>
            </a:lvl6pPr>
            <a:lvl7pPr indent="-330200" lvl="6" marL="3200400" algn="l">
              <a:spcBef>
                <a:spcPts val="560"/>
              </a:spcBef>
              <a:spcAft>
                <a:spcPts val="0"/>
              </a:spcAft>
              <a:buSzPts val="1600"/>
              <a:buFont typeface="Helvetica Neue"/>
              <a:buChar char="»"/>
              <a:defRPr sz="1600"/>
            </a:lvl7pPr>
            <a:lvl8pPr indent="-330200" lvl="7" marL="3657600" algn="l">
              <a:spcBef>
                <a:spcPts val="560"/>
              </a:spcBef>
              <a:spcAft>
                <a:spcPts val="0"/>
              </a:spcAft>
              <a:buSzPts val="1600"/>
              <a:buFont typeface="Helvetica Neue"/>
              <a:buChar char="»"/>
              <a:defRPr sz="1600"/>
            </a:lvl8pPr>
            <a:lvl9pPr indent="-330200" lvl="8" marL="4114800" algn="l">
              <a:spcBef>
                <a:spcPts val="560"/>
              </a:spcBef>
              <a:spcAft>
                <a:spcPts val="0"/>
              </a:spcAft>
              <a:buSzPts val="1600"/>
              <a:buFont typeface="Helvetica Neue"/>
              <a:buChar char="»"/>
              <a:defRPr sz="1600"/>
            </a:lvl9pPr>
          </a:lstStyle>
          <a:p/>
        </p:txBody>
      </p:sp>
      <p:sp>
        <p:nvSpPr>
          <p:cNvPr id="80" name="Google Shape;80;p7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2100"/>
              <a:buNone/>
              <a:defRPr b="1" sz="2000"/>
            </a:lvl2pPr>
            <a:lvl3pPr indent="-228600" lvl="2" marL="1371600" algn="l">
              <a:spcBef>
                <a:spcPts val="630"/>
              </a:spcBef>
              <a:spcAft>
                <a:spcPts val="0"/>
              </a:spcAft>
              <a:buSzPts val="1530"/>
              <a:buNone/>
              <a:defRPr b="1" sz="1800"/>
            </a:lvl3pPr>
            <a:lvl4pPr indent="-228600" lvl="3" marL="1828800" algn="l">
              <a:spcBef>
                <a:spcPts val="560"/>
              </a:spcBef>
              <a:spcAft>
                <a:spcPts val="0"/>
              </a:spcAft>
              <a:buSzPts val="1600"/>
              <a:buFont typeface="Helvetica Neue"/>
              <a:buNone/>
              <a:defRPr b="1" sz="1600"/>
            </a:lvl4pPr>
            <a:lvl5pPr indent="-228600" lvl="4" marL="2286000" algn="l">
              <a:spcBef>
                <a:spcPts val="560"/>
              </a:spcBef>
              <a:spcAft>
                <a:spcPts val="0"/>
              </a:spcAft>
              <a:buSzPts val="1600"/>
              <a:buFont typeface="Helvetica Neue"/>
              <a:buNone/>
              <a:defRPr b="1" sz="1600"/>
            </a:lvl5pPr>
            <a:lvl6pPr indent="-228600" lvl="5" marL="2743200" algn="l">
              <a:spcBef>
                <a:spcPts val="560"/>
              </a:spcBef>
              <a:spcAft>
                <a:spcPts val="0"/>
              </a:spcAft>
              <a:buSzPts val="1600"/>
              <a:buFont typeface="Helvetica Neue"/>
              <a:buNone/>
              <a:defRPr b="1" sz="1600"/>
            </a:lvl6pPr>
            <a:lvl7pPr indent="-228600" lvl="6" marL="3200400" algn="l">
              <a:spcBef>
                <a:spcPts val="560"/>
              </a:spcBef>
              <a:spcAft>
                <a:spcPts val="0"/>
              </a:spcAft>
              <a:buSzPts val="1600"/>
              <a:buFont typeface="Helvetica Neue"/>
              <a:buNone/>
              <a:defRPr b="1" sz="1600"/>
            </a:lvl7pPr>
            <a:lvl8pPr indent="-228600" lvl="7" marL="3657600" algn="l">
              <a:spcBef>
                <a:spcPts val="560"/>
              </a:spcBef>
              <a:spcAft>
                <a:spcPts val="0"/>
              </a:spcAft>
              <a:buSzPts val="1600"/>
              <a:buFont typeface="Helvetica Neue"/>
              <a:buNone/>
              <a:defRPr b="1" sz="1600"/>
            </a:lvl8pPr>
            <a:lvl9pPr indent="-228600" lvl="8" marL="4114800" algn="l">
              <a:spcBef>
                <a:spcPts val="560"/>
              </a:spcBef>
              <a:spcAft>
                <a:spcPts val="0"/>
              </a:spcAft>
              <a:buSzPts val="1600"/>
              <a:buFont typeface="Helvetica Neue"/>
              <a:buNone/>
              <a:defRPr b="1" sz="1600"/>
            </a:lvl9pPr>
          </a:lstStyle>
          <a:p/>
        </p:txBody>
      </p:sp>
      <p:sp>
        <p:nvSpPr>
          <p:cNvPr id="81" name="Google Shape;81;p7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61950" lvl="1" marL="914400" algn="l">
              <a:spcBef>
                <a:spcPts val="700"/>
              </a:spcBef>
              <a:spcAft>
                <a:spcPts val="0"/>
              </a:spcAft>
              <a:buSzPts val="2100"/>
              <a:buChar char="★"/>
              <a:defRPr sz="2000"/>
            </a:lvl2pPr>
            <a:lvl3pPr indent="-325755" lvl="2" marL="1371600" algn="l">
              <a:spcBef>
                <a:spcPts val="630"/>
              </a:spcBef>
              <a:spcAft>
                <a:spcPts val="0"/>
              </a:spcAft>
              <a:buSzPts val="1530"/>
              <a:buChar char="⮚"/>
              <a:defRPr sz="1800"/>
            </a:lvl3pPr>
            <a:lvl4pPr indent="-330200" lvl="3" marL="1828800" algn="l">
              <a:spcBef>
                <a:spcPts val="560"/>
              </a:spcBef>
              <a:spcAft>
                <a:spcPts val="0"/>
              </a:spcAft>
              <a:buSzPts val="1600"/>
              <a:buFont typeface="Helvetica Neue"/>
              <a:buChar char="–"/>
              <a:defRPr sz="1600"/>
            </a:lvl4pPr>
            <a:lvl5pPr indent="-330200" lvl="4" marL="2286000" algn="l">
              <a:spcBef>
                <a:spcPts val="560"/>
              </a:spcBef>
              <a:spcAft>
                <a:spcPts val="0"/>
              </a:spcAft>
              <a:buSzPts val="1600"/>
              <a:buFont typeface="Helvetica Neue"/>
              <a:buChar char="»"/>
              <a:defRPr sz="1600"/>
            </a:lvl5pPr>
            <a:lvl6pPr indent="-330200" lvl="5" marL="2743200" algn="l">
              <a:spcBef>
                <a:spcPts val="560"/>
              </a:spcBef>
              <a:spcAft>
                <a:spcPts val="0"/>
              </a:spcAft>
              <a:buSzPts val="1600"/>
              <a:buFont typeface="Helvetica Neue"/>
              <a:buChar char="»"/>
              <a:defRPr sz="1600"/>
            </a:lvl6pPr>
            <a:lvl7pPr indent="-330200" lvl="6" marL="3200400" algn="l">
              <a:spcBef>
                <a:spcPts val="560"/>
              </a:spcBef>
              <a:spcAft>
                <a:spcPts val="0"/>
              </a:spcAft>
              <a:buSzPts val="1600"/>
              <a:buFont typeface="Helvetica Neue"/>
              <a:buChar char="»"/>
              <a:defRPr sz="1600"/>
            </a:lvl7pPr>
            <a:lvl8pPr indent="-330200" lvl="7" marL="3657600" algn="l">
              <a:spcBef>
                <a:spcPts val="560"/>
              </a:spcBef>
              <a:spcAft>
                <a:spcPts val="0"/>
              </a:spcAft>
              <a:buSzPts val="1600"/>
              <a:buFont typeface="Helvetica Neue"/>
              <a:buChar char="»"/>
              <a:defRPr sz="1600"/>
            </a:lvl8pPr>
            <a:lvl9pPr indent="-330200" lvl="8" marL="4114800" algn="l">
              <a:spcBef>
                <a:spcPts val="560"/>
              </a:spcBef>
              <a:spcAft>
                <a:spcPts val="0"/>
              </a:spcAft>
              <a:buSzPts val="1600"/>
              <a:buFont typeface="Helvetica Neue"/>
              <a:buChar char="»"/>
              <a:defRPr sz="1600"/>
            </a:lvl9pPr>
          </a:lstStyle>
          <a:p/>
        </p:txBody>
      </p:sp>
      <p:sp>
        <p:nvSpPr>
          <p:cNvPr id="82" name="Google Shape;82;p7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7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sp>
        <p:nvSpPr>
          <p:cNvPr id="88" name="Google Shape;88;p8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8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l">
              <a:spcBef>
                <a:spcPts val="1120"/>
              </a:spcBef>
              <a:spcAft>
                <a:spcPts val="0"/>
              </a:spcAft>
              <a:buSzPts val="2880"/>
              <a:buChar char="●"/>
              <a:defRPr sz="3200"/>
            </a:lvl1pPr>
            <a:lvl2pPr indent="-415290" lvl="1" marL="914400" algn="l">
              <a:spcBef>
                <a:spcPts val="980"/>
              </a:spcBef>
              <a:spcAft>
                <a:spcPts val="0"/>
              </a:spcAft>
              <a:buSzPts val="2940"/>
              <a:buChar char="★"/>
              <a:defRPr sz="2800"/>
            </a:lvl2pPr>
            <a:lvl3pPr indent="-358139" lvl="2" marL="1371600" algn="l">
              <a:spcBef>
                <a:spcPts val="840"/>
              </a:spcBef>
              <a:spcAft>
                <a:spcPts val="0"/>
              </a:spcAft>
              <a:buSzPts val="2040"/>
              <a:buChar char="⮚"/>
              <a:defRPr sz="2400"/>
            </a:lvl3pPr>
            <a:lvl4pPr indent="-355600" lvl="3" marL="1828800" algn="l">
              <a:spcBef>
                <a:spcPts val="700"/>
              </a:spcBef>
              <a:spcAft>
                <a:spcPts val="0"/>
              </a:spcAft>
              <a:buSzPts val="2000"/>
              <a:buFont typeface="Helvetica Neue"/>
              <a:buChar char="–"/>
              <a:defRPr sz="2000"/>
            </a:lvl4pPr>
            <a:lvl5pPr indent="-355600" lvl="4" marL="2286000" algn="l">
              <a:spcBef>
                <a:spcPts val="700"/>
              </a:spcBef>
              <a:spcAft>
                <a:spcPts val="0"/>
              </a:spcAft>
              <a:buSzPts val="2000"/>
              <a:buFont typeface="Helvetica Neue"/>
              <a:buChar char="»"/>
              <a:defRPr sz="2000"/>
            </a:lvl5pPr>
            <a:lvl6pPr indent="-355600" lvl="5" marL="2743200" algn="l">
              <a:spcBef>
                <a:spcPts val="700"/>
              </a:spcBef>
              <a:spcAft>
                <a:spcPts val="0"/>
              </a:spcAft>
              <a:buSzPts val="2000"/>
              <a:buFont typeface="Helvetica Neue"/>
              <a:buChar char="»"/>
              <a:defRPr sz="2000"/>
            </a:lvl6pPr>
            <a:lvl7pPr indent="-355600" lvl="6" marL="3200400" algn="l">
              <a:spcBef>
                <a:spcPts val="700"/>
              </a:spcBef>
              <a:spcAft>
                <a:spcPts val="0"/>
              </a:spcAft>
              <a:buSzPts val="2000"/>
              <a:buFont typeface="Helvetica Neue"/>
              <a:buChar char="»"/>
              <a:defRPr sz="2000"/>
            </a:lvl7pPr>
            <a:lvl8pPr indent="-355600" lvl="7" marL="3657600" algn="l">
              <a:spcBef>
                <a:spcPts val="700"/>
              </a:spcBef>
              <a:spcAft>
                <a:spcPts val="0"/>
              </a:spcAft>
              <a:buSzPts val="2000"/>
              <a:buFont typeface="Helvetica Neue"/>
              <a:buChar char="»"/>
              <a:defRPr sz="2000"/>
            </a:lvl8pPr>
            <a:lvl9pPr indent="-355600" lvl="8" marL="4114800" algn="l">
              <a:spcBef>
                <a:spcPts val="700"/>
              </a:spcBef>
              <a:spcAft>
                <a:spcPts val="0"/>
              </a:spcAft>
              <a:buSzPts val="2000"/>
              <a:buFont typeface="Helvetica Neue"/>
              <a:buChar char="»"/>
              <a:defRPr sz="2000"/>
            </a:lvl9pPr>
          </a:lstStyle>
          <a:p/>
        </p:txBody>
      </p:sp>
      <p:sp>
        <p:nvSpPr>
          <p:cNvPr id="90" name="Google Shape;90;p8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1260"/>
              <a:buNone/>
              <a:defRPr sz="1200"/>
            </a:lvl2pPr>
            <a:lvl3pPr indent="-228600" lvl="2" marL="1371600" algn="l">
              <a:spcBef>
                <a:spcPts val="350"/>
              </a:spcBef>
              <a:spcAft>
                <a:spcPts val="0"/>
              </a:spcAft>
              <a:buSzPts val="850"/>
              <a:buNone/>
              <a:defRPr sz="1000"/>
            </a:lvl3pPr>
            <a:lvl4pPr indent="-228600" lvl="3" marL="1828800" algn="l">
              <a:spcBef>
                <a:spcPts val="315"/>
              </a:spcBef>
              <a:spcAft>
                <a:spcPts val="0"/>
              </a:spcAft>
              <a:buSzPts val="900"/>
              <a:buFont typeface="Helvetica Neue"/>
              <a:buNone/>
              <a:defRPr sz="900"/>
            </a:lvl4pPr>
            <a:lvl5pPr indent="-228600" lvl="4" marL="2286000" algn="l">
              <a:spcBef>
                <a:spcPts val="315"/>
              </a:spcBef>
              <a:spcAft>
                <a:spcPts val="0"/>
              </a:spcAft>
              <a:buSzPts val="900"/>
              <a:buFont typeface="Helvetica Neue"/>
              <a:buNone/>
              <a:defRPr sz="900"/>
            </a:lvl5pPr>
            <a:lvl6pPr indent="-228600" lvl="5" marL="2743200" algn="l">
              <a:spcBef>
                <a:spcPts val="315"/>
              </a:spcBef>
              <a:spcAft>
                <a:spcPts val="0"/>
              </a:spcAft>
              <a:buSzPts val="900"/>
              <a:buFont typeface="Helvetica Neue"/>
              <a:buNone/>
              <a:defRPr sz="900"/>
            </a:lvl6pPr>
            <a:lvl7pPr indent="-228600" lvl="6" marL="3200400" algn="l">
              <a:spcBef>
                <a:spcPts val="315"/>
              </a:spcBef>
              <a:spcAft>
                <a:spcPts val="0"/>
              </a:spcAft>
              <a:buSzPts val="900"/>
              <a:buFont typeface="Helvetica Neue"/>
              <a:buNone/>
              <a:defRPr sz="900"/>
            </a:lvl7pPr>
            <a:lvl8pPr indent="-228600" lvl="7" marL="3657600" algn="l">
              <a:spcBef>
                <a:spcPts val="315"/>
              </a:spcBef>
              <a:spcAft>
                <a:spcPts val="0"/>
              </a:spcAft>
              <a:buSzPts val="900"/>
              <a:buFont typeface="Helvetica Neue"/>
              <a:buNone/>
              <a:defRPr sz="900"/>
            </a:lvl8pPr>
            <a:lvl9pPr indent="-228600" lvl="8" marL="4114800" algn="l">
              <a:spcBef>
                <a:spcPts val="315"/>
              </a:spcBef>
              <a:spcAft>
                <a:spcPts val="0"/>
              </a:spcAft>
              <a:buSzPts val="900"/>
              <a:buFont typeface="Helvetica Neue"/>
              <a:buNone/>
              <a:defRPr sz="900"/>
            </a:lvl9pPr>
          </a:lstStyle>
          <a:p/>
        </p:txBody>
      </p:sp>
      <p:sp>
        <p:nvSpPr>
          <p:cNvPr id="91" name="Google Shape;91;p8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8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8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81"/>
          <p:cNvSpPr/>
          <p:nvPr>
            <p:ph idx="2" type="pic"/>
          </p:nvPr>
        </p:nvSpPr>
        <p:spPr>
          <a:xfrm>
            <a:off x="1792288" y="612775"/>
            <a:ext cx="5486400" cy="4114800"/>
          </a:xfrm>
          <a:prstGeom prst="rect">
            <a:avLst/>
          </a:prstGeom>
          <a:noFill/>
          <a:ln>
            <a:noFill/>
          </a:ln>
        </p:spPr>
      </p:sp>
      <p:sp>
        <p:nvSpPr>
          <p:cNvPr id="96" name="Google Shape;96;p8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1260"/>
              <a:buNone/>
              <a:defRPr sz="1200"/>
            </a:lvl2pPr>
            <a:lvl3pPr indent="-228600" lvl="2" marL="1371600" algn="l">
              <a:spcBef>
                <a:spcPts val="350"/>
              </a:spcBef>
              <a:spcAft>
                <a:spcPts val="0"/>
              </a:spcAft>
              <a:buSzPts val="850"/>
              <a:buNone/>
              <a:defRPr sz="1000"/>
            </a:lvl3pPr>
            <a:lvl4pPr indent="-228600" lvl="3" marL="1828800" algn="l">
              <a:spcBef>
                <a:spcPts val="315"/>
              </a:spcBef>
              <a:spcAft>
                <a:spcPts val="0"/>
              </a:spcAft>
              <a:buSzPts val="900"/>
              <a:buFont typeface="Helvetica Neue"/>
              <a:buNone/>
              <a:defRPr sz="900"/>
            </a:lvl4pPr>
            <a:lvl5pPr indent="-228600" lvl="4" marL="2286000" algn="l">
              <a:spcBef>
                <a:spcPts val="315"/>
              </a:spcBef>
              <a:spcAft>
                <a:spcPts val="0"/>
              </a:spcAft>
              <a:buSzPts val="900"/>
              <a:buFont typeface="Helvetica Neue"/>
              <a:buNone/>
              <a:defRPr sz="900"/>
            </a:lvl5pPr>
            <a:lvl6pPr indent="-228600" lvl="5" marL="2743200" algn="l">
              <a:spcBef>
                <a:spcPts val="315"/>
              </a:spcBef>
              <a:spcAft>
                <a:spcPts val="0"/>
              </a:spcAft>
              <a:buSzPts val="900"/>
              <a:buFont typeface="Helvetica Neue"/>
              <a:buNone/>
              <a:defRPr sz="900"/>
            </a:lvl6pPr>
            <a:lvl7pPr indent="-228600" lvl="6" marL="3200400" algn="l">
              <a:spcBef>
                <a:spcPts val="315"/>
              </a:spcBef>
              <a:spcAft>
                <a:spcPts val="0"/>
              </a:spcAft>
              <a:buSzPts val="900"/>
              <a:buFont typeface="Helvetica Neue"/>
              <a:buNone/>
              <a:defRPr sz="900"/>
            </a:lvl7pPr>
            <a:lvl8pPr indent="-228600" lvl="7" marL="3657600" algn="l">
              <a:spcBef>
                <a:spcPts val="315"/>
              </a:spcBef>
              <a:spcAft>
                <a:spcPts val="0"/>
              </a:spcAft>
              <a:buSzPts val="900"/>
              <a:buFont typeface="Helvetica Neue"/>
              <a:buNone/>
              <a:defRPr sz="900"/>
            </a:lvl8pPr>
            <a:lvl9pPr indent="-228600" lvl="8" marL="4114800" algn="l">
              <a:spcBef>
                <a:spcPts val="315"/>
              </a:spcBef>
              <a:spcAft>
                <a:spcPts val="0"/>
              </a:spcAft>
              <a:buSzPts val="900"/>
              <a:buFont typeface="Helvetica Neue"/>
              <a:buNone/>
              <a:defRPr sz="900"/>
            </a:lvl9pPr>
          </a:lstStyle>
          <a:p/>
        </p:txBody>
      </p:sp>
      <p:sp>
        <p:nvSpPr>
          <p:cNvPr id="97" name="Google Shape;97;p8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8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82"/>
          <p:cNvSpPr txBox="1"/>
          <p:nvPr>
            <p:ph idx="1" type="body"/>
          </p:nvPr>
        </p:nvSpPr>
        <p:spPr>
          <a:xfrm rot="5400000">
            <a:off x="2057400" y="-393700"/>
            <a:ext cx="4876800" cy="78486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48615" lvl="1" marL="914400" algn="l">
              <a:spcBef>
                <a:spcPts val="630"/>
              </a:spcBef>
              <a:spcAft>
                <a:spcPts val="0"/>
              </a:spcAft>
              <a:buSzPts val="1890"/>
              <a:buChar char="★"/>
              <a:defRPr/>
            </a:lvl2pPr>
            <a:lvl3pPr indent="-325755" lvl="2" marL="1371600" algn="l">
              <a:spcBef>
                <a:spcPts val="630"/>
              </a:spcBef>
              <a:spcAft>
                <a:spcPts val="0"/>
              </a:spcAft>
              <a:buSzPts val="1530"/>
              <a:buChar char="⮚"/>
              <a:defRPr/>
            </a:lvl3pPr>
            <a:lvl4pPr indent="-342900" lvl="3" marL="1828800" algn="l">
              <a:spcBef>
                <a:spcPts val="630"/>
              </a:spcBef>
              <a:spcAft>
                <a:spcPts val="0"/>
              </a:spcAft>
              <a:buSzPts val="1800"/>
              <a:buChar char="–"/>
              <a:defRPr/>
            </a:lvl4pPr>
            <a:lvl5pPr indent="-342900" lvl="4" marL="2286000" algn="l">
              <a:spcBef>
                <a:spcPts val="630"/>
              </a:spcBef>
              <a:spcAft>
                <a:spcPts val="0"/>
              </a:spcAft>
              <a:buSzPts val="1800"/>
              <a:buChar char="»"/>
              <a:defRPr/>
            </a:lvl5pPr>
            <a:lvl6pPr indent="-342900" lvl="5" marL="2743200" algn="l">
              <a:spcBef>
                <a:spcPts val="630"/>
              </a:spcBef>
              <a:spcAft>
                <a:spcPts val="0"/>
              </a:spcAft>
              <a:buSzPts val="1800"/>
              <a:buChar char="»"/>
              <a:defRPr/>
            </a:lvl6pPr>
            <a:lvl7pPr indent="-342900" lvl="6" marL="3200400" algn="l">
              <a:spcBef>
                <a:spcPts val="630"/>
              </a:spcBef>
              <a:spcAft>
                <a:spcPts val="0"/>
              </a:spcAft>
              <a:buSzPts val="1800"/>
              <a:buChar char="»"/>
              <a:defRPr/>
            </a:lvl7pPr>
            <a:lvl8pPr indent="-342900" lvl="7" marL="3657600" algn="l">
              <a:spcBef>
                <a:spcPts val="630"/>
              </a:spcBef>
              <a:spcAft>
                <a:spcPts val="0"/>
              </a:spcAft>
              <a:buSzPts val="1800"/>
              <a:buChar char="»"/>
              <a:defRPr/>
            </a:lvl8pPr>
            <a:lvl9pPr indent="-342900" lvl="8" marL="4114800" algn="l">
              <a:spcBef>
                <a:spcPts val="630"/>
              </a:spcBef>
              <a:spcAft>
                <a:spcPts val="0"/>
              </a:spcAft>
              <a:buSzPts val="1800"/>
              <a:buChar char="»"/>
              <a:defRPr/>
            </a:lvl9pPr>
          </a:lstStyle>
          <a:p/>
        </p:txBody>
      </p:sp>
      <p:sp>
        <p:nvSpPr>
          <p:cNvPr id="102" name="Google Shape;102;p8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8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83"/>
          <p:cNvSpPr txBox="1"/>
          <p:nvPr>
            <p:ph type="title"/>
          </p:nvPr>
        </p:nvSpPr>
        <p:spPr>
          <a:xfrm rot="5400000">
            <a:off x="4616450" y="1974850"/>
            <a:ext cx="5969000" cy="20193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6" name="Google Shape;106;p83"/>
          <p:cNvSpPr txBox="1"/>
          <p:nvPr>
            <p:ph idx="1" type="body"/>
          </p:nvPr>
        </p:nvSpPr>
        <p:spPr>
          <a:xfrm rot="5400000">
            <a:off x="501650" y="31750"/>
            <a:ext cx="5969000" cy="59055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48615" lvl="1" marL="914400" algn="l">
              <a:spcBef>
                <a:spcPts val="630"/>
              </a:spcBef>
              <a:spcAft>
                <a:spcPts val="0"/>
              </a:spcAft>
              <a:buSzPts val="1890"/>
              <a:buChar char="★"/>
              <a:defRPr/>
            </a:lvl2pPr>
            <a:lvl3pPr indent="-325755" lvl="2" marL="1371600" algn="l">
              <a:spcBef>
                <a:spcPts val="630"/>
              </a:spcBef>
              <a:spcAft>
                <a:spcPts val="0"/>
              </a:spcAft>
              <a:buSzPts val="1530"/>
              <a:buChar char="⮚"/>
              <a:defRPr/>
            </a:lvl3pPr>
            <a:lvl4pPr indent="-342900" lvl="3" marL="1828800" algn="l">
              <a:spcBef>
                <a:spcPts val="630"/>
              </a:spcBef>
              <a:spcAft>
                <a:spcPts val="0"/>
              </a:spcAft>
              <a:buSzPts val="1800"/>
              <a:buChar char="–"/>
              <a:defRPr/>
            </a:lvl4pPr>
            <a:lvl5pPr indent="-342900" lvl="4" marL="2286000" algn="l">
              <a:spcBef>
                <a:spcPts val="630"/>
              </a:spcBef>
              <a:spcAft>
                <a:spcPts val="0"/>
              </a:spcAft>
              <a:buSzPts val="1800"/>
              <a:buChar char="»"/>
              <a:defRPr/>
            </a:lvl5pPr>
            <a:lvl6pPr indent="-342900" lvl="5" marL="2743200" algn="l">
              <a:spcBef>
                <a:spcPts val="630"/>
              </a:spcBef>
              <a:spcAft>
                <a:spcPts val="0"/>
              </a:spcAft>
              <a:buSzPts val="1800"/>
              <a:buChar char="»"/>
              <a:defRPr/>
            </a:lvl6pPr>
            <a:lvl7pPr indent="-342900" lvl="6" marL="3200400" algn="l">
              <a:spcBef>
                <a:spcPts val="630"/>
              </a:spcBef>
              <a:spcAft>
                <a:spcPts val="0"/>
              </a:spcAft>
              <a:buSzPts val="1800"/>
              <a:buChar char="»"/>
              <a:defRPr/>
            </a:lvl7pPr>
            <a:lvl8pPr indent="-342900" lvl="7" marL="3657600" algn="l">
              <a:spcBef>
                <a:spcPts val="630"/>
              </a:spcBef>
              <a:spcAft>
                <a:spcPts val="0"/>
              </a:spcAft>
              <a:buSzPts val="1800"/>
              <a:buChar char="»"/>
              <a:defRPr/>
            </a:lvl8pPr>
            <a:lvl9pPr indent="-342900" lvl="8" marL="4114800" algn="l">
              <a:spcBef>
                <a:spcPts val="630"/>
              </a:spcBef>
              <a:spcAft>
                <a:spcPts val="0"/>
              </a:spcAft>
              <a:buSzPts val="1800"/>
              <a:buChar char="»"/>
              <a:defRPr/>
            </a:lvl9pPr>
          </a:lstStyle>
          <a:p/>
        </p:txBody>
      </p:sp>
      <p:sp>
        <p:nvSpPr>
          <p:cNvPr id="107" name="Google Shape;107;p8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8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9BB4C2"/>
            </a:gs>
          </a:gsLst>
          <a:lin ang="5400000" scaled="0"/>
        </a:gradFill>
      </p:bgPr>
    </p:bg>
    <p:spTree>
      <p:nvGrpSpPr>
        <p:cNvPr id="5" name="Shape 5"/>
        <p:cNvGrpSpPr/>
        <p:nvPr/>
      </p:nvGrpSpPr>
      <p:grpSpPr>
        <a:xfrm>
          <a:off x="0" y="0"/>
          <a:ext cx="0" cy="0"/>
          <a:chOff x="0" y="0"/>
          <a:chExt cx="0" cy="0"/>
        </a:xfrm>
      </p:grpSpPr>
      <p:sp>
        <p:nvSpPr>
          <p:cNvPr id="6" name="Google Shape;6;p72"/>
          <p:cNvSpPr/>
          <p:nvPr/>
        </p:nvSpPr>
        <p:spPr>
          <a:xfrm>
            <a:off x="0" y="-152400"/>
            <a:ext cx="9144000" cy="1314450"/>
          </a:xfrm>
          <a:prstGeom prst="rect">
            <a:avLst/>
          </a:prstGeom>
          <a:gradFill>
            <a:gsLst>
              <a:gs pos="0">
                <a:srgbClr val="FFFFFF"/>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 name="Google Shape;7;p72"/>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00"/>
              </a:spcBef>
              <a:spcAft>
                <a:spcPts val="0"/>
              </a:spcAft>
              <a:buClr>
                <a:schemeClr val="dk2"/>
              </a:buClr>
              <a:buSzPts val="1800"/>
              <a:buFont typeface="Arial"/>
              <a:buChar char="●"/>
              <a:defRPr b="0" i="0" sz="2000" u="none" cap="none" strike="noStrike">
                <a:solidFill>
                  <a:schemeClr val="dk1"/>
                </a:solidFill>
                <a:latin typeface="Helvetica Neue"/>
                <a:ea typeface="Helvetica Neue"/>
                <a:cs typeface="Helvetica Neue"/>
                <a:sym typeface="Helvetica Neue"/>
              </a:defRPr>
            </a:lvl1pPr>
            <a:lvl2pPr indent="-348615" lvl="1" marL="914400" marR="0" rtl="0" algn="l">
              <a:spcBef>
                <a:spcPts val="630"/>
              </a:spcBef>
              <a:spcAft>
                <a:spcPts val="0"/>
              </a:spcAft>
              <a:buClr>
                <a:srgbClr val="CC6600"/>
              </a:buClr>
              <a:buSzPts val="1890"/>
              <a:buFont typeface="Noto Sans Symbols"/>
              <a:buChar char="★"/>
              <a:defRPr b="0" i="0" sz="1800" u="none" cap="none" strike="noStrike">
                <a:solidFill>
                  <a:schemeClr val="dk1"/>
                </a:solidFill>
                <a:latin typeface="Helvetica Neue"/>
                <a:ea typeface="Helvetica Neue"/>
                <a:cs typeface="Helvetica Neue"/>
                <a:sym typeface="Helvetica Neue"/>
              </a:defRPr>
            </a:lvl2pPr>
            <a:lvl3pPr indent="-325755" lvl="2" marL="1371600" marR="0" rtl="0" algn="l">
              <a:spcBef>
                <a:spcPts val="630"/>
              </a:spcBef>
              <a:spcAft>
                <a:spcPts val="0"/>
              </a:spcAft>
              <a:buClr>
                <a:srgbClr val="000099"/>
              </a:buClr>
              <a:buSzPts val="1530"/>
              <a:buFont typeface="Noto Sans Symbols"/>
              <a:buChar char="⮚"/>
              <a:defRPr b="0" i="0" sz="1800" u="none" cap="none" strike="noStrike">
                <a:solidFill>
                  <a:schemeClr val="dk1"/>
                </a:solidFill>
                <a:latin typeface="Helvetica Neue"/>
                <a:ea typeface="Helvetica Neue"/>
                <a:cs typeface="Helvetica Neue"/>
                <a:sym typeface="Helvetica Neue"/>
              </a:defRPr>
            </a:lvl3pPr>
            <a:lvl4pPr indent="-342900" lvl="3" marL="1828800" marR="0" rtl="0" algn="l">
              <a:spcBef>
                <a:spcPts val="630"/>
              </a:spcBef>
              <a:spcAft>
                <a:spcPts val="0"/>
              </a:spcAft>
              <a:buClr>
                <a:schemeClr val="hlink"/>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8" name="Google Shape;8;p7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SzPts val="1400"/>
              <a:buNone/>
              <a:defRPr b="0" i="0" sz="1400" u="none" cap="none" strike="noStrike">
                <a:solidFill>
                  <a:schemeClr val="lt2"/>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 name="Google Shape;9;p7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72"/>
          <p:cNvSpPr/>
          <p:nvPr/>
        </p:nvSpPr>
        <p:spPr>
          <a:xfrm>
            <a:off x="142875" y="0"/>
            <a:ext cx="838200" cy="781050"/>
          </a:xfrm>
          <a:prstGeom prst="ellipse">
            <a:avLst/>
          </a:prstGeom>
          <a:gradFill>
            <a:gsLst>
              <a:gs pos="0">
                <a:schemeClr val="hlink"/>
              </a:gs>
              <a:gs pos="100000">
                <a:srgbClr val="FFBE93"/>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 name="Google Shape;11;p72"/>
          <p:cNvSpPr/>
          <p:nvPr/>
        </p:nvSpPr>
        <p:spPr>
          <a:xfrm>
            <a:off x="31750" y="338138"/>
            <a:ext cx="390525" cy="149225"/>
          </a:xfrm>
          <a:custGeom>
            <a:rect b="b" l="l" r="r" t="t"/>
            <a:pathLst>
              <a:path extrusionOk="0" h="94" w="246">
                <a:moveTo>
                  <a:pt x="0" y="55"/>
                </a:moveTo>
                <a:lnTo>
                  <a:pt x="7" y="52"/>
                </a:lnTo>
                <a:lnTo>
                  <a:pt x="14" y="50"/>
                </a:lnTo>
                <a:lnTo>
                  <a:pt x="22" y="48"/>
                </a:lnTo>
                <a:lnTo>
                  <a:pt x="30" y="48"/>
                </a:lnTo>
                <a:lnTo>
                  <a:pt x="38" y="48"/>
                </a:lnTo>
                <a:lnTo>
                  <a:pt x="45" y="48"/>
                </a:lnTo>
                <a:lnTo>
                  <a:pt x="53" y="50"/>
                </a:lnTo>
                <a:lnTo>
                  <a:pt x="61" y="51"/>
                </a:lnTo>
                <a:lnTo>
                  <a:pt x="69" y="54"/>
                </a:lnTo>
                <a:lnTo>
                  <a:pt x="76" y="56"/>
                </a:lnTo>
                <a:lnTo>
                  <a:pt x="84" y="59"/>
                </a:lnTo>
                <a:lnTo>
                  <a:pt x="92" y="62"/>
                </a:lnTo>
                <a:lnTo>
                  <a:pt x="99" y="65"/>
                </a:lnTo>
                <a:lnTo>
                  <a:pt x="106" y="68"/>
                </a:lnTo>
                <a:lnTo>
                  <a:pt x="113" y="72"/>
                </a:lnTo>
                <a:lnTo>
                  <a:pt x="119" y="75"/>
                </a:lnTo>
                <a:lnTo>
                  <a:pt x="124" y="66"/>
                </a:lnTo>
                <a:lnTo>
                  <a:pt x="130" y="56"/>
                </a:lnTo>
                <a:lnTo>
                  <a:pt x="136" y="48"/>
                </a:lnTo>
                <a:lnTo>
                  <a:pt x="143" y="42"/>
                </a:lnTo>
                <a:lnTo>
                  <a:pt x="150" y="35"/>
                </a:lnTo>
                <a:lnTo>
                  <a:pt x="158" y="29"/>
                </a:lnTo>
                <a:lnTo>
                  <a:pt x="166" y="24"/>
                </a:lnTo>
                <a:lnTo>
                  <a:pt x="175" y="20"/>
                </a:lnTo>
                <a:lnTo>
                  <a:pt x="183" y="16"/>
                </a:lnTo>
                <a:lnTo>
                  <a:pt x="193" y="13"/>
                </a:lnTo>
                <a:lnTo>
                  <a:pt x="201" y="9"/>
                </a:lnTo>
                <a:lnTo>
                  <a:pt x="210" y="7"/>
                </a:lnTo>
                <a:lnTo>
                  <a:pt x="219" y="5"/>
                </a:lnTo>
                <a:lnTo>
                  <a:pt x="228" y="3"/>
                </a:lnTo>
                <a:lnTo>
                  <a:pt x="237" y="1"/>
                </a:lnTo>
                <a:lnTo>
                  <a:pt x="245" y="0"/>
                </a:lnTo>
                <a:lnTo>
                  <a:pt x="237" y="3"/>
                </a:lnTo>
                <a:lnTo>
                  <a:pt x="230" y="7"/>
                </a:lnTo>
                <a:lnTo>
                  <a:pt x="222" y="11"/>
                </a:lnTo>
                <a:lnTo>
                  <a:pt x="214" y="15"/>
                </a:lnTo>
                <a:lnTo>
                  <a:pt x="207" y="19"/>
                </a:lnTo>
                <a:lnTo>
                  <a:pt x="199" y="24"/>
                </a:lnTo>
                <a:lnTo>
                  <a:pt x="191" y="28"/>
                </a:lnTo>
                <a:lnTo>
                  <a:pt x="185" y="33"/>
                </a:lnTo>
                <a:lnTo>
                  <a:pt x="177" y="39"/>
                </a:lnTo>
                <a:lnTo>
                  <a:pt x="170" y="44"/>
                </a:lnTo>
                <a:lnTo>
                  <a:pt x="163" y="51"/>
                </a:lnTo>
                <a:lnTo>
                  <a:pt x="158" y="57"/>
                </a:lnTo>
                <a:lnTo>
                  <a:pt x="152" y="64"/>
                </a:lnTo>
                <a:lnTo>
                  <a:pt x="146" y="71"/>
                </a:lnTo>
                <a:lnTo>
                  <a:pt x="142" y="79"/>
                </a:lnTo>
                <a:lnTo>
                  <a:pt x="138" y="87"/>
                </a:lnTo>
                <a:lnTo>
                  <a:pt x="135" y="90"/>
                </a:lnTo>
                <a:lnTo>
                  <a:pt x="133" y="92"/>
                </a:lnTo>
                <a:lnTo>
                  <a:pt x="130" y="93"/>
                </a:lnTo>
                <a:lnTo>
                  <a:pt x="127" y="91"/>
                </a:lnTo>
                <a:lnTo>
                  <a:pt x="123" y="90"/>
                </a:lnTo>
                <a:lnTo>
                  <a:pt x="120" y="89"/>
                </a:lnTo>
                <a:lnTo>
                  <a:pt x="116" y="87"/>
                </a:lnTo>
                <a:lnTo>
                  <a:pt x="113" y="86"/>
                </a:lnTo>
                <a:lnTo>
                  <a:pt x="107" y="84"/>
                </a:lnTo>
                <a:lnTo>
                  <a:pt x="101" y="80"/>
                </a:lnTo>
                <a:lnTo>
                  <a:pt x="93" y="78"/>
                </a:lnTo>
                <a:lnTo>
                  <a:pt x="87" y="74"/>
                </a:lnTo>
                <a:lnTo>
                  <a:pt x="79" y="71"/>
                </a:lnTo>
                <a:lnTo>
                  <a:pt x="71" y="67"/>
                </a:lnTo>
                <a:lnTo>
                  <a:pt x="63" y="64"/>
                </a:lnTo>
                <a:lnTo>
                  <a:pt x="55" y="61"/>
                </a:lnTo>
                <a:lnTo>
                  <a:pt x="47" y="58"/>
                </a:lnTo>
                <a:lnTo>
                  <a:pt x="39" y="55"/>
                </a:lnTo>
                <a:lnTo>
                  <a:pt x="31" y="54"/>
                </a:lnTo>
                <a:lnTo>
                  <a:pt x="24" y="52"/>
                </a:lnTo>
                <a:lnTo>
                  <a:pt x="17" y="52"/>
                </a:lnTo>
                <a:lnTo>
                  <a:pt x="10" y="52"/>
                </a:lnTo>
                <a:lnTo>
                  <a:pt x="5" y="53"/>
                </a:lnTo>
                <a:lnTo>
                  <a:pt x="0" y="55"/>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2" name="Google Shape;12;p72"/>
          <p:cNvSpPr/>
          <p:nvPr/>
        </p:nvSpPr>
        <p:spPr>
          <a:xfrm>
            <a:off x="619125" y="638175"/>
            <a:ext cx="468313" cy="177800"/>
          </a:xfrm>
          <a:custGeom>
            <a:rect b="b" l="l" r="r" t="t"/>
            <a:pathLst>
              <a:path extrusionOk="0" h="112" w="295">
                <a:moveTo>
                  <a:pt x="0" y="65"/>
                </a:moveTo>
                <a:lnTo>
                  <a:pt x="8" y="62"/>
                </a:lnTo>
                <a:lnTo>
                  <a:pt x="16" y="59"/>
                </a:lnTo>
                <a:lnTo>
                  <a:pt x="26" y="57"/>
                </a:lnTo>
                <a:lnTo>
                  <a:pt x="36" y="57"/>
                </a:lnTo>
                <a:lnTo>
                  <a:pt x="45" y="57"/>
                </a:lnTo>
                <a:lnTo>
                  <a:pt x="54" y="57"/>
                </a:lnTo>
                <a:lnTo>
                  <a:pt x="63" y="59"/>
                </a:lnTo>
                <a:lnTo>
                  <a:pt x="73" y="60"/>
                </a:lnTo>
                <a:lnTo>
                  <a:pt x="82" y="64"/>
                </a:lnTo>
                <a:lnTo>
                  <a:pt x="91" y="66"/>
                </a:lnTo>
                <a:lnTo>
                  <a:pt x="100" y="70"/>
                </a:lnTo>
                <a:lnTo>
                  <a:pt x="110" y="74"/>
                </a:lnTo>
                <a:lnTo>
                  <a:pt x="118" y="77"/>
                </a:lnTo>
                <a:lnTo>
                  <a:pt x="127" y="81"/>
                </a:lnTo>
                <a:lnTo>
                  <a:pt x="135" y="85"/>
                </a:lnTo>
                <a:lnTo>
                  <a:pt x="142" y="89"/>
                </a:lnTo>
                <a:lnTo>
                  <a:pt x="148" y="78"/>
                </a:lnTo>
                <a:lnTo>
                  <a:pt x="156" y="66"/>
                </a:lnTo>
                <a:lnTo>
                  <a:pt x="163" y="57"/>
                </a:lnTo>
                <a:lnTo>
                  <a:pt x="171" y="50"/>
                </a:lnTo>
                <a:lnTo>
                  <a:pt x="180" y="41"/>
                </a:lnTo>
                <a:lnTo>
                  <a:pt x="189" y="34"/>
                </a:lnTo>
                <a:lnTo>
                  <a:pt x="199" y="28"/>
                </a:lnTo>
                <a:lnTo>
                  <a:pt x="210" y="23"/>
                </a:lnTo>
                <a:lnTo>
                  <a:pt x="219" y="19"/>
                </a:lnTo>
                <a:lnTo>
                  <a:pt x="231" y="15"/>
                </a:lnTo>
                <a:lnTo>
                  <a:pt x="241" y="10"/>
                </a:lnTo>
                <a:lnTo>
                  <a:pt x="252" y="8"/>
                </a:lnTo>
                <a:lnTo>
                  <a:pt x="262" y="5"/>
                </a:lnTo>
                <a:lnTo>
                  <a:pt x="273" y="3"/>
                </a:lnTo>
                <a:lnTo>
                  <a:pt x="284" y="1"/>
                </a:lnTo>
                <a:lnTo>
                  <a:pt x="294" y="0"/>
                </a:lnTo>
                <a:lnTo>
                  <a:pt x="284" y="3"/>
                </a:lnTo>
                <a:lnTo>
                  <a:pt x="276" y="8"/>
                </a:lnTo>
                <a:lnTo>
                  <a:pt x="266" y="13"/>
                </a:lnTo>
                <a:lnTo>
                  <a:pt x="256" y="17"/>
                </a:lnTo>
                <a:lnTo>
                  <a:pt x="248" y="22"/>
                </a:lnTo>
                <a:lnTo>
                  <a:pt x="238" y="28"/>
                </a:lnTo>
                <a:lnTo>
                  <a:pt x="229" y="33"/>
                </a:lnTo>
                <a:lnTo>
                  <a:pt x="222" y="39"/>
                </a:lnTo>
                <a:lnTo>
                  <a:pt x="212" y="46"/>
                </a:lnTo>
                <a:lnTo>
                  <a:pt x="204" y="52"/>
                </a:lnTo>
                <a:lnTo>
                  <a:pt x="195" y="60"/>
                </a:lnTo>
                <a:lnTo>
                  <a:pt x="189" y="68"/>
                </a:lnTo>
                <a:lnTo>
                  <a:pt x="182" y="76"/>
                </a:lnTo>
                <a:lnTo>
                  <a:pt x="175" y="84"/>
                </a:lnTo>
                <a:lnTo>
                  <a:pt x="170" y="94"/>
                </a:lnTo>
                <a:lnTo>
                  <a:pt x="165" y="103"/>
                </a:lnTo>
                <a:lnTo>
                  <a:pt x="162" y="107"/>
                </a:lnTo>
                <a:lnTo>
                  <a:pt x="159" y="109"/>
                </a:lnTo>
                <a:lnTo>
                  <a:pt x="156" y="111"/>
                </a:lnTo>
                <a:lnTo>
                  <a:pt x="152" y="108"/>
                </a:lnTo>
                <a:lnTo>
                  <a:pt x="147" y="107"/>
                </a:lnTo>
                <a:lnTo>
                  <a:pt x="144" y="106"/>
                </a:lnTo>
                <a:lnTo>
                  <a:pt x="139" y="103"/>
                </a:lnTo>
                <a:lnTo>
                  <a:pt x="135" y="102"/>
                </a:lnTo>
                <a:lnTo>
                  <a:pt x="128" y="100"/>
                </a:lnTo>
                <a:lnTo>
                  <a:pt x="121" y="95"/>
                </a:lnTo>
                <a:lnTo>
                  <a:pt x="111" y="93"/>
                </a:lnTo>
                <a:lnTo>
                  <a:pt x="104" y="88"/>
                </a:lnTo>
                <a:lnTo>
                  <a:pt x="94" y="84"/>
                </a:lnTo>
                <a:lnTo>
                  <a:pt x="85" y="79"/>
                </a:lnTo>
                <a:lnTo>
                  <a:pt x="75" y="76"/>
                </a:lnTo>
                <a:lnTo>
                  <a:pt x="66" y="72"/>
                </a:lnTo>
                <a:lnTo>
                  <a:pt x="56" y="69"/>
                </a:lnTo>
                <a:lnTo>
                  <a:pt x="46" y="65"/>
                </a:lnTo>
                <a:lnTo>
                  <a:pt x="37" y="64"/>
                </a:lnTo>
                <a:lnTo>
                  <a:pt x="28" y="62"/>
                </a:lnTo>
                <a:lnTo>
                  <a:pt x="20" y="62"/>
                </a:lnTo>
                <a:lnTo>
                  <a:pt x="12" y="62"/>
                </a:lnTo>
                <a:lnTo>
                  <a:pt x="6" y="63"/>
                </a:lnTo>
                <a:lnTo>
                  <a:pt x="0" y="65"/>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3" name="Google Shape;13;p72"/>
          <p:cNvSpPr/>
          <p:nvPr/>
        </p:nvSpPr>
        <p:spPr>
          <a:xfrm>
            <a:off x="7515225" y="6257925"/>
            <a:ext cx="1524000" cy="533400"/>
          </a:xfrm>
          <a:custGeom>
            <a:rect b="b" l="l" r="r" t="t"/>
            <a:pathLst>
              <a:path extrusionOk="0" h="374" w="1453">
                <a:moveTo>
                  <a:pt x="319" y="12"/>
                </a:moveTo>
                <a:lnTo>
                  <a:pt x="285" y="7"/>
                </a:lnTo>
                <a:lnTo>
                  <a:pt x="260" y="7"/>
                </a:lnTo>
                <a:lnTo>
                  <a:pt x="234" y="15"/>
                </a:lnTo>
                <a:lnTo>
                  <a:pt x="209" y="37"/>
                </a:lnTo>
                <a:lnTo>
                  <a:pt x="184" y="52"/>
                </a:lnTo>
                <a:lnTo>
                  <a:pt x="159" y="67"/>
                </a:lnTo>
                <a:lnTo>
                  <a:pt x="133" y="82"/>
                </a:lnTo>
                <a:lnTo>
                  <a:pt x="109" y="89"/>
                </a:lnTo>
                <a:lnTo>
                  <a:pt x="83" y="89"/>
                </a:lnTo>
                <a:lnTo>
                  <a:pt x="58" y="89"/>
                </a:lnTo>
                <a:lnTo>
                  <a:pt x="34" y="104"/>
                </a:lnTo>
                <a:lnTo>
                  <a:pt x="8" y="119"/>
                </a:lnTo>
                <a:lnTo>
                  <a:pt x="0" y="141"/>
                </a:lnTo>
                <a:lnTo>
                  <a:pt x="0" y="164"/>
                </a:lnTo>
                <a:lnTo>
                  <a:pt x="0" y="186"/>
                </a:lnTo>
                <a:lnTo>
                  <a:pt x="8" y="208"/>
                </a:lnTo>
                <a:lnTo>
                  <a:pt x="17" y="231"/>
                </a:lnTo>
                <a:lnTo>
                  <a:pt x="42" y="231"/>
                </a:lnTo>
                <a:lnTo>
                  <a:pt x="66" y="238"/>
                </a:lnTo>
                <a:lnTo>
                  <a:pt x="92" y="238"/>
                </a:lnTo>
                <a:lnTo>
                  <a:pt x="117" y="223"/>
                </a:lnTo>
                <a:lnTo>
                  <a:pt x="142" y="216"/>
                </a:lnTo>
                <a:lnTo>
                  <a:pt x="159" y="238"/>
                </a:lnTo>
                <a:lnTo>
                  <a:pt x="176" y="261"/>
                </a:lnTo>
                <a:lnTo>
                  <a:pt x="201" y="283"/>
                </a:lnTo>
                <a:lnTo>
                  <a:pt x="226" y="298"/>
                </a:lnTo>
                <a:lnTo>
                  <a:pt x="251" y="313"/>
                </a:lnTo>
                <a:lnTo>
                  <a:pt x="285" y="321"/>
                </a:lnTo>
                <a:lnTo>
                  <a:pt x="310" y="313"/>
                </a:lnTo>
                <a:lnTo>
                  <a:pt x="335" y="305"/>
                </a:lnTo>
                <a:lnTo>
                  <a:pt x="361" y="305"/>
                </a:lnTo>
                <a:lnTo>
                  <a:pt x="385" y="313"/>
                </a:lnTo>
                <a:lnTo>
                  <a:pt x="411" y="328"/>
                </a:lnTo>
                <a:lnTo>
                  <a:pt x="436" y="335"/>
                </a:lnTo>
                <a:lnTo>
                  <a:pt x="461" y="357"/>
                </a:lnTo>
                <a:lnTo>
                  <a:pt x="486" y="365"/>
                </a:lnTo>
                <a:lnTo>
                  <a:pt x="536" y="365"/>
                </a:lnTo>
                <a:lnTo>
                  <a:pt x="587" y="365"/>
                </a:lnTo>
                <a:lnTo>
                  <a:pt x="654" y="365"/>
                </a:lnTo>
                <a:lnTo>
                  <a:pt x="680" y="365"/>
                </a:lnTo>
                <a:lnTo>
                  <a:pt x="704" y="357"/>
                </a:lnTo>
                <a:lnTo>
                  <a:pt x="730" y="357"/>
                </a:lnTo>
                <a:lnTo>
                  <a:pt x="755" y="350"/>
                </a:lnTo>
                <a:lnTo>
                  <a:pt x="780" y="342"/>
                </a:lnTo>
                <a:lnTo>
                  <a:pt x="805" y="335"/>
                </a:lnTo>
                <a:lnTo>
                  <a:pt x="831" y="328"/>
                </a:lnTo>
                <a:lnTo>
                  <a:pt x="855" y="328"/>
                </a:lnTo>
                <a:lnTo>
                  <a:pt x="881" y="335"/>
                </a:lnTo>
                <a:lnTo>
                  <a:pt x="906" y="335"/>
                </a:lnTo>
                <a:lnTo>
                  <a:pt x="931" y="342"/>
                </a:lnTo>
                <a:lnTo>
                  <a:pt x="956" y="350"/>
                </a:lnTo>
                <a:lnTo>
                  <a:pt x="990" y="365"/>
                </a:lnTo>
                <a:lnTo>
                  <a:pt x="1040" y="365"/>
                </a:lnTo>
                <a:lnTo>
                  <a:pt x="1107" y="373"/>
                </a:lnTo>
                <a:lnTo>
                  <a:pt x="1133" y="365"/>
                </a:lnTo>
                <a:lnTo>
                  <a:pt x="1183" y="365"/>
                </a:lnTo>
                <a:lnTo>
                  <a:pt x="1217" y="357"/>
                </a:lnTo>
                <a:lnTo>
                  <a:pt x="1241" y="335"/>
                </a:lnTo>
                <a:lnTo>
                  <a:pt x="1267" y="328"/>
                </a:lnTo>
                <a:lnTo>
                  <a:pt x="1301" y="313"/>
                </a:lnTo>
                <a:lnTo>
                  <a:pt x="1325" y="298"/>
                </a:lnTo>
                <a:lnTo>
                  <a:pt x="1351" y="290"/>
                </a:lnTo>
                <a:lnTo>
                  <a:pt x="1376" y="283"/>
                </a:lnTo>
                <a:lnTo>
                  <a:pt x="1400" y="275"/>
                </a:lnTo>
                <a:lnTo>
                  <a:pt x="1426" y="275"/>
                </a:lnTo>
                <a:lnTo>
                  <a:pt x="1452" y="275"/>
                </a:lnTo>
                <a:lnTo>
                  <a:pt x="1443" y="254"/>
                </a:lnTo>
                <a:lnTo>
                  <a:pt x="1426" y="231"/>
                </a:lnTo>
                <a:lnTo>
                  <a:pt x="1417" y="208"/>
                </a:lnTo>
                <a:lnTo>
                  <a:pt x="1426" y="186"/>
                </a:lnTo>
                <a:lnTo>
                  <a:pt x="1443" y="164"/>
                </a:lnTo>
                <a:lnTo>
                  <a:pt x="1452" y="141"/>
                </a:lnTo>
                <a:lnTo>
                  <a:pt x="1443" y="119"/>
                </a:lnTo>
                <a:lnTo>
                  <a:pt x="1426" y="97"/>
                </a:lnTo>
                <a:lnTo>
                  <a:pt x="1400" y="82"/>
                </a:lnTo>
                <a:lnTo>
                  <a:pt x="1376" y="82"/>
                </a:lnTo>
                <a:lnTo>
                  <a:pt x="1351" y="82"/>
                </a:lnTo>
                <a:lnTo>
                  <a:pt x="1325" y="82"/>
                </a:lnTo>
                <a:lnTo>
                  <a:pt x="1301" y="82"/>
                </a:lnTo>
                <a:lnTo>
                  <a:pt x="1275" y="82"/>
                </a:lnTo>
                <a:lnTo>
                  <a:pt x="1250" y="74"/>
                </a:lnTo>
                <a:lnTo>
                  <a:pt x="1225" y="67"/>
                </a:lnTo>
                <a:lnTo>
                  <a:pt x="1200" y="67"/>
                </a:lnTo>
                <a:lnTo>
                  <a:pt x="1174" y="67"/>
                </a:lnTo>
                <a:lnTo>
                  <a:pt x="1150" y="74"/>
                </a:lnTo>
                <a:lnTo>
                  <a:pt x="1124" y="82"/>
                </a:lnTo>
                <a:lnTo>
                  <a:pt x="1107" y="59"/>
                </a:lnTo>
                <a:lnTo>
                  <a:pt x="1082" y="45"/>
                </a:lnTo>
                <a:lnTo>
                  <a:pt x="1057" y="30"/>
                </a:lnTo>
                <a:lnTo>
                  <a:pt x="1032" y="30"/>
                </a:lnTo>
                <a:lnTo>
                  <a:pt x="1006" y="22"/>
                </a:lnTo>
                <a:lnTo>
                  <a:pt x="973" y="15"/>
                </a:lnTo>
                <a:lnTo>
                  <a:pt x="948" y="7"/>
                </a:lnTo>
                <a:lnTo>
                  <a:pt x="922" y="7"/>
                </a:lnTo>
                <a:lnTo>
                  <a:pt x="898" y="22"/>
                </a:lnTo>
                <a:lnTo>
                  <a:pt x="872" y="30"/>
                </a:lnTo>
                <a:lnTo>
                  <a:pt x="847" y="30"/>
                </a:lnTo>
                <a:lnTo>
                  <a:pt x="822" y="30"/>
                </a:lnTo>
                <a:lnTo>
                  <a:pt x="797" y="30"/>
                </a:lnTo>
                <a:lnTo>
                  <a:pt x="771" y="30"/>
                </a:lnTo>
                <a:lnTo>
                  <a:pt x="747" y="22"/>
                </a:lnTo>
                <a:lnTo>
                  <a:pt x="721" y="15"/>
                </a:lnTo>
                <a:lnTo>
                  <a:pt x="696" y="7"/>
                </a:lnTo>
                <a:lnTo>
                  <a:pt x="671" y="7"/>
                </a:lnTo>
                <a:lnTo>
                  <a:pt x="646" y="7"/>
                </a:lnTo>
                <a:lnTo>
                  <a:pt x="620" y="7"/>
                </a:lnTo>
                <a:lnTo>
                  <a:pt x="596" y="22"/>
                </a:lnTo>
                <a:lnTo>
                  <a:pt x="570" y="30"/>
                </a:lnTo>
                <a:lnTo>
                  <a:pt x="545" y="30"/>
                </a:lnTo>
                <a:lnTo>
                  <a:pt x="520" y="22"/>
                </a:lnTo>
                <a:lnTo>
                  <a:pt x="486" y="7"/>
                </a:lnTo>
                <a:lnTo>
                  <a:pt x="461" y="7"/>
                </a:lnTo>
                <a:lnTo>
                  <a:pt x="436" y="0"/>
                </a:lnTo>
                <a:lnTo>
                  <a:pt x="411" y="0"/>
                </a:lnTo>
                <a:lnTo>
                  <a:pt x="385" y="0"/>
                </a:lnTo>
                <a:lnTo>
                  <a:pt x="361" y="7"/>
                </a:lnTo>
                <a:lnTo>
                  <a:pt x="319" y="12"/>
                </a:lnTo>
                <a:lnTo>
                  <a:pt x="293" y="45"/>
                </a:lnTo>
                <a:lnTo>
                  <a:pt x="268" y="59"/>
                </a:lnTo>
                <a:lnTo>
                  <a:pt x="260" y="82"/>
                </a:lnTo>
                <a:lnTo>
                  <a:pt x="234" y="74"/>
                </a:lnTo>
                <a:lnTo>
                  <a:pt x="209" y="67"/>
                </a:lnTo>
                <a:lnTo>
                  <a:pt x="217" y="57"/>
                </a:lnTo>
              </a:path>
            </a:pathLst>
          </a:custGeom>
          <a:gradFill>
            <a:gsLst>
              <a:gs pos="0">
                <a:srgbClr val="F5EACB"/>
              </a:gs>
              <a:gs pos="100000">
                <a:srgbClr val="CC9900"/>
              </a:gs>
            </a:gsLst>
            <a:lin ang="5400000" scaled="0"/>
          </a:gradFill>
          <a:ln cap="rnd" cmpd="sng" w="12700">
            <a:solidFill>
              <a:srgbClr val="9966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14" name="Google Shape;14;p72"/>
          <p:cNvGrpSpPr/>
          <p:nvPr/>
        </p:nvGrpSpPr>
        <p:grpSpPr>
          <a:xfrm>
            <a:off x="7620000" y="5076825"/>
            <a:ext cx="1371600" cy="1600200"/>
            <a:chOff x="0" y="3182"/>
            <a:chExt cx="808" cy="998"/>
          </a:xfrm>
        </p:grpSpPr>
        <p:grpSp>
          <p:nvGrpSpPr>
            <p:cNvPr id="15" name="Google Shape;15;p72"/>
            <p:cNvGrpSpPr/>
            <p:nvPr/>
          </p:nvGrpSpPr>
          <p:grpSpPr>
            <a:xfrm>
              <a:off x="0" y="3182"/>
              <a:ext cx="506" cy="927"/>
              <a:chOff x="1685" y="1023"/>
              <a:chExt cx="506" cy="927"/>
            </a:xfrm>
          </p:grpSpPr>
          <p:sp>
            <p:nvSpPr>
              <p:cNvPr id="16" name="Google Shape;16;p72"/>
              <p:cNvSpPr/>
              <p:nvPr/>
            </p:nvSpPr>
            <p:spPr>
              <a:xfrm>
                <a:off x="1733" y="1329"/>
                <a:ext cx="76" cy="621"/>
              </a:xfrm>
              <a:custGeom>
                <a:rect b="b" l="l" r="r" t="t"/>
                <a:pathLst>
                  <a:path extrusionOk="0" h="621" w="76">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 name="Google Shape;17;p72"/>
              <p:cNvSpPr/>
              <p:nvPr/>
            </p:nvSpPr>
            <p:spPr>
              <a:xfrm>
                <a:off x="1790" y="1583"/>
                <a:ext cx="120" cy="349"/>
              </a:xfrm>
              <a:custGeom>
                <a:rect b="b" l="l" r="r" t="t"/>
                <a:pathLst>
                  <a:path extrusionOk="0" h="349" w="120">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8" name="Google Shape;18;p72"/>
              <p:cNvSpPr/>
              <p:nvPr/>
            </p:nvSpPr>
            <p:spPr>
              <a:xfrm>
                <a:off x="1685" y="1239"/>
                <a:ext cx="266" cy="391"/>
              </a:xfrm>
              <a:custGeom>
                <a:rect b="b" l="l" r="r" t="t"/>
                <a:pathLst>
                  <a:path extrusionOk="0" h="391" w="266">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19" name="Google Shape;19;p72"/>
              <p:cNvGrpSpPr/>
              <p:nvPr/>
            </p:nvGrpSpPr>
            <p:grpSpPr>
              <a:xfrm>
                <a:off x="1707" y="1466"/>
                <a:ext cx="484" cy="368"/>
                <a:chOff x="1707" y="1466"/>
                <a:chExt cx="484" cy="368"/>
              </a:xfrm>
            </p:grpSpPr>
            <p:sp>
              <p:nvSpPr>
                <p:cNvPr id="20" name="Google Shape;20;p72"/>
                <p:cNvSpPr/>
                <p:nvPr/>
              </p:nvSpPr>
              <p:spPr>
                <a:xfrm>
                  <a:off x="1751" y="1466"/>
                  <a:ext cx="440" cy="342"/>
                </a:xfrm>
                <a:custGeom>
                  <a:rect b="b" l="l" r="r" t="t"/>
                  <a:pathLst>
                    <a:path extrusionOk="0" h="342" w="440">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1" name="Google Shape;21;p72"/>
                <p:cNvSpPr/>
                <p:nvPr/>
              </p:nvSpPr>
              <p:spPr>
                <a:xfrm>
                  <a:off x="1900" y="1641"/>
                  <a:ext cx="39" cy="193"/>
                </a:xfrm>
                <a:custGeom>
                  <a:rect b="b" l="l" r="r" t="t"/>
                  <a:pathLst>
                    <a:path extrusionOk="0" h="193" w="39">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2" name="Google Shape;22;p72"/>
                <p:cNvSpPr/>
                <p:nvPr/>
              </p:nvSpPr>
              <p:spPr>
                <a:xfrm>
                  <a:off x="1716" y="1535"/>
                  <a:ext cx="171" cy="50"/>
                </a:xfrm>
                <a:custGeom>
                  <a:rect b="b" l="l" r="r" t="t"/>
                  <a:pathLst>
                    <a:path extrusionOk="0" h="50" w="171">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3" name="Google Shape;23;p72"/>
                <p:cNvSpPr/>
                <p:nvPr/>
              </p:nvSpPr>
              <p:spPr>
                <a:xfrm>
                  <a:off x="1707" y="1563"/>
                  <a:ext cx="177" cy="21"/>
                </a:xfrm>
                <a:custGeom>
                  <a:rect b="b" l="l" r="r" t="t"/>
                  <a:pathLst>
                    <a:path extrusionOk="0" h="21" w="177">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
            <p:nvSpPr>
              <p:cNvPr id="24" name="Google Shape;24;p72"/>
              <p:cNvSpPr/>
              <p:nvPr/>
            </p:nvSpPr>
            <p:spPr>
              <a:xfrm>
                <a:off x="1691" y="1023"/>
                <a:ext cx="261" cy="374"/>
              </a:xfrm>
              <a:custGeom>
                <a:rect b="b" l="l" r="r" t="t"/>
                <a:pathLst>
                  <a:path extrusionOk="0" h="374" w="261">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nvGrpSpPr>
            <p:cNvPr id="25" name="Google Shape;25;p72"/>
            <p:cNvGrpSpPr/>
            <p:nvPr/>
          </p:nvGrpSpPr>
          <p:grpSpPr>
            <a:xfrm>
              <a:off x="300" y="3360"/>
              <a:ext cx="508" cy="820"/>
              <a:chOff x="1985" y="1201"/>
              <a:chExt cx="508" cy="820"/>
            </a:xfrm>
          </p:grpSpPr>
          <p:grpSp>
            <p:nvGrpSpPr>
              <p:cNvPr id="26" name="Google Shape;26;p72"/>
              <p:cNvGrpSpPr/>
              <p:nvPr/>
            </p:nvGrpSpPr>
            <p:grpSpPr>
              <a:xfrm>
                <a:off x="2247" y="1201"/>
                <a:ext cx="246" cy="810"/>
                <a:chOff x="2247" y="1201"/>
                <a:chExt cx="246" cy="810"/>
              </a:xfrm>
            </p:grpSpPr>
            <p:sp>
              <p:nvSpPr>
                <p:cNvPr id="27" name="Google Shape;27;p72"/>
                <p:cNvSpPr/>
                <p:nvPr/>
              </p:nvSpPr>
              <p:spPr>
                <a:xfrm>
                  <a:off x="2392" y="1373"/>
                  <a:ext cx="92" cy="638"/>
                </a:xfrm>
                <a:custGeom>
                  <a:rect b="b" l="l" r="r" t="t"/>
                  <a:pathLst>
                    <a:path extrusionOk="0" h="638" w="92">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8" name="Google Shape;28;p72"/>
                <p:cNvSpPr/>
                <p:nvPr/>
              </p:nvSpPr>
              <p:spPr>
                <a:xfrm>
                  <a:off x="2247" y="1201"/>
                  <a:ext cx="246" cy="466"/>
                </a:xfrm>
                <a:custGeom>
                  <a:rect b="b" l="l" r="r" t="t"/>
                  <a:pathLst>
                    <a:path extrusionOk="0" h="466" w="24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nvGrpSpPr>
              <p:cNvPr id="29" name="Google Shape;29;p72"/>
              <p:cNvGrpSpPr/>
              <p:nvPr/>
            </p:nvGrpSpPr>
            <p:grpSpPr>
              <a:xfrm>
                <a:off x="1985" y="1419"/>
                <a:ext cx="465" cy="602"/>
                <a:chOff x="1985" y="1419"/>
                <a:chExt cx="465" cy="602"/>
              </a:xfrm>
            </p:grpSpPr>
            <p:sp>
              <p:nvSpPr>
                <p:cNvPr id="30" name="Google Shape;30;p72"/>
                <p:cNvSpPr/>
                <p:nvPr/>
              </p:nvSpPr>
              <p:spPr>
                <a:xfrm>
                  <a:off x="2164" y="1525"/>
                  <a:ext cx="130" cy="496"/>
                </a:xfrm>
                <a:custGeom>
                  <a:rect b="b" l="l" r="r" t="t"/>
                  <a:pathLst>
                    <a:path extrusionOk="0" h="496" w="130">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1" name="Google Shape;31;p72"/>
                <p:cNvSpPr/>
                <p:nvPr/>
              </p:nvSpPr>
              <p:spPr>
                <a:xfrm>
                  <a:off x="2204" y="1606"/>
                  <a:ext cx="229" cy="358"/>
                </a:xfrm>
                <a:custGeom>
                  <a:rect b="b" l="l" r="r" t="t"/>
                  <a:pathLst>
                    <a:path extrusionOk="0" h="358" w="229">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32" name="Google Shape;32;p72"/>
                <p:cNvGrpSpPr/>
                <p:nvPr/>
              </p:nvGrpSpPr>
              <p:grpSpPr>
                <a:xfrm>
                  <a:off x="1985" y="1419"/>
                  <a:ext cx="465" cy="349"/>
                  <a:chOff x="1985" y="1419"/>
                  <a:chExt cx="465" cy="349"/>
                </a:xfrm>
              </p:grpSpPr>
              <p:sp>
                <p:nvSpPr>
                  <p:cNvPr id="33" name="Google Shape;33;p72"/>
                  <p:cNvSpPr/>
                  <p:nvPr/>
                </p:nvSpPr>
                <p:spPr>
                  <a:xfrm>
                    <a:off x="2030" y="1419"/>
                    <a:ext cx="420" cy="326"/>
                  </a:xfrm>
                  <a:custGeom>
                    <a:rect b="b" l="l" r="r" t="t"/>
                    <a:pathLst>
                      <a:path extrusionOk="0" h="326" w="420">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4" name="Google Shape;34;p72"/>
                  <p:cNvSpPr/>
                  <p:nvPr/>
                </p:nvSpPr>
                <p:spPr>
                  <a:xfrm>
                    <a:off x="2175" y="1587"/>
                    <a:ext cx="38" cy="181"/>
                  </a:xfrm>
                  <a:custGeom>
                    <a:rect b="b" l="l" r="r" t="t"/>
                    <a:pathLst>
                      <a:path extrusionOk="0" h="181" w="38">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5" name="Google Shape;35;p72"/>
                  <p:cNvSpPr/>
                  <p:nvPr/>
                </p:nvSpPr>
                <p:spPr>
                  <a:xfrm>
                    <a:off x="1991" y="1486"/>
                    <a:ext cx="168" cy="48"/>
                  </a:xfrm>
                  <a:custGeom>
                    <a:rect b="b" l="l" r="r" t="t"/>
                    <a:pathLst>
                      <a:path extrusionOk="0" h="48" w="16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6" name="Google Shape;36;p72"/>
                  <p:cNvSpPr/>
                  <p:nvPr/>
                </p:nvSpPr>
                <p:spPr>
                  <a:xfrm>
                    <a:off x="1985" y="1514"/>
                    <a:ext cx="173" cy="20"/>
                  </a:xfrm>
                  <a:custGeom>
                    <a:rect b="b" l="l" r="r" t="t"/>
                    <a:pathLst>
                      <a:path extrusionOk="0" h="20" w="173">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grpSp>
      </p:grpSp>
      <p:grpSp>
        <p:nvGrpSpPr>
          <p:cNvPr id="37" name="Google Shape;37;p72"/>
          <p:cNvGrpSpPr/>
          <p:nvPr/>
        </p:nvGrpSpPr>
        <p:grpSpPr>
          <a:xfrm>
            <a:off x="7934325" y="6124575"/>
            <a:ext cx="322263" cy="420688"/>
            <a:chOff x="112" y="4288"/>
            <a:chExt cx="439" cy="478"/>
          </a:xfrm>
        </p:grpSpPr>
        <p:grpSp>
          <p:nvGrpSpPr>
            <p:cNvPr id="38" name="Google Shape;38;p72"/>
            <p:cNvGrpSpPr/>
            <p:nvPr/>
          </p:nvGrpSpPr>
          <p:grpSpPr>
            <a:xfrm>
              <a:off x="259" y="4288"/>
              <a:ext cx="148" cy="478"/>
              <a:chOff x="259" y="4288"/>
              <a:chExt cx="148" cy="478"/>
            </a:xfrm>
          </p:grpSpPr>
          <p:sp>
            <p:nvSpPr>
              <p:cNvPr id="39" name="Google Shape;39;p72"/>
              <p:cNvSpPr/>
              <p:nvPr/>
            </p:nvSpPr>
            <p:spPr>
              <a:xfrm>
                <a:off x="260" y="4288"/>
                <a:ext cx="147" cy="478"/>
              </a:xfrm>
              <a:custGeom>
                <a:rect b="b" l="l" r="r" t="t"/>
                <a:pathLst>
                  <a:path extrusionOk="0" h="478" w="147">
                    <a:moveTo>
                      <a:pt x="49" y="188"/>
                    </a:moveTo>
                    <a:lnTo>
                      <a:pt x="131" y="472"/>
                    </a:lnTo>
                    <a:lnTo>
                      <a:pt x="135" y="475"/>
                    </a:lnTo>
                    <a:lnTo>
                      <a:pt x="139" y="477"/>
                    </a:lnTo>
                    <a:lnTo>
                      <a:pt x="142" y="475"/>
                    </a:lnTo>
                    <a:lnTo>
                      <a:pt x="144" y="472"/>
                    </a:lnTo>
                    <a:lnTo>
                      <a:pt x="146" y="468"/>
                    </a:lnTo>
                    <a:lnTo>
                      <a:pt x="146" y="463"/>
                    </a:lnTo>
                    <a:lnTo>
                      <a:pt x="143" y="455"/>
                    </a:lnTo>
                    <a:lnTo>
                      <a:pt x="61" y="176"/>
                    </a:lnTo>
                    <a:lnTo>
                      <a:pt x="9" y="5"/>
                    </a:lnTo>
                    <a:lnTo>
                      <a:pt x="6" y="2"/>
                    </a:lnTo>
                    <a:lnTo>
                      <a:pt x="4" y="1"/>
                    </a:lnTo>
                    <a:lnTo>
                      <a:pt x="1" y="0"/>
                    </a:lnTo>
                    <a:lnTo>
                      <a:pt x="0" y="2"/>
                    </a:lnTo>
                    <a:lnTo>
                      <a:pt x="0" y="6"/>
                    </a:lnTo>
                    <a:lnTo>
                      <a:pt x="0" y="10"/>
                    </a:lnTo>
                    <a:lnTo>
                      <a:pt x="49" y="188"/>
                    </a:lnTo>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0" name="Google Shape;40;p72"/>
              <p:cNvSpPr/>
              <p:nvPr/>
            </p:nvSpPr>
            <p:spPr>
              <a:xfrm>
                <a:off x="259" y="4289"/>
                <a:ext cx="146" cy="477"/>
              </a:xfrm>
              <a:custGeom>
                <a:rect b="b" l="l" r="r" t="t"/>
                <a:pathLst>
                  <a:path extrusionOk="0" h="477" w="146">
                    <a:moveTo>
                      <a:pt x="50" y="186"/>
                    </a:moveTo>
                    <a:lnTo>
                      <a:pt x="131" y="471"/>
                    </a:lnTo>
                    <a:lnTo>
                      <a:pt x="133" y="474"/>
                    </a:lnTo>
                    <a:lnTo>
                      <a:pt x="138" y="476"/>
                    </a:lnTo>
                    <a:lnTo>
                      <a:pt x="141" y="474"/>
                    </a:lnTo>
                    <a:lnTo>
                      <a:pt x="144" y="473"/>
                    </a:lnTo>
                    <a:lnTo>
                      <a:pt x="145" y="467"/>
                    </a:lnTo>
                    <a:lnTo>
                      <a:pt x="145" y="462"/>
                    </a:lnTo>
                    <a:lnTo>
                      <a:pt x="143" y="454"/>
                    </a:lnTo>
                    <a:lnTo>
                      <a:pt x="61" y="174"/>
                    </a:lnTo>
                    <a:lnTo>
                      <a:pt x="9" y="4"/>
                    </a:lnTo>
                    <a:lnTo>
                      <a:pt x="6" y="2"/>
                    </a:lnTo>
                    <a:lnTo>
                      <a:pt x="4" y="0"/>
                    </a:lnTo>
                    <a:lnTo>
                      <a:pt x="2" y="0"/>
                    </a:lnTo>
                    <a:lnTo>
                      <a:pt x="1" y="2"/>
                    </a:lnTo>
                    <a:lnTo>
                      <a:pt x="0" y="5"/>
                    </a:lnTo>
                    <a:lnTo>
                      <a:pt x="0" y="9"/>
                    </a:lnTo>
                    <a:lnTo>
                      <a:pt x="50" y="186"/>
                    </a:lnTo>
                  </a:path>
                </a:pathLst>
              </a:custGeom>
              <a:solidFill>
                <a:srgbClr val="9F9F9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nvGrpSpPr>
            <p:cNvPr id="41" name="Google Shape;41;p72"/>
            <p:cNvGrpSpPr/>
            <p:nvPr/>
          </p:nvGrpSpPr>
          <p:grpSpPr>
            <a:xfrm>
              <a:off x="112" y="4295"/>
              <a:ext cx="439" cy="321"/>
              <a:chOff x="112" y="4295"/>
              <a:chExt cx="439" cy="321"/>
            </a:xfrm>
          </p:grpSpPr>
          <p:sp>
            <p:nvSpPr>
              <p:cNvPr id="42" name="Google Shape;42;p72"/>
              <p:cNvSpPr/>
              <p:nvPr/>
            </p:nvSpPr>
            <p:spPr>
              <a:xfrm>
                <a:off x="191" y="4304"/>
                <a:ext cx="273" cy="276"/>
              </a:xfrm>
              <a:custGeom>
                <a:rect b="b" l="l" r="r" t="t"/>
                <a:pathLst>
                  <a:path extrusionOk="0" h="276" w="273">
                    <a:moveTo>
                      <a:pt x="30" y="48"/>
                    </a:moveTo>
                    <a:lnTo>
                      <a:pt x="43" y="32"/>
                    </a:lnTo>
                    <a:lnTo>
                      <a:pt x="55" y="21"/>
                    </a:lnTo>
                    <a:lnTo>
                      <a:pt x="69" y="13"/>
                    </a:lnTo>
                    <a:lnTo>
                      <a:pt x="78" y="8"/>
                    </a:lnTo>
                    <a:lnTo>
                      <a:pt x="92" y="4"/>
                    </a:lnTo>
                    <a:lnTo>
                      <a:pt x="108" y="0"/>
                    </a:lnTo>
                    <a:lnTo>
                      <a:pt x="123" y="0"/>
                    </a:lnTo>
                    <a:lnTo>
                      <a:pt x="144" y="4"/>
                    </a:lnTo>
                    <a:lnTo>
                      <a:pt x="154" y="9"/>
                    </a:lnTo>
                    <a:lnTo>
                      <a:pt x="173" y="20"/>
                    </a:lnTo>
                    <a:lnTo>
                      <a:pt x="194" y="36"/>
                    </a:lnTo>
                    <a:lnTo>
                      <a:pt x="213" y="55"/>
                    </a:lnTo>
                    <a:lnTo>
                      <a:pt x="232" y="75"/>
                    </a:lnTo>
                    <a:lnTo>
                      <a:pt x="247" y="105"/>
                    </a:lnTo>
                    <a:lnTo>
                      <a:pt x="265" y="128"/>
                    </a:lnTo>
                    <a:lnTo>
                      <a:pt x="272" y="165"/>
                    </a:lnTo>
                    <a:lnTo>
                      <a:pt x="268" y="156"/>
                    </a:lnTo>
                    <a:lnTo>
                      <a:pt x="265" y="150"/>
                    </a:lnTo>
                    <a:lnTo>
                      <a:pt x="261" y="146"/>
                    </a:lnTo>
                    <a:lnTo>
                      <a:pt x="256" y="142"/>
                    </a:lnTo>
                    <a:lnTo>
                      <a:pt x="253" y="138"/>
                    </a:lnTo>
                    <a:lnTo>
                      <a:pt x="247" y="136"/>
                    </a:lnTo>
                    <a:lnTo>
                      <a:pt x="242" y="133"/>
                    </a:lnTo>
                    <a:lnTo>
                      <a:pt x="237" y="132"/>
                    </a:lnTo>
                    <a:lnTo>
                      <a:pt x="232" y="132"/>
                    </a:lnTo>
                    <a:lnTo>
                      <a:pt x="226" y="132"/>
                    </a:lnTo>
                    <a:lnTo>
                      <a:pt x="220" y="133"/>
                    </a:lnTo>
                    <a:lnTo>
                      <a:pt x="215" y="134"/>
                    </a:lnTo>
                    <a:lnTo>
                      <a:pt x="209" y="137"/>
                    </a:lnTo>
                    <a:lnTo>
                      <a:pt x="205" y="141"/>
                    </a:lnTo>
                    <a:lnTo>
                      <a:pt x="201" y="144"/>
                    </a:lnTo>
                    <a:lnTo>
                      <a:pt x="196" y="149"/>
                    </a:lnTo>
                    <a:lnTo>
                      <a:pt x="193" y="155"/>
                    </a:lnTo>
                    <a:lnTo>
                      <a:pt x="190" y="161"/>
                    </a:lnTo>
                    <a:lnTo>
                      <a:pt x="187" y="167"/>
                    </a:lnTo>
                    <a:lnTo>
                      <a:pt x="186" y="175"/>
                    </a:lnTo>
                    <a:lnTo>
                      <a:pt x="184" y="181"/>
                    </a:lnTo>
                    <a:lnTo>
                      <a:pt x="185" y="190"/>
                    </a:lnTo>
                    <a:lnTo>
                      <a:pt x="186" y="196"/>
                    </a:lnTo>
                    <a:lnTo>
                      <a:pt x="187" y="203"/>
                    </a:lnTo>
                    <a:lnTo>
                      <a:pt x="166" y="150"/>
                    </a:lnTo>
                    <a:lnTo>
                      <a:pt x="98" y="175"/>
                    </a:lnTo>
                    <a:lnTo>
                      <a:pt x="99" y="225"/>
                    </a:lnTo>
                    <a:lnTo>
                      <a:pt x="102" y="239"/>
                    </a:lnTo>
                    <a:lnTo>
                      <a:pt x="99" y="231"/>
                    </a:lnTo>
                    <a:lnTo>
                      <a:pt x="96" y="226"/>
                    </a:lnTo>
                    <a:lnTo>
                      <a:pt x="92" y="221"/>
                    </a:lnTo>
                    <a:lnTo>
                      <a:pt x="87" y="217"/>
                    </a:lnTo>
                    <a:lnTo>
                      <a:pt x="83" y="212"/>
                    </a:lnTo>
                    <a:lnTo>
                      <a:pt x="78" y="210"/>
                    </a:lnTo>
                    <a:lnTo>
                      <a:pt x="73" y="207"/>
                    </a:lnTo>
                    <a:lnTo>
                      <a:pt x="68" y="206"/>
                    </a:lnTo>
                    <a:lnTo>
                      <a:pt x="63" y="204"/>
                    </a:lnTo>
                    <a:lnTo>
                      <a:pt x="58" y="204"/>
                    </a:lnTo>
                    <a:lnTo>
                      <a:pt x="53" y="206"/>
                    </a:lnTo>
                    <a:lnTo>
                      <a:pt x="48" y="206"/>
                    </a:lnTo>
                    <a:lnTo>
                      <a:pt x="43" y="208"/>
                    </a:lnTo>
                    <a:lnTo>
                      <a:pt x="38" y="211"/>
                    </a:lnTo>
                    <a:lnTo>
                      <a:pt x="33" y="214"/>
                    </a:lnTo>
                    <a:lnTo>
                      <a:pt x="28" y="218"/>
                    </a:lnTo>
                    <a:lnTo>
                      <a:pt x="25" y="222"/>
                    </a:lnTo>
                    <a:lnTo>
                      <a:pt x="22" y="226"/>
                    </a:lnTo>
                    <a:lnTo>
                      <a:pt x="19" y="231"/>
                    </a:lnTo>
                    <a:lnTo>
                      <a:pt x="17" y="238"/>
                    </a:lnTo>
                    <a:lnTo>
                      <a:pt x="15" y="243"/>
                    </a:lnTo>
                    <a:lnTo>
                      <a:pt x="14" y="252"/>
                    </a:lnTo>
                    <a:lnTo>
                      <a:pt x="14" y="258"/>
                    </a:lnTo>
                    <a:lnTo>
                      <a:pt x="15" y="264"/>
                    </a:lnTo>
                    <a:lnTo>
                      <a:pt x="17" y="275"/>
                    </a:lnTo>
                    <a:lnTo>
                      <a:pt x="12" y="262"/>
                    </a:lnTo>
                    <a:lnTo>
                      <a:pt x="3" y="229"/>
                    </a:lnTo>
                    <a:lnTo>
                      <a:pt x="2" y="207"/>
                    </a:lnTo>
                    <a:lnTo>
                      <a:pt x="0" y="173"/>
                    </a:lnTo>
                    <a:lnTo>
                      <a:pt x="0" y="144"/>
                    </a:lnTo>
                    <a:lnTo>
                      <a:pt x="4" y="119"/>
                    </a:lnTo>
                    <a:lnTo>
                      <a:pt x="11" y="84"/>
                    </a:lnTo>
                    <a:lnTo>
                      <a:pt x="30" y="48"/>
                    </a:ln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3" name="Google Shape;43;p72"/>
              <p:cNvSpPr/>
              <p:nvPr/>
            </p:nvSpPr>
            <p:spPr>
              <a:xfrm>
                <a:off x="112" y="4295"/>
                <a:ext cx="439" cy="321"/>
              </a:xfrm>
              <a:custGeom>
                <a:rect b="b" l="l" r="r" t="t"/>
                <a:pathLst>
                  <a:path extrusionOk="0" h="321" w="439">
                    <a:moveTo>
                      <a:pt x="172" y="12"/>
                    </a:moveTo>
                    <a:lnTo>
                      <a:pt x="162" y="16"/>
                    </a:lnTo>
                    <a:lnTo>
                      <a:pt x="157" y="17"/>
                    </a:lnTo>
                    <a:lnTo>
                      <a:pt x="152" y="20"/>
                    </a:lnTo>
                    <a:lnTo>
                      <a:pt x="146" y="22"/>
                    </a:lnTo>
                    <a:lnTo>
                      <a:pt x="138" y="26"/>
                    </a:lnTo>
                    <a:lnTo>
                      <a:pt x="132" y="30"/>
                    </a:lnTo>
                    <a:lnTo>
                      <a:pt x="126" y="33"/>
                    </a:lnTo>
                    <a:lnTo>
                      <a:pt x="119" y="38"/>
                    </a:lnTo>
                    <a:lnTo>
                      <a:pt x="113" y="43"/>
                    </a:lnTo>
                    <a:lnTo>
                      <a:pt x="107" y="47"/>
                    </a:lnTo>
                    <a:lnTo>
                      <a:pt x="101" y="52"/>
                    </a:lnTo>
                    <a:lnTo>
                      <a:pt x="94" y="57"/>
                    </a:lnTo>
                    <a:lnTo>
                      <a:pt x="88" y="61"/>
                    </a:lnTo>
                    <a:lnTo>
                      <a:pt x="83" y="67"/>
                    </a:lnTo>
                    <a:lnTo>
                      <a:pt x="77" y="72"/>
                    </a:lnTo>
                    <a:lnTo>
                      <a:pt x="72" y="79"/>
                    </a:lnTo>
                    <a:lnTo>
                      <a:pt x="66" y="84"/>
                    </a:lnTo>
                    <a:lnTo>
                      <a:pt x="61" y="90"/>
                    </a:lnTo>
                    <a:lnTo>
                      <a:pt x="57" y="96"/>
                    </a:lnTo>
                    <a:lnTo>
                      <a:pt x="51" y="103"/>
                    </a:lnTo>
                    <a:lnTo>
                      <a:pt x="46" y="110"/>
                    </a:lnTo>
                    <a:lnTo>
                      <a:pt x="41" y="118"/>
                    </a:lnTo>
                    <a:lnTo>
                      <a:pt x="36" y="126"/>
                    </a:lnTo>
                    <a:lnTo>
                      <a:pt x="31" y="134"/>
                    </a:lnTo>
                    <a:lnTo>
                      <a:pt x="27" y="141"/>
                    </a:lnTo>
                    <a:lnTo>
                      <a:pt x="23" y="150"/>
                    </a:lnTo>
                    <a:lnTo>
                      <a:pt x="18" y="160"/>
                    </a:lnTo>
                    <a:lnTo>
                      <a:pt x="15" y="169"/>
                    </a:lnTo>
                    <a:lnTo>
                      <a:pt x="12" y="177"/>
                    </a:lnTo>
                    <a:lnTo>
                      <a:pt x="9" y="186"/>
                    </a:lnTo>
                    <a:lnTo>
                      <a:pt x="6" y="196"/>
                    </a:lnTo>
                    <a:lnTo>
                      <a:pt x="4" y="207"/>
                    </a:lnTo>
                    <a:lnTo>
                      <a:pt x="3" y="216"/>
                    </a:lnTo>
                    <a:lnTo>
                      <a:pt x="1" y="227"/>
                    </a:lnTo>
                    <a:lnTo>
                      <a:pt x="0" y="239"/>
                    </a:lnTo>
                    <a:lnTo>
                      <a:pt x="0" y="250"/>
                    </a:lnTo>
                    <a:lnTo>
                      <a:pt x="0" y="260"/>
                    </a:lnTo>
                    <a:lnTo>
                      <a:pt x="0" y="270"/>
                    </a:lnTo>
                    <a:lnTo>
                      <a:pt x="0" y="278"/>
                    </a:lnTo>
                    <a:lnTo>
                      <a:pt x="1" y="286"/>
                    </a:lnTo>
                    <a:lnTo>
                      <a:pt x="3" y="294"/>
                    </a:lnTo>
                    <a:lnTo>
                      <a:pt x="4" y="302"/>
                    </a:lnTo>
                    <a:lnTo>
                      <a:pt x="6" y="310"/>
                    </a:lnTo>
                    <a:lnTo>
                      <a:pt x="9" y="320"/>
                    </a:lnTo>
                    <a:lnTo>
                      <a:pt x="7" y="310"/>
                    </a:lnTo>
                    <a:lnTo>
                      <a:pt x="7" y="302"/>
                    </a:lnTo>
                    <a:lnTo>
                      <a:pt x="7" y="295"/>
                    </a:lnTo>
                    <a:lnTo>
                      <a:pt x="9" y="289"/>
                    </a:lnTo>
                    <a:lnTo>
                      <a:pt x="10" y="282"/>
                    </a:lnTo>
                    <a:lnTo>
                      <a:pt x="13" y="276"/>
                    </a:lnTo>
                    <a:lnTo>
                      <a:pt x="16" y="271"/>
                    </a:lnTo>
                    <a:lnTo>
                      <a:pt x="21" y="264"/>
                    </a:lnTo>
                    <a:lnTo>
                      <a:pt x="25" y="260"/>
                    </a:lnTo>
                    <a:lnTo>
                      <a:pt x="29" y="258"/>
                    </a:lnTo>
                    <a:lnTo>
                      <a:pt x="33" y="255"/>
                    </a:lnTo>
                    <a:lnTo>
                      <a:pt x="39" y="252"/>
                    </a:lnTo>
                    <a:lnTo>
                      <a:pt x="45" y="251"/>
                    </a:lnTo>
                    <a:lnTo>
                      <a:pt x="50" y="250"/>
                    </a:lnTo>
                    <a:lnTo>
                      <a:pt x="55" y="250"/>
                    </a:lnTo>
                    <a:lnTo>
                      <a:pt x="60" y="251"/>
                    </a:lnTo>
                    <a:lnTo>
                      <a:pt x="66" y="252"/>
                    </a:lnTo>
                    <a:lnTo>
                      <a:pt x="72" y="255"/>
                    </a:lnTo>
                    <a:lnTo>
                      <a:pt x="75" y="258"/>
                    </a:lnTo>
                    <a:lnTo>
                      <a:pt x="81" y="260"/>
                    </a:lnTo>
                    <a:lnTo>
                      <a:pt x="85" y="266"/>
                    </a:lnTo>
                    <a:lnTo>
                      <a:pt x="89" y="271"/>
                    </a:lnTo>
                    <a:lnTo>
                      <a:pt x="93" y="278"/>
                    </a:lnTo>
                    <a:lnTo>
                      <a:pt x="96" y="285"/>
                    </a:lnTo>
                    <a:lnTo>
                      <a:pt x="94" y="276"/>
                    </a:lnTo>
                    <a:lnTo>
                      <a:pt x="92" y="268"/>
                    </a:lnTo>
                    <a:lnTo>
                      <a:pt x="89" y="259"/>
                    </a:lnTo>
                    <a:lnTo>
                      <a:pt x="87" y="248"/>
                    </a:lnTo>
                    <a:lnTo>
                      <a:pt x="86" y="239"/>
                    </a:lnTo>
                    <a:lnTo>
                      <a:pt x="84" y="229"/>
                    </a:lnTo>
                    <a:lnTo>
                      <a:pt x="83" y="220"/>
                    </a:lnTo>
                    <a:lnTo>
                      <a:pt x="82" y="211"/>
                    </a:lnTo>
                    <a:lnTo>
                      <a:pt x="81" y="200"/>
                    </a:lnTo>
                    <a:lnTo>
                      <a:pt x="81" y="189"/>
                    </a:lnTo>
                    <a:lnTo>
                      <a:pt x="81" y="178"/>
                    </a:lnTo>
                    <a:lnTo>
                      <a:pt x="81" y="166"/>
                    </a:lnTo>
                    <a:lnTo>
                      <a:pt x="82" y="155"/>
                    </a:lnTo>
                    <a:lnTo>
                      <a:pt x="83" y="147"/>
                    </a:lnTo>
                    <a:lnTo>
                      <a:pt x="84" y="138"/>
                    </a:lnTo>
                    <a:lnTo>
                      <a:pt x="85" y="129"/>
                    </a:lnTo>
                    <a:lnTo>
                      <a:pt x="87" y="119"/>
                    </a:lnTo>
                    <a:lnTo>
                      <a:pt x="90" y="111"/>
                    </a:lnTo>
                    <a:lnTo>
                      <a:pt x="92" y="103"/>
                    </a:lnTo>
                    <a:lnTo>
                      <a:pt x="93" y="96"/>
                    </a:lnTo>
                    <a:lnTo>
                      <a:pt x="96" y="91"/>
                    </a:lnTo>
                    <a:lnTo>
                      <a:pt x="99" y="86"/>
                    </a:lnTo>
                    <a:lnTo>
                      <a:pt x="102" y="77"/>
                    </a:lnTo>
                    <a:lnTo>
                      <a:pt x="105" y="69"/>
                    </a:lnTo>
                    <a:lnTo>
                      <a:pt x="109" y="63"/>
                    </a:lnTo>
                    <a:lnTo>
                      <a:pt x="113" y="57"/>
                    </a:lnTo>
                    <a:lnTo>
                      <a:pt x="117" y="52"/>
                    </a:lnTo>
                    <a:lnTo>
                      <a:pt x="123" y="45"/>
                    </a:lnTo>
                    <a:lnTo>
                      <a:pt x="127" y="40"/>
                    </a:lnTo>
                    <a:lnTo>
                      <a:pt x="132" y="34"/>
                    </a:lnTo>
                    <a:lnTo>
                      <a:pt x="138" y="30"/>
                    </a:lnTo>
                    <a:lnTo>
                      <a:pt x="144" y="26"/>
                    </a:lnTo>
                    <a:lnTo>
                      <a:pt x="150" y="22"/>
                    </a:lnTo>
                    <a:lnTo>
                      <a:pt x="154" y="21"/>
                    </a:lnTo>
                    <a:lnTo>
                      <a:pt x="151" y="25"/>
                    </a:lnTo>
                    <a:lnTo>
                      <a:pt x="149" y="30"/>
                    </a:lnTo>
                    <a:lnTo>
                      <a:pt x="147" y="38"/>
                    </a:lnTo>
                    <a:lnTo>
                      <a:pt x="147" y="47"/>
                    </a:lnTo>
                    <a:lnTo>
                      <a:pt x="146" y="53"/>
                    </a:lnTo>
                    <a:lnTo>
                      <a:pt x="146" y="63"/>
                    </a:lnTo>
                    <a:lnTo>
                      <a:pt x="146" y="71"/>
                    </a:lnTo>
                    <a:lnTo>
                      <a:pt x="146" y="77"/>
                    </a:lnTo>
                    <a:lnTo>
                      <a:pt x="147" y="87"/>
                    </a:lnTo>
                    <a:lnTo>
                      <a:pt x="147" y="98"/>
                    </a:lnTo>
                    <a:lnTo>
                      <a:pt x="149" y="107"/>
                    </a:lnTo>
                    <a:lnTo>
                      <a:pt x="150" y="116"/>
                    </a:lnTo>
                    <a:lnTo>
                      <a:pt x="152" y="129"/>
                    </a:lnTo>
                    <a:lnTo>
                      <a:pt x="154" y="139"/>
                    </a:lnTo>
                    <a:lnTo>
                      <a:pt x="156" y="151"/>
                    </a:lnTo>
                    <a:lnTo>
                      <a:pt x="159" y="162"/>
                    </a:lnTo>
                    <a:lnTo>
                      <a:pt x="161" y="172"/>
                    </a:lnTo>
                    <a:lnTo>
                      <a:pt x="163" y="181"/>
                    </a:lnTo>
                    <a:lnTo>
                      <a:pt x="165" y="190"/>
                    </a:lnTo>
                    <a:lnTo>
                      <a:pt x="168" y="200"/>
                    </a:lnTo>
                    <a:lnTo>
                      <a:pt x="171" y="209"/>
                    </a:lnTo>
                    <a:lnTo>
                      <a:pt x="174" y="220"/>
                    </a:lnTo>
                    <a:lnTo>
                      <a:pt x="176" y="229"/>
                    </a:lnTo>
                    <a:lnTo>
                      <a:pt x="178" y="237"/>
                    </a:lnTo>
                    <a:lnTo>
                      <a:pt x="181" y="248"/>
                    </a:lnTo>
                    <a:lnTo>
                      <a:pt x="180" y="240"/>
                    </a:lnTo>
                    <a:lnTo>
                      <a:pt x="179" y="231"/>
                    </a:lnTo>
                    <a:lnTo>
                      <a:pt x="180" y="223"/>
                    </a:lnTo>
                    <a:lnTo>
                      <a:pt x="180" y="216"/>
                    </a:lnTo>
                    <a:lnTo>
                      <a:pt x="183" y="209"/>
                    </a:lnTo>
                    <a:lnTo>
                      <a:pt x="186" y="203"/>
                    </a:lnTo>
                    <a:lnTo>
                      <a:pt x="189" y="196"/>
                    </a:lnTo>
                    <a:lnTo>
                      <a:pt x="193" y="190"/>
                    </a:lnTo>
                    <a:lnTo>
                      <a:pt x="198" y="186"/>
                    </a:lnTo>
                    <a:lnTo>
                      <a:pt x="204" y="182"/>
                    </a:lnTo>
                    <a:lnTo>
                      <a:pt x="210" y="178"/>
                    </a:lnTo>
                    <a:lnTo>
                      <a:pt x="217" y="178"/>
                    </a:lnTo>
                    <a:lnTo>
                      <a:pt x="223" y="177"/>
                    </a:lnTo>
                    <a:lnTo>
                      <a:pt x="230" y="177"/>
                    </a:lnTo>
                    <a:lnTo>
                      <a:pt x="236" y="178"/>
                    </a:lnTo>
                    <a:lnTo>
                      <a:pt x="243" y="181"/>
                    </a:lnTo>
                    <a:lnTo>
                      <a:pt x="247" y="184"/>
                    </a:lnTo>
                    <a:lnTo>
                      <a:pt x="252" y="188"/>
                    </a:lnTo>
                    <a:lnTo>
                      <a:pt x="256" y="193"/>
                    </a:lnTo>
                    <a:lnTo>
                      <a:pt x="261" y="198"/>
                    </a:lnTo>
                    <a:lnTo>
                      <a:pt x="267" y="212"/>
                    </a:lnTo>
                    <a:lnTo>
                      <a:pt x="262" y="198"/>
                    </a:lnTo>
                    <a:lnTo>
                      <a:pt x="259" y="190"/>
                    </a:lnTo>
                    <a:lnTo>
                      <a:pt x="257" y="184"/>
                    </a:lnTo>
                    <a:lnTo>
                      <a:pt x="255" y="176"/>
                    </a:lnTo>
                    <a:lnTo>
                      <a:pt x="252" y="168"/>
                    </a:lnTo>
                    <a:lnTo>
                      <a:pt x="248" y="158"/>
                    </a:lnTo>
                    <a:lnTo>
                      <a:pt x="244" y="149"/>
                    </a:lnTo>
                    <a:lnTo>
                      <a:pt x="241" y="139"/>
                    </a:lnTo>
                    <a:lnTo>
                      <a:pt x="238" y="131"/>
                    </a:lnTo>
                    <a:lnTo>
                      <a:pt x="234" y="123"/>
                    </a:lnTo>
                    <a:lnTo>
                      <a:pt x="231" y="115"/>
                    </a:lnTo>
                    <a:lnTo>
                      <a:pt x="227" y="106"/>
                    </a:lnTo>
                    <a:lnTo>
                      <a:pt x="222" y="98"/>
                    </a:lnTo>
                    <a:lnTo>
                      <a:pt x="219" y="90"/>
                    </a:lnTo>
                    <a:lnTo>
                      <a:pt x="215" y="83"/>
                    </a:lnTo>
                    <a:lnTo>
                      <a:pt x="211" y="75"/>
                    </a:lnTo>
                    <a:lnTo>
                      <a:pt x="207" y="68"/>
                    </a:lnTo>
                    <a:lnTo>
                      <a:pt x="204" y="61"/>
                    </a:lnTo>
                    <a:lnTo>
                      <a:pt x="201" y="55"/>
                    </a:lnTo>
                    <a:lnTo>
                      <a:pt x="196" y="49"/>
                    </a:lnTo>
                    <a:lnTo>
                      <a:pt x="192" y="44"/>
                    </a:lnTo>
                    <a:lnTo>
                      <a:pt x="188" y="37"/>
                    </a:lnTo>
                    <a:lnTo>
                      <a:pt x="184" y="32"/>
                    </a:lnTo>
                    <a:lnTo>
                      <a:pt x="180" y="28"/>
                    </a:lnTo>
                    <a:lnTo>
                      <a:pt x="175" y="24"/>
                    </a:lnTo>
                    <a:lnTo>
                      <a:pt x="170" y="20"/>
                    </a:lnTo>
                    <a:lnTo>
                      <a:pt x="165" y="18"/>
                    </a:lnTo>
                    <a:lnTo>
                      <a:pt x="161" y="17"/>
                    </a:lnTo>
                    <a:lnTo>
                      <a:pt x="169" y="14"/>
                    </a:lnTo>
                    <a:lnTo>
                      <a:pt x="176" y="13"/>
                    </a:lnTo>
                    <a:lnTo>
                      <a:pt x="183" y="12"/>
                    </a:lnTo>
                    <a:lnTo>
                      <a:pt x="190" y="12"/>
                    </a:lnTo>
                    <a:lnTo>
                      <a:pt x="198" y="12"/>
                    </a:lnTo>
                    <a:lnTo>
                      <a:pt x="205" y="12"/>
                    </a:lnTo>
                    <a:lnTo>
                      <a:pt x="211" y="13"/>
                    </a:lnTo>
                    <a:lnTo>
                      <a:pt x="217" y="14"/>
                    </a:lnTo>
                    <a:lnTo>
                      <a:pt x="224" y="17"/>
                    </a:lnTo>
                    <a:lnTo>
                      <a:pt x="231" y="20"/>
                    </a:lnTo>
                    <a:lnTo>
                      <a:pt x="238" y="24"/>
                    </a:lnTo>
                    <a:lnTo>
                      <a:pt x="245" y="26"/>
                    </a:lnTo>
                    <a:lnTo>
                      <a:pt x="251" y="30"/>
                    </a:lnTo>
                    <a:lnTo>
                      <a:pt x="256" y="33"/>
                    </a:lnTo>
                    <a:lnTo>
                      <a:pt x="261" y="37"/>
                    </a:lnTo>
                    <a:lnTo>
                      <a:pt x="267" y="43"/>
                    </a:lnTo>
                    <a:lnTo>
                      <a:pt x="273" y="47"/>
                    </a:lnTo>
                    <a:lnTo>
                      <a:pt x="278" y="52"/>
                    </a:lnTo>
                    <a:lnTo>
                      <a:pt x="284" y="57"/>
                    </a:lnTo>
                    <a:lnTo>
                      <a:pt x="289" y="63"/>
                    </a:lnTo>
                    <a:lnTo>
                      <a:pt x="294" y="68"/>
                    </a:lnTo>
                    <a:lnTo>
                      <a:pt x="298" y="73"/>
                    </a:lnTo>
                    <a:lnTo>
                      <a:pt x="303" y="80"/>
                    </a:lnTo>
                    <a:lnTo>
                      <a:pt x="308" y="87"/>
                    </a:lnTo>
                    <a:lnTo>
                      <a:pt x="312" y="92"/>
                    </a:lnTo>
                    <a:lnTo>
                      <a:pt x="315" y="99"/>
                    </a:lnTo>
                    <a:lnTo>
                      <a:pt x="320" y="106"/>
                    </a:lnTo>
                    <a:lnTo>
                      <a:pt x="324" y="112"/>
                    </a:lnTo>
                    <a:lnTo>
                      <a:pt x="327" y="119"/>
                    </a:lnTo>
                    <a:lnTo>
                      <a:pt x="331" y="126"/>
                    </a:lnTo>
                    <a:lnTo>
                      <a:pt x="335" y="134"/>
                    </a:lnTo>
                    <a:lnTo>
                      <a:pt x="338" y="141"/>
                    </a:lnTo>
                    <a:lnTo>
                      <a:pt x="341" y="149"/>
                    </a:lnTo>
                    <a:lnTo>
                      <a:pt x="345" y="157"/>
                    </a:lnTo>
                    <a:lnTo>
                      <a:pt x="348" y="165"/>
                    </a:lnTo>
                    <a:lnTo>
                      <a:pt x="351" y="176"/>
                    </a:lnTo>
                    <a:lnTo>
                      <a:pt x="350" y="164"/>
                    </a:lnTo>
                    <a:lnTo>
                      <a:pt x="350" y="157"/>
                    </a:lnTo>
                    <a:lnTo>
                      <a:pt x="350" y="149"/>
                    </a:lnTo>
                    <a:lnTo>
                      <a:pt x="351" y="142"/>
                    </a:lnTo>
                    <a:lnTo>
                      <a:pt x="354" y="135"/>
                    </a:lnTo>
                    <a:lnTo>
                      <a:pt x="356" y="130"/>
                    </a:lnTo>
                    <a:lnTo>
                      <a:pt x="360" y="125"/>
                    </a:lnTo>
                    <a:lnTo>
                      <a:pt x="364" y="119"/>
                    </a:lnTo>
                    <a:lnTo>
                      <a:pt x="369" y="114"/>
                    </a:lnTo>
                    <a:lnTo>
                      <a:pt x="374" y="111"/>
                    </a:lnTo>
                    <a:lnTo>
                      <a:pt x="378" y="108"/>
                    </a:lnTo>
                    <a:lnTo>
                      <a:pt x="383" y="106"/>
                    </a:lnTo>
                    <a:lnTo>
                      <a:pt x="388" y="104"/>
                    </a:lnTo>
                    <a:lnTo>
                      <a:pt x="393" y="103"/>
                    </a:lnTo>
                    <a:lnTo>
                      <a:pt x="398" y="103"/>
                    </a:lnTo>
                    <a:lnTo>
                      <a:pt x="402" y="104"/>
                    </a:lnTo>
                    <a:lnTo>
                      <a:pt x="407" y="106"/>
                    </a:lnTo>
                    <a:lnTo>
                      <a:pt x="412" y="108"/>
                    </a:lnTo>
                    <a:lnTo>
                      <a:pt x="417" y="111"/>
                    </a:lnTo>
                    <a:lnTo>
                      <a:pt x="422" y="114"/>
                    </a:lnTo>
                    <a:lnTo>
                      <a:pt x="426" y="119"/>
                    </a:lnTo>
                    <a:lnTo>
                      <a:pt x="430" y="125"/>
                    </a:lnTo>
                    <a:lnTo>
                      <a:pt x="434" y="130"/>
                    </a:lnTo>
                    <a:lnTo>
                      <a:pt x="438" y="137"/>
                    </a:lnTo>
                    <a:lnTo>
                      <a:pt x="435" y="129"/>
                    </a:lnTo>
                    <a:lnTo>
                      <a:pt x="432" y="123"/>
                    </a:lnTo>
                    <a:lnTo>
                      <a:pt x="430" y="116"/>
                    </a:lnTo>
                    <a:lnTo>
                      <a:pt x="427" y="110"/>
                    </a:lnTo>
                    <a:lnTo>
                      <a:pt x="423" y="103"/>
                    </a:lnTo>
                    <a:lnTo>
                      <a:pt x="420" y="95"/>
                    </a:lnTo>
                    <a:lnTo>
                      <a:pt x="415" y="88"/>
                    </a:lnTo>
                    <a:lnTo>
                      <a:pt x="411" y="83"/>
                    </a:lnTo>
                    <a:lnTo>
                      <a:pt x="407" y="76"/>
                    </a:lnTo>
                    <a:lnTo>
                      <a:pt x="402" y="69"/>
                    </a:lnTo>
                    <a:lnTo>
                      <a:pt x="396" y="64"/>
                    </a:lnTo>
                    <a:lnTo>
                      <a:pt x="392" y="59"/>
                    </a:lnTo>
                    <a:lnTo>
                      <a:pt x="387" y="53"/>
                    </a:lnTo>
                    <a:lnTo>
                      <a:pt x="381" y="48"/>
                    </a:lnTo>
                    <a:lnTo>
                      <a:pt x="375" y="43"/>
                    </a:lnTo>
                    <a:lnTo>
                      <a:pt x="369" y="38"/>
                    </a:lnTo>
                    <a:lnTo>
                      <a:pt x="362" y="33"/>
                    </a:lnTo>
                    <a:lnTo>
                      <a:pt x="356" y="29"/>
                    </a:lnTo>
                    <a:lnTo>
                      <a:pt x="350" y="26"/>
                    </a:lnTo>
                    <a:lnTo>
                      <a:pt x="343" y="22"/>
                    </a:lnTo>
                    <a:lnTo>
                      <a:pt x="337" y="20"/>
                    </a:lnTo>
                    <a:lnTo>
                      <a:pt x="330" y="16"/>
                    </a:lnTo>
                    <a:lnTo>
                      <a:pt x="324" y="13"/>
                    </a:lnTo>
                    <a:lnTo>
                      <a:pt x="317" y="10"/>
                    </a:lnTo>
                    <a:lnTo>
                      <a:pt x="310" y="9"/>
                    </a:lnTo>
                    <a:lnTo>
                      <a:pt x="304" y="6"/>
                    </a:lnTo>
                    <a:lnTo>
                      <a:pt x="297" y="5"/>
                    </a:lnTo>
                    <a:lnTo>
                      <a:pt x="291" y="4"/>
                    </a:lnTo>
                    <a:lnTo>
                      <a:pt x="285" y="2"/>
                    </a:lnTo>
                    <a:lnTo>
                      <a:pt x="279" y="1"/>
                    </a:lnTo>
                    <a:lnTo>
                      <a:pt x="270" y="0"/>
                    </a:lnTo>
                    <a:lnTo>
                      <a:pt x="263" y="0"/>
                    </a:lnTo>
                    <a:lnTo>
                      <a:pt x="256" y="0"/>
                    </a:lnTo>
                    <a:lnTo>
                      <a:pt x="249" y="0"/>
                    </a:lnTo>
                    <a:lnTo>
                      <a:pt x="240" y="0"/>
                    </a:lnTo>
                    <a:lnTo>
                      <a:pt x="232" y="0"/>
                    </a:lnTo>
                    <a:lnTo>
                      <a:pt x="225" y="0"/>
                    </a:lnTo>
                    <a:lnTo>
                      <a:pt x="217" y="1"/>
                    </a:lnTo>
                    <a:lnTo>
                      <a:pt x="209" y="2"/>
                    </a:lnTo>
                    <a:lnTo>
                      <a:pt x="203" y="4"/>
                    </a:lnTo>
                    <a:lnTo>
                      <a:pt x="196" y="5"/>
                    </a:lnTo>
                    <a:lnTo>
                      <a:pt x="189" y="8"/>
                    </a:lnTo>
                    <a:lnTo>
                      <a:pt x="180" y="9"/>
                    </a:lnTo>
                    <a:lnTo>
                      <a:pt x="172" y="12"/>
                    </a:lnTo>
                  </a:path>
                </a:pathLst>
              </a:custGeom>
              <a:solidFill>
                <a:srgbClr val="FF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sp>
        <p:nvSpPr>
          <p:cNvPr id="44" name="Google Shape;44;p72"/>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none">
                <a:solidFill>
                  <a:schemeClr val="dk2"/>
                </a:solidFill>
                <a:latin typeface="Helvetica Neue"/>
                <a:ea typeface="Helvetica Neue"/>
                <a:cs typeface="Helvetica Neue"/>
                <a:sym typeface="Helvetica Neue"/>
              </a:rPr>
              <a:t>©Silberschatz, Korth and Sudarshan</a:t>
            </a:r>
            <a:endParaRPr/>
          </a:p>
        </p:txBody>
      </p:sp>
      <p:sp>
        <p:nvSpPr>
          <p:cNvPr id="45" name="Google Shape;45;p72"/>
          <p:cNvSpPr txBox="1"/>
          <p:nvPr/>
        </p:nvSpPr>
        <p:spPr>
          <a:xfrm>
            <a:off x="4446588" y="6613525"/>
            <a:ext cx="514350"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none">
                <a:solidFill>
                  <a:schemeClr val="dk2"/>
                </a:solidFill>
                <a:latin typeface="Helvetica Neue"/>
                <a:ea typeface="Helvetica Neue"/>
                <a:cs typeface="Helvetica Neue"/>
                <a:sym typeface="Helvetica Neue"/>
              </a:rPr>
              <a:t>17.</a:t>
            </a:r>
            <a:fld id="{00000000-1234-1234-1234-123412341234}" type="slidenum">
              <a:rPr b="1" lang="en-US" sz="1000" u="none">
                <a:solidFill>
                  <a:schemeClr val="dk2"/>
                </a:solidFill>
                <a:latin typeface="Helvetica Neue"/>
                <a:ea typeface="Helvetica Neue"/>
                <a:cs typeface="Helvetica Neue"/>
                <a:sym typeface="Helvetica Neue"/>
              </a:rPr>
              <a:t>‹#›</a:t>
            </a:fld>
            <a:endParaRPr b="1" sz="1000" u="none">
              <a:solidFill>
                <a:schemeClr val="dk2"/>
              </a:solidFill>
              <a:latin typeface="Helvetica Neue"/>
              <a:ea typeface="Helvetica Neue"/>
              <a:cs typeface="Helvetica Neue"/>
              <a:sym typeface="Helvetica Neue"/>
            </a:endParaRPr>
          </a:p>
        </p:txBody>
      </p:sp>
      <p:sp>
        <p:nvSpPr>
          <p:cNvPr id="46" name="Google Shape;46;p7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1pPr>
            <a:lvl2pPr lvl="1"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2pPr>
            <a:lvl3pPr lvl="2"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3pPr>
            <a:lvl4pPr lvl="3"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4pPr>
            <a:lvl5pPr lvl="4"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5pPr>
            <a:lvl6pPr lvl="5"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6pPr>
            <a:lvl7pPr lvl="6"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7pPr>
            <a:lvl8pPr lvl="7"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8pPr>
            <a:lvl9pPr lvl="8"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9pPr>
          </a:lstStyle>
          <a:p/>
        </p:txBody>
      </p:sp>
      <p:sp>
        <p:nvSpPr>
          <p:cNvPr id="47" name="Google Shape;47;p72"/>
          <p:cNvSpPr txBox="1"/>
          <p:nvPr/>
        </p:nvSpPr>
        <p:spPr>
          <a:xfrm>
            <a:off x="0" y="6613525"/>
            <a:ext cx="1874838" cy="244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none">
                <a:solidFill>
                  <a:schemeClr val="dk2"/>
                </a:solidFill>
                <a:latin typeface="Helvetica Neue"/>
                <a:ea typeface="Helvetica Neue"/>
                <a:cs typeface="Helvetica Neue"/>
                <a:sym typeface="Helvetica Neue"/>
              </a:rPr>
              <a:t>Database System Concepts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17: Recovery System</a:t>
            </a:r>
            <a:endParaRPr/>
          </a:p>
        </p:txBody>
      </p:sp>
      <p:sp>
        <p:nvSpPr>
          <p:cNvPr id="114" name="Google Shape;114;p1"/>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Failure Classification</a:t>
            </a:r>
            <a:endParaRPr/>
          </a:p>
          <a:p>
            <a:pPr indent="-342900" lvl="0" marL="342900" rtl="0" algn="l">
              <a:spcBef>
                <a:spcPts val="700"/>
              </a:spcBef>
              <a:spcAft>
                <a:spcPts val="0"/>
              </a:spcAft>
              <a:buSzPts val="1800"/>
              <a:buChar char="●"/>
            </a:pPr>
            <a:r>
              <a:rPr lang="en-US"/>
              <a:t>Storage Structure</a:t>
            </a:r>
            <a:endParaRPr/>
          </a:p>
          <a:p>
            <a:pPr indent="-342900" lvl="0" marL="342900" rtl="0" algn="l">
              <a:spcBef>
                <a:spcPts val="700"/>
              </a:spcBef>
              <a:spcAft>
                <a:spcPts val="0"/>
              </a:spcAft>
              <a:buSzPts val="1800"/>
              <a:buChar char="●"/>
            </a:pPr>
            <a:r>
              <a:rPr lang="en-US"/>
              <a:t>Recovery and Atomicity</a:t>
            </a:r>
            <a:endParaRPr/>
          </a:p>
          <a:p>
            <a:pPr indent="-342900" lvl="0" marL="342900" rtl="0" algn="l">
              <a:spcBef>
                <a:spcPts val="700"/>
              </a:spcBef>
              <a:spcAft>
                <a:spcPts val="0"/>
              </a:spcAft>
              <a:buSzPts val="1800"/>
              <a:buChar char="●"/>
            </a:pPr>
            <a:r>
              <a:rPr lang="en-US"/>
              <a:t>Log-Based Recovery</a:t>
            </a:r>
            <a:endParaRPr/>
          </a:p>
          <a:p>
            <a:pPr indent="-342900" lvl="0" marL="342900" rtl="0" algn="l">
              <a:spcBef>
                <a:spcPts val="700"/>
              </a:spcBef>
              <a:spcAft>
                <a:spcPts val="0"/>
              </a:spcAft>
              <a:buSzPts val="1800"/>
              <a:buChar char="●"/>
            </a:pPr>
            <a:r>
              <a:rPr lang="en-US"/>
              <a:t>Shadow Paging</a:t>
            </a:r>
            <a:endParaRPr/>
          </a:p>
          <a:p>
            <a:pPr indent="-285750" lvl="1" marL="742950" rtl="0" algn="l">
              <a:spcBef>
                <a:spcPts val="630"/>
              </a:spcBef>
              <a:spcAft>
                <a:spcPts val="0"/>
              </a:spcAft>
              <a:buSzPts val="1890"/>
              <a:buChar char="★"/>
            </a:pPr>
            <a:r>
              <a:rPr lang="en-US"/>
              <a:t>Recovery With Concurrent Transactions</a:t>
            </a:r>
            <a:endParaRPr/>
          </a:p>
          <a:p>
            <a:pPr indent="-285750" lvl="1" marL="742950" rtl="0" algn="l">
              <a:spcBef>
                <a:spcPts val="630"/>
              </a:spcBef>
              <a:spcAft>
                <a:spcPts val="0"/>
              </a:spcAft>
              <a:buSzPts val="1890"/>
              <a:buChar char="★"/>
            </a:pPr>
            <a:r>
              <a:rPr lang="en-US"/>
              <a:t>Buffer Management</a:t>
            </a:r>
            <a:endParaRPr/>
          </a:p>
          <a:p>
            <a:pPr indent="-285750" lvl="1" marL="742950" rtl="0" algn="l">
              <a:spcBef>
                <a:spcPts val="630"/>
              </a:spcBef>
              <a:spcAft>
                <a:spcPts val="0"/>
              </a:spcAft>
              <a:buSzPts val="1890"/>
              <a:buChar char="★"/>
            </a:pPr>
            <a:r>
              <a:rPr lang="en-US"/>
              <a:t>Failure with Loss of Nonvolatile Storage</a:t>
            </a:r>
            <a:endParaRPr/>
          </a:p>
          <a:p>
            <a:pPr indent="-285750" lvl="1" marL="742950" rtl="0" algn="l">
              <a:spcBef>
                <a:spcPts val="630"/>
              </a:spcBef>
              <a:spcAft>
                <a:spcPts val="0"/>
              </a:spcAft>
              <a:buSzPts val="1890"/>
              <a:buChar char="★"/>
            </a:pPr>
            <a:r>
              <a:rPr lang="en-US"/>
              <a:t>Advanced Recovery Techniques</a:t>
            </a:r>
            <a:endParaRPr/>
          </a:p>
          <a:p>
            <a:pPr indent="-285750" lvl="1" marL="742950" rtl="0" algn="l">
              <a:spcBef>
                <a:spcPts val="630"/>
              </a:spcBef>
              <a:spcAft>
                <a:spcPts val="0"/>
              </a:spcAft>
              <a:buSzPts val="1890"/>
              <a:buChar char="★"/>
            </a:pPr>
            <a:r>
              <a:rPr lang="en-US"/>
              <a:t>ARIES Recovery Algorithm</a:t>
            </a:r>
            <a:endParaRPr/>
          </a:p>
          <a:p>
            <a:pPr indent="-285750" lvl="1" marL="742950" rtl="0" algn="l">
              <a:spcBef>
                <a:spcPts val="630"/>
              </a:spcBef>
              <a:spcAft>
                <a:spcPts val="0"/>
              </a:spcAft>
              <a:buSzPts val="1890"/>
              <a:buChar char="★"/>
            </a:pPr>
            <a:r>
              <a:rPr lang="en-US"/>
              <a:t>Remote Backup Systems</a:t>
            </a:r>
            <a:endParaRPr/>
          </a:p>
          <a:p>
            <a:pPr indent="-228600" lvl="0" marL="342900" rtl="0" algn="l">
              <a:spcBef>
                <a:spcPts val="700"/>
              </a:spcBef>
              <a:spcAft>
                <a:spcPts val="0"/>
              </a:spcAft>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Failure Classification</a:t>
            </a:r>
            <a:endParaRPr/>
          </a:p>
        </p:txBody>
      </p:sp>
      <p:sp>
        <p:nvSpPr>
          <p:cNvPr id="120" name="Google Shape;120;p2"/>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b="1" lang="en-US"/>
              <a:t>Transaction failure</a:t>
            </a:r>
            <a:r>
              <a:rPr lang="en-US"/>
              <a:t> :</a:t>
            </a:r>
            <a:endParaRPr/>
          </a:p>
          <a:p>
            <a:pPr indent="-285750" lvl="1" marL="742950" rtl="0" algn="l">
              <a:lnSpc>
                <a:spcPct val="90000"/>
              </a:lnSpc>
              <a:spcBef>
                <a:spcPts val="630"/>
              </a:spcBef>
              <a:spcAft>
                <a:spcPts val="0"/>
              </a:spcAft>
              <a:buSzPts val="1890"/>
              <a:buChar char="★"/>
            </a:pPr>
            <a:r>
              <a:rPr b="1" lang="en-US"/>
              <a:t>Logical errors</a:t>
            </a:r>
            <a:r>
              <a:rPr lang="en-US"/>
              <a:t>: transaction cannot complete due to some internal error condition</a:t>
            </a:r>
            <a:endParaRPr/>
          </a:p>
          <a:p>
            <a:pPr indent="-285750" lvl="1" marL="742950" rtl="0" algn="l">
              <a:lnSpc>
                <a:spcPct val="90000"/>
              </a:lnSpc>
              <a:spcBef>
                <a:spcPts val="630"/>
              </a:spcBef>
              <a:spcAft>
                <a:spcPts val="0"/>
              </a:spcAft>
              <a:buSzPts val="1890"/>
              <a:buChar char="★"/>
            </a:pPr>
            <a:r>
              <a:rPr b="1" lang="en-US"/>
              <a:t>System errors</a:t>
            </a:r>
            <a:r>
              <a:rPr lang="en-US"/>
              <a:t>: the database system must terminate an active transaction due to an error condition (e.g., deadlock)</a:t>
            </a:r>
            <a:endParaRPr/>
          </a:p>
          <a:p>
            <a:pPr indent="-342900" lvl="0" marL="342900" rtl="0" algn="l">
              <a:lnSpc>
                <a:spcPct val="90000"/>
              </a:lnSpc>
              <a:spcBef>
                <a:spcPts val="700"/>
              </a:spcBef>
              <a:spcAft>
                <a:spcPts val="0"/>
              </a:spcAft>
              <a:buSzPts val="1800"/>
              <a:buChar char="●"/>
            </a:pPr>
            <a:r>
              <a:rPr b="1" lang="en-US"/>
              <a:t>System crash</a:t>
            </a:r>
            <a:r>
              <a:rPr lang="en-US"/>
              <a:t>: a power failure or other hardware or software failure causes the system to crash.</a:t>
            </a:r>
            <a:endParaRPr/>
          </a:p>
          <a:p>
            <a:pPr indent="-285750" lvl="1" marL="742950" rtl="0" algn="l">
              <a:lnSpc>
                <a:spcPct val="90000"/>
              </a:lnSpc>
              <a:spcBef>
                <a:spcPts val="630"/>
              </a:spcBef>
              <a:spcAft>
                <a:spcPts val="0"/>
              </a:spcAft>
              <a:buSzPts val="1890"/>
              <a:buChar char="★"/>
            </a:pPr>
            <a:r>
              <a:rPr b="1" lang="en-US">
                <a:solidFill>
                  <a:schemeClr val="dk2"/>
                </a:solidFill>
              </a:rPr>
              <a:t>Fail-stop assumption</a:t>
            </a:r>
            <a:r>
              <a:rPr lang="en-US"/>
              <a:t>: non-volatile storage contents are assumed to not be corrupted by system crash</a:t>
            </a:r>
            <a:endParaRPr/>
          </a:p>
          <a:p>
            <a:pPr indent="-228600" lvl="2" marL="1085850" rtl="0" algn="l">
              <a:lnSpc>
                <a:spcPct val="90000"/>
              </a:lnSpc>
              <a:spcBef>
                <a:spcPts val="630"/>
              </a:spcBef>
              <a:spcAft>
                <a:spcPts val="0"/>
              </a:spcAft>
              <a:buSzPts val="1530"/>
              <a:buChar char="⮚"/>
            </a:pPr>
            <a:r>
              <a:rPr lang="en-US"/>
              <a:t>Database systems have numerous integrity checks to prevent corruption of disk data </a:t>
            </a:r>
            <a:endParaRPr/>
          </a:p>
          <a:p>
            <a:pPr indent="-342900" lvl="0" marL="342900" rtl="0" algn="l">
              <a:lnSpc>
                <a:spcPct val="90000"/>
              </a:lnSpc>
              <a:spcBef>
                <a:spcPts val="700"/>
              </a:spcBef>
              <a:spcAft>
                <a:spcPts val="0"/>
              </a:spcAft>
              <a:buSzPts val="1800"/>
              <a:buChar char="●"/>
            </a:pPr>
            <a:r>
              <a:rPr b="1" lang="en-US"/>
              <a:t>Disk failure</a:t>
            </a:r>
            <a:r>
              <a:rPr lang="en-US"/>
              <a:t>: a head crash or similar disk failure destroys all or part of disk storage</a:t>
            </a:r>
            <a:endParaRPr/>
          </a:p>
          <a:p>
            <a:pPr indent="-285750" lvl="1" marL="742950" rtl="0" algn="l">
              <a:lnSpc>
                <a:spcPct val="90000"/>
              </a:lnSpc>
              <a:spcBef>
                <a:spcPts val="630"/>
              </a:spcBef>
              <a:spcAft>
                <a:spcPts val="0"/>
              </a:spcAft>
              <a:buSzPts val="1890"/>
              <a:buChar char="★"/>
            </a:pPr>
            <a:r>
              <a:rPr lang="en-US"/>
              <a:t>Destruction is assumed to be detectable: disk drives use checksums to detect failures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Recovery Algorithms</a:t>
            </a:r>
            <a:endParaRPr/>
          </a:p>
        </p:txBody>
      </p:sp>
      <p:sp>
        <p:nvSpPr>
          <p:cNvPr id="126" name="Google Shape;126;p3"/>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Char char="●"/>
            </a:pPr>
            <a:r>
              <a:rPr lang="en-US"/>
              <a:t>Recovery algorithms are techniques to ensure database consistency and transaction atomicity and durability despite failures</a:t>
            </a:r>
            <a:endParaRPr/>
          </a:p>
          <a:p>
            <a:pPr indent="-342900" lvl="1" marL="800100" rtl="0" algn="l">
              <a:spcBef>
                <a:spcPts val="630"/>
              </a:spcBef>
              <a:spcAft>
                <a:spcPts val="0"/>
              </a:spcAft>
              <a:buSzPts val="1890"/>
              <a:buChar char="★"/>
            </a:pPr>
            <a:r>
              <a:rPr lang="en-US"/>
              <a:t>Focus of this chapter</a:t>
            </a:r>
            <a:endParaRPr/>
          </a:p>
          <a:p>
            <a:pPr indent="-381000" lvl="0" marL="381000" rtl="0" algn="l">
              <a:spcBef>
                <a:spcPts val="700"/>
              </a:spcBef>
              <a:spcAft>
                <a:spcPts val="0"/>
              </a:spcAft>
              <a:buSzPts val="1800"/>
              <a:buChar char="●"/>
            </a:pPr>
            <a:r>
              <a:rPr lang="en-US"/>
              <a:t>Recovery algorithms have two parts</a:t>
            </a:r>
            <a:endParaRPr/>
          </a:p>
          <a:p>
            <a:pPr indent="-342900" lvl="1" marL="800100" rtl="0" algn="l">
              <a:spcBef>
                <a:spcPts val="630"/>
              </a:spcBef>
              <a:spcAft>
                <a:spcPts val="0"/>
              </a:spcAft>
              <a:buSzPts val="1890"/>
              <a:buFont typeface="Arial"/>
              <a:buAutoNum type="arabicPeriod"/>
            </a:pPr>
            <a:r>
              <a:rPr lang="en-US"/>
              <a:t>Actions taken during normal transaction processing to ensure enough information exists to recover from failures</a:t>
            </a:r>
            <a:endParaRPr/>
          </a:p>
          <a:p>
            <a:pPr indent="-342900" lvl="1" marL="800100" rtl="0" algn="l">
              <a:spcBef>
                <a:spcPts val="630"/>
              </a:spcBef>
              <a:spcAft>
                <a:spcPts val="0"/>
              </a:spcAft>
              <a:buSzPts val="1890"/>
              <a:buFont typeface="Arial"/>
              <a:buAutoNum type="arabicPeriod"/>
            </a:pPr>
            <a:r>
              <a:rPr lang="en-US"/>
              <a:t>Actions taken after a failure to recover the database contents to a state that ensures atomicity, consistency and durability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4"/>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Storage Structure</a:t>
            </a:r>
            <a:endParaRPr/>
          </a:p>
        </p:txBody>
      </p:sp>
      <p:sp>
        <p:nvSpPr>
          <p:cNvPr id="132" name="Google Shape;132;p4"/>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1" lang="en-US">
                <a:solidFill>
                  <a:schemeClr val="dk2"/>
                </a:solidFill>
              </a:rPr>
              <a:t>Volatile storage</a:t>
            </a:r>
            <a:r>
              <a:rPr lang="en-US"/>
              <a:t>:</a:t>
            </a:r>
            <a:endParaRPr/>
          </a:p>
          <a:p>
            <a:pPr indent="-285750" lvl="1" marL="742950" rtl="0" algn="l">
              <a:spcBef>
                <a:spcPts val="630"/>
              </a:spcBef>
              <a:spcAft>
                <a:spcPts val="0"/>
              </a:spcAft>
              <a:buSzPts val="1890"/>
              <a:buChar char="★"/>
            </a:pPr>
            <a:r>
              <a:rPr lang="en-US"/>
              <a:t>does not survive system crashes</a:t>
            </a:r>
            <a:endParaRPr/>
          </a:p>
          <a:p>
            <a:pPr indent="-285750" lvl="1" marL="742950" rtl="0" algn="l">
              <a:spcBef>
                <a:spcPts val="630"/>
              </a:spcBef>
              <a:spcAft>
                <a:spcPts val="0"/>
              </a:spcAft>
              <a:buSzPts val="1890"/>
              <a:buChar char="★"/>
            </a:pPr>
            <a:r>
              <a:rPr lang="en-US"/>
              <a:t>examples: main memory, cache memory</a:t>
            </a:r>
            <a:endParaRPr/>
          </a:p>
          <a:p>
            <a:pPr indent="-342900" lvl="0" marL="342900" rtl="0" algn="l">
              <a:spcBef>
                <a:spcPts val="700"/>
              </a:spcBef>
              <a:spcAft>
                <a:spcPts val="0"/>
              </a:spcAft>
              <a:buSzPts val="1800"/>
              <a:buChar char="●"/>
            </a:pPr>
            <a:r>
              <a:rPr b="1" lang="en-US">
                <a:solidFill>
                  <a:schemeClr val="dk2"/>
                </a:solidFill>
              </a:rPr>
              <a:t>Nonvolatile storage</a:t>
            </a:r>
            <a:r>
              <a:rPr lang="en-US"/>
              <a:t>:</a:t>
            </a:r>
            <a:endParaRPr/>
          </a:p>
          <a:p>
            <a:pPr indent="-285750" lvl="1" marL="742950" rtl="0" algn="l">
              <a:spcBef>
                <a:spcPts val="630"/>
              </a:spcBef>
              <a:spcAft>
                <a:spcPts val="0"/>
              </a:spcAft>
              <a:buSzPts val="1890"/>
              <a:buChar char="★"/>
            </a:pPr>
            <a:r>
              <a:rPr lang="en-US"/>
              <a:t>survives system crashes</a:t>
            </a:r>
            <a:endParaRPr/>
          </a:p>
          <a:p>
            <a:pPr indent="-285750" lvl="1" marL="742950" rtl="0" algn="l">
              <a:spcBef>
                <a:spcPts val="630"/>
              </a:spcBef>
              <a:spcAft>
                <a:spcPts val="0"/>
              </a:spcAft>
              <a:buSzPts val="1890"/>
              <a:buChar char="★"/>
            </a:pPr>
            <a:r>
              <a:rPr lang="en-US"/>
              <a:t>examples: disk, tape, flash memory, </a:t>
            </a:r>
            <a:br>
              <a:rPr lang="en-US"/>
            </a:br>
            <a:r>
              <a:rPr lang="en-US"/>
              <a:t>                  non-volatile (battery backed up) RAM </a:t>
            </a:r>
            <a:endParaRPr/>
          </a:p>
          <a:p>
            <a:pPr indent="-342900" lvl="0" marL="342900" rtl="0" algn="l">
              <a:spcBef>
                <a:spcPts val="700"/>
              </a:spcBef>
              <a:spcAft>
                <a:spcPts val="0"/>
              </a:spcAft>
              <a:buSzPts val="1800"/>
              <a:buChar char="●"/>
            </a:pPr>
            <a:r>
              <a:rPr b="1" lang="en-US">
                <a:solidFill>
                  <a:schemeClr val="dk2"/>
                </a:solidFill>
              </a:rPr>
              <a:t>Stable storage</a:t>
            </a:r>
            <a:r>
              <a:rPr lang="en-US"/>
              <a:t>:</a:t>
            </a:r>
            <a:endParaRPr/>
          </a:p>
          <a:p>
            <a:pPr indent="-285750" lvl="1" marL="742950" rtl="0" algn="l">
              <a:spcBef>
                <a:spcPts val="630"/>
              </a:spcBef>
              <a:spcAft>
                <a:spcPts val="0"/>
              </a:spcAft>
              <a:buSzPts val="1890"/>
              <a:buChar char="★"/>
            </a:pPr>
            <a:r>
              <a:rPr lang="en-US"/>
              <a:t>a mythical form of storage that survives all failures</a:t>
            </a:r>
            <a:endParaRPr/>
          </a:p>
          <a:p>
            <a:pPr indent="-285750" lvl="1" marL="742950" rtl="0" algn="l">
              <a:spcBef>
                <a:spcPts val="630"/>
              </a:spcBef>
              <a:spcAft>
                <a:spcPts val="0"/>
              </a:spcAft>
              <a:buSzPts val="1890"/>
              <a:buChar char="★"/>
            </a:pPr>
            <a:r>
              <a:rPr lang="en-US"/>
              <a:t>approximated by maintaining multiple copies on distinct nonvolatile media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Stable-Storage Implementation</a:t>
            </a:r>
            <a:endParaRPr/>
          </a:p>
        </p:txBody>
      </p:sp>
      <p:sp>
        <p:nvSpPr>
          <p:cNvPr id="138" name="Google Shape;138;p5"/>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sz="1800"/>
              <a:t>Maintain multiple copies of each block on separate disks</a:t>
            </a:r>
            <a:endParaRPr/>
          </a:p>
          <a:p>
            <a:pPr indent="-304800" lvl="1" marL="762000" rtl="0" algn="l">
              <a:spcBef>
                <a:spcPts val="560"/>
              </a:spcBef>
              <a:spcAft>
                <a:spcPts val="0"/>
              </a:spcAft>
              <a:buSzPts val="1680"/>
              <a:buChar char="★"/>
            </a:pPr>
            <a:r>
              <a:rPr lang="en-US" sz="1600"/>
              <a:t>copies can be at remote sites to protect against disasters such as fire or flooding.</a:t>
            </a:r>
            <a:endParaRPr/>
          </a:p>
          <a:p>
            <a:pPr indent="-342900" lvl="0" marL="342900" rtl="0" algn="l">
              <a:spcBef>
                <a:spcPts val="630"/>
              </a:spcBef>
              <a:spcAft>
                <a:spcPts val="0"/>
              </a:spcAft>
              <a:buSzPts val="1620"/>
              <a:buChar char="●"/>
            </a:pPr>
            <a:r>
              <a:rPr lang="en-US" sz="1800"/>
              <a:t>Failure during data transfer can still result in inconsistent copies: Block transfer can result in</a:t>
            </a:r>
            <a:endParaRPr/>
          </a:p>
          <a:p>
            <a:pPr indent="-304800" lvl="1" marL="762000" rtl="0" algn="l">
              <a:spcBef>
                <a:spcPts val="560"/>
              </a:spcBef>
              <a:spcAft>
                <a:spcPts val="0"/>
              </a:spcAft>
              <a:buSzPts val="1680"/>
              <a:buChar char="★"/>
            </a:pPr>
            <a:r>
              <a:rPr lang="en-US" sz="1600"/>
              <a:t>Successful completion</a:t>
            </a:r>
            <a:endParaRPr/>
          </a:p>
          <a:p>
            <a:pPr indent="-304800" lvl="1" marL="762000" rtl="0" algn="l">
              <a:spcBef>
                <a:spcPts val="560"/>
              </a:spcBef>
              <a:spcAft>
                <a:spcPts val="0"/>
              </a:spcAft>
              <a:buSzPts val="1680"/>
              <a:buChar char="★"/>
            </a:pPr>
            <a:r>
              <a:rPr lang="en-US" sz="1600"/>
              <a:t>Partial failure: destination block has incorrect information</a:t>
            </a:r>
            <a:endParaRPr/>
          </a:p>
          <a:p>
            <a:pPr indent="-304800" lvl="1" marL="762000" rtl="0" algn="l">
              <a:spcBef>
                <a:spcPts val="560"/>
              </a:spcBef>
              <a:spcAft>
                <a:spcPts val="0"/>
              </a:spcAft>
              <a:buSzPts val="1680"/>
              <a:buChar char="★"/>
            </a:pPr>
            <a:r>
              <a:rPr lang="en-US" sz="1600"/>
              <a:t>Total failure: destination block was never updated</a:t>
            </a:r>
            <a:endParaRPr/>
          </a:p>
          <a:p>
            <a:pPr indent="-342900" lvl="0" marL="342900" rtl="0" algn="l">
              <a:spcBef>
                <a:spcPts val="630"/>
              </a:spcBef>
              <a:spcAft>
                <a:spcPts val="0"/>
              </a:spcAft>
              <a:buSzPts val="1620"/>
              <a:buChar char="●"/>
            </a:pPr>
            <a:r>
              <a:rPr lang="en-US" sz="1800"/>
              <a:t>Protecting storage media from failure during data transfer (one solution):</a:t>
            </a:r>
            <a:endParaRPr/>
          </a:p>
          <a:p>
            <a:pPr indent="-304800" lvl="1" marL="762000" rtl="0" algn="l">
              <a:spcBef>
                <a:spcPts val="560"/>
              </a:spcBef>
              <a:spcAft>
                <a:spcPts val="0"/>
              </a:spcAft>
              <a:buSzPts val="1680"/>
              <a:buChar char="★"/>
            </a:pPr>
            <a:r>
              <a:rPr lang="en-US" sz="1600"/>
              <a:t>Execute output operation as follows (assuming two copies of each block):</a:t>
            </a:r>
            <a:endParaRPr/>
          </a:p>
          <a:p>
            <a:pPr indent="-304800" lvl="2" marL="1162050" rtl="0" algn="l">
              <a:spcBef>
                <a:spcPts val="560"/>
              </a:spcBef>
              <a:spcAft>
                <a:spcPts val="0"/>
              </a:spcAft>
              <a:buSzPts val="1360"/>
              <a:buFont typeface="Arial"/>
              <a:buAutoNum type="arabicPeriod"/>
            </a:pPr>
            <a:r>
              <a:rPr lang="en-US" sz="1600"/>
              <a:t>Write the information onto the first physical block.</a:t>
            </a:r>
            <a:endParaRPr/>
          </a:p>
          <a:p>
            <a:pPr indent="-304800" lvl="2" marL="1162050" rtl="0" algn="l">
              <a:spcBef>
                <a:spcPts val="560"/>
              </a:spcBef>
              <a:spcAft>
                <a:spcPts val="0"/>
              </a:spcAft>
              <a:buSzPts val="1360"/>
              <a:buFont typeface="Arial"/>
              <a:buAutoNum type="arabicPeriod"/>
            </a:pPr>
            <a:r>
              <a:rPr lang="en-US" sz="1600"/>
              <a:t>When the first write successfully completes, write the same information onto the second physical block.</a:t>
            </a:r>
            <a:endParaRPr/>
          </a:p>
          <a:p>
            <a:pPr indent="-304800" lvl="2" marL="1162050" rtl="0" algn="l">
              <a:spcBef>
                <a:spcPts val="560"/>
              </a:spcBef>
              <a:spcAft>
                <a:spcPts val="0"/>
              </a:spcAft>
              <a:buSzPts val="1360"/>
              <a:buFont typeface="Arial"/>
              <a:buAutoNum type="arabicPeriod"/>
            </a:pPr>
            <a:r>
              <a:rPr lang="en-US" sz="1600"/>
              <a:t>The output is completed only after the second write successfully completes.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ph type="title"/>
          </p:nvPr>
        </p:nvSpPr>
        <p:spPr>
          <a:xfrm>
            <a:off x="7620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Stable-Storage Implementation (Cont.)</a:t>
            </a:r>
            <a:endParaRPr/>
          </a:p>
        </p:txBody>
      </p:sp>
      <p:sp>
        <p:nvSpPr>
          <p:cNvPr id="144" name="Google Shape;144;p6"/>
          <p:cNvSpPr txBox="1"/>
          <p:nvPr>
            <p:ph idx="4294967295" type="body"/>
          </p:nvPr>
        </p:nvSpPr>
        <p:spPr>
          <a:xfrm>
            <a:off x="381000" y="1114425"/>
            <a:ext cx="83820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Char char="●"/>
            </a:pPr>
            <a:r>
              <a:rPr lang="en-US"/>
              <a:t>Protecting storage media from failure during data transfer (cont.):</a:t>
            </a:r>
            <a:endParaRPr/>
          </a:p>
          <a:p>
            <a:pPr indent="-381000" lvl="0" marL="381000" rtl="0" algn="l">
              <a:spcBef>
                <a:spcPts val="700"/>
              </a:spcBef>
              <a:spcAft>
                <a:spcPts val="0"/>
              </a:spcAft>
              <a:buSzPts val="1800"/>
              <a:buChar char="●"/>
            </a:pPr>
            <a:r>
              <a:rPr lang="en-US"/>
              <a:t>Copies of a block may differ due to failure during output operation. To recover from failure:</a:t>
            </a:r>
            <a:endParaRPr/>
          </a:p>
          <a:p>
            <a:pPr indent="-342900" lvl="1" marL="800100" rtl="0" algn="l">
              <a:spcBef>
                <a:spcPts val="630"/>
              </a:spcBef>
              <a:spcAft>
                <a:spcPts val="0"/>
              </a:spcAft>
              <a:buSzPts val="1890"/>
              <a:buFont typeface="Arial"/>
              <a:buAutoNum type="arabicPeriod"/>
            </a:pPr>
            <a:r>
              <a:rPr lang="en-US"/>
              <a:t>First find inconsistent blocks:</a:t>
            </a:r>
            <a:endParaRPr/>
          </a:p>
          <a:p>
            <a:pPr indent="-342900" lvl="2" marL="1200150" rtl="0" algn="l">
              <a:spcBef>
                <a:spcPts val="630"/>
              </a:spcBef>
              <a:spcAft>
                <a:spcPts val="0"/>
              </a:spcAft>
              <a:buSzPts val="1530"/>
              <a:buFont typeface="Arial"/>
              <a:buAutoNum type="arabicPeriod"/>
            </a:pPr>
            <a:r>
              <a:rPr i="1" lang="en-US"/>
              <a:t>Expensive solution</a:t>
            </a:r>
            <a:r>
              <a:rPr lang="en-US"/>
              <a:t>: Compare the two copies of every disk block.</a:t>
            </a:r>
            <a:endParaRPr/>
          </a:p>
          <a:p>
            <a:pPr indent="-342900" lvl="2" marL="1200150" rtl="0" algn="l">
              <a:spcBef>
                <a:spcPts val="630"/>
              </a:spcBef>
              <a:spcAft>
                <a:spcPts val="0"/>
              </a:spcAft>
              <a:buSzPts val="1530"/>
              <a:buFont typeface="Arial"/>
              <a:buAutoNum type="arabicPeriod"/>
            </a:pPr>
            <a:r>
              <a:rPr i="1" lang="en-US"/>
              <a:t>Better solution</a:t>
            </a:r>
            <a:r>
              <a:rPr lang="en-US"/>
              <a:t>: </a:t>
            </a:r>
            <a:endParaRPr/>
          </a:p>
          <a:p>
            <a:pPr indent="-342900" lvl="3" marL="1543050" rtl="0" algn="l">
              <a:spcBef>
                <a:spcPts val="630"/>
              </a:spcBef>
              <a:spcAft>
                <a:spcPts val="0"/>
              </a:spcAft>
              <a:buSzPts val="1800"/>
              <a:buFont typeface="Arial"/>
              <a:buChar char="●"/>
            </a:pPr>
            <a:r>
              <a:rPr lang="en-US"/>
              <a:t>Record in-progress disk writes on non-volatile storage (Non-volatile RAM or special area of disk). </a:t>
            </a:r>
            <a:endParaRPr/>
          </a:p>
          <a:p>
            <a:pPr indent="-342900" lvl="3" marL="1543050" rtl="0" algn="l">
              <a:spcBef>
                <a:spcPts val="630"/>
              </a:spcBef>
              <a:spcAft>
                <a:spcPts val="0"/>
              </a:spcAft>
              <a:buSzPts val="1800"/>
              <a:buFont typeface="Arial"/>
              <a:buChar char="●"/>
            </a:pPr>
            <a:r>
              <a:rPr lang="en-US"/>
              <a:t> Use this information during recovery  to find blocks that may be inconsistent, and only compare copies of these. </a:t>
            </a:r>
            <a:endParaRPr/>
          </a:p>
          <a:p>
            <a:pPr indent="-342900" lvl="3" marL="1543050" rtl="0" algn="l">
              <a:spcBef>
                <a:spcPts val="630"/>
              </a:spcBef>
              <a:spcAft>
                <a:spcPts val="0"/>
              </a:spcAft>
              <a:buSzPts val="1800"/>
              <a:buFont typeface="Arial"/>
              <a:buChar char="●"/>
            </a:pPr>
            <a:r>
              <a:rPr lang="en-US"/>
              <a:t>Used in hardware RAID systems</a:t>
            </a:r>
            <a:endParaRPr/>
          </a:p>
          <a:p>
            <a:pPr indent="-342900" lvl="1" marL="800100" rtl="0" algn="l">
              <a:spcBef>
                <a:spcPts val="630"/>
              </a:spcBef>
              <a:spcAft>
                <a:spcPts val="0"/>
              </a:spcAft>
              <a:buSzPts val="1890"/>
              <a:buFont typeface="Arial"/>
              <a:buAutoNum type="arabicPeriod"/>
            </a:pPr>
            <a:r>
              <a:rPr lang="en-US"/>
              <a:t>If either copy of an inconsistent block is detected to have an error (bad checksum), overwrite it by the other copy.  If both have no error, but are different, overwrite the second block by the first block.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Data Access</a:t>
            </a:r>
            <a:endParaRPr/>
          </a:p>
        </p:txBody>
      </p:sp>
      <p:sp>
        <p:nvSpPr>
          <p:cNvPr id="150" name="Google Shape;150;p7"/>
          <p:cNvSpPr txBox="1"/>
          <p:nvPr>
            <p:ph idx="4294967295" type="body"/>
          </p:nvPr>
        </p:nvSpPr>
        <p:spPr>
          <a:xfrm>
            <a:off x="571500" y="1092200"/>
            <a:ext cx="7848600" cy="44481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b="1" lang="en-US"/>
              <a:t>Physical blocks</a:t>
            </a:r>
            <a:r>
              <a:rPr lang="en-US"/>
              <a:t> are those blocks residing on the disk. </a:t>
            </a:r>
            <a:endParaRPr/>
          </a:p>
          <a:p>
            <a:pPr indent="-342900" lvl="0" marL="342900" rtl="0" algn="l">
              <a:lnSpc>
                <a:spcPct val="90000"/>
              </a:lnSpc>
              <a:spcBef>
                <a:spcPts val="700"/>
              </a:spcBef>
              <a:spcAft>
                <a:spcPts val="0"/>
              </a:spcAft>
              <a:buSzPts val="1800"/>
              <a:buChar char="●"/>
            </a:pPr>
            <a:r>
              <a:rPr b="1" lang="en-US">
                <a:solidFill>
                  <a:schemeClr val="dk2"/>
                </a:solidFill>
              </a:rPr>
              <a:t>Buffer blocks</a:t>
            </a:r>
            <a:r>
              <a:rPr lang="en-US"/>
              <a:t> are the blocks residing temporarily in main memory.</a:t>
            </a:r>
            <a:endParaRPr/>
          </a:p>
          <a:p>
            <a:pPr indent="-342900" lvl="0" marL="342900" rtl="0" algn="l">
              <a:lnSpc>
                <a:spcPct val="90000"/>
              </a:lnSpc>
              <a:spcBef>
                <a:spcPts val="700"/>
              </a:spcBef>
              <a:spcAft>
                <a:spcPts val="0"/>
              </a:spcAft>
              <a:buSzPts val="1800"/>
              <a:buChar char="●"/>
            </a:pPr>
            <a:r>
              <a:rPr lang="en-US"/>
              <a:t>Block movements between  disk and main memory are initiated through the following two operations:</a:t>
            </a:r>
            <a:endParaRPr/>
          </a:p>
          <a:p>
            <a:pPr indent="-285750" lvl="1" marL="742950" rtl="0" algn="l">
              <a:lnSpc>
                <a:spcPct val="90000"/>
              </a:lnSpc>
              <a:spcBef>
                <a:spcPts val="630"/>
              </a:spcBef>
              <a:spcAft>
                <a:spcPts val="0"/>
              </a:spcAft>
              <a:buSzPts val="1890"/>
              <a:buChar char="★"/>
            </a:pPr>
            <a:r>
              <a:rPr b="1" lang="en-US">
                <a:solidFill>
                  <a:schemeClr val="dk2"/>
                </a:solidFill>
              </a:rPr>
              <a:t>input</a:t>
            </a:r>
            <a:r>
              <a:rPr lang="en-US"/>
              <a:t>(</a:t>
            </a:r>
            <a:r>
              <a:rPr i="1" lang="en-US"/>
              <a:t>B</a:t>
            </a:r>
            <a:r>
              <a:rPr lang="en-US"/>
              <a:t>) transfers the physical block </a:t>
            </a:r>
            <a:r>
              <a:rPr i="1" lang="en-US"/>
              <a:t>B  </a:t>
            </a:r>
            <a:r>
              <a:rPr lang="en-US"/>
              <a:t>to main memory.</a:t>
            </a:r>
            <a:endParaRPr/>
          </a:p>
          <a:p>
            <a:pPr indent="-285750" lvl="1" marL="742950" rtl="0" algn="l">
              <a:lnSpc>
                <a:spcPct val="90000"/>
              </a:lnSpc>
              <a:spcBef>
                <a:spcPts val="630"/>
              </a:spcBef>
              <a:spcAft>
                <a:spcPts val="0"/>
              </a:spcAft>
              <a:buSzPts val="1890"/>
              <a:buChar char="★"/>
            </a:pPr>
            <a:r>
              <a:rPr b="1" lang="en-US">
                <a:solidFill>
                  <a:schemeClr val="dk2"/>
                </a:solidFill>
              </a:rPr>
              <a:t>output</a:t>
            </a:r>
            <a:r>
              <a:rPr lang="en-US"/>
              <a:t>(</a:t>
            </a:r>
            <a:r>
              <a:rPr i="1" lang="en-US"/>
              <a:t>B</a:t>
            </a:r>
            <a:r>
              <a:rPr lang="en-US"/>
              <a:t>) transfers the buffer block </a:t>
            </a:r>
            <a:r>
              <a:rPr i="1" lang="en-US"/>
              <a:t>B </a:t>
            </a:r>
            <a:r>
              <a:rPr lang="en-US"/>
              <a:t>to the disk, and replaces the appropriate physical block there.</a:t>
            </a:r>
            <a:endParaRPr/>
          </a:p>
          <a:p>
            <a:pPr indent="-342900" lvl="0" marL="342900" rtl="0" algn="l">
              <a:lnSpc>
                <a:spcPct val="90000"/>
              </a:lnSpc>
              <a:spcBef>
                <a:spcPts val="980"/>
              </a:spcBef>
              <a:spcAft>
                <a:spcPts val="0"/>
              </a:spcAft>
              <a:buSzPts val="1800"/>
              <a:buChar char="●"/>
            </a:pPr>
            <a:r>
              <a:rPr lang="en-US"/>
              <a:t>Each transaction </a:t>
            </a:r>
            <a:r>
              <a:rPr i="1" lang="en-US"/>
              <a:t>T</a:t>
            </a:r>
            <a:r>
              <a:rPr baseline="-25000" i="1" lang="en-US" sz="2800"/>
              <a:t>i</a:t>
            </a:r>
            <a:r>
              <a:rPr i="1" lang="en-US"/>
              <a:t> </a:t>
            </a:r>
            <a:r>
              <a:rPr lang="en-US"/>
              <a:t>has its private work-area in which local copies of all data items accessed and updated by it are kept.</a:t>
            </a:r>
            <a:endParaRPr/>
          </a:p>
          <a:p>
            <a:pPr indent="-285750" lvl="1" marL="742950" rtl="0" algn="l">
              <a:lnSpc>
                <a:spcPct val="90000"/>
              </a:lnSpc>
              <a:spcBef>
                <a:spcPts val="840"/>
              </a:spcBef>
              <a:spcAft>
                <a:spcPts val="0"/>
              </a:spcAft>
              <a:buSzPts val="1890"/>
              <a:buChar char="★"/>
            </a:pPr>
            <a:r>
              <a:rPr lang="en-US"/>
              <a:t> </a:t>
            </a:r>
            <a:r>
              <a:rPr i="1" lang="en-US"/>
              <a:t>T</a:t>
            </a:r>
            <a:r>
              <a:rPr baseline="-25000" i="1" lang="en-US" sz="2400"/>
              <a:t>i</a:t>
            </a:r>
            <a:r>
              <a:rPr lang="en-US"/>
              <a:t>'s local copy of a data item </a:t>
            </a:r>
            <a:r>
              <a:rPr i="1" lang="en-US"/>
              <a:t>X</a:t>
            </a:r>
            <a:r>
              <a:rPr lang="en-US"/>
              <a:t> is called </a:t>
            </a:r>
            <a:r>
              <a:rPr i="1" lang="en-US"/>
              <a:t>x</a:t>
            </a:r>
            <a:r>
              <a:rPr baseline="-25000" i="1" lang="en-US" sz="2400"/>
              <a:t>i</a:t>
            </a:r>
            <a:r>
              <a:rPr i="1" lang="en-US"/>
              <a:t>.</a:t>
            </a:r>
            <a:endParaRPr/>
          </a:p>
          <a:p>
            <a:pPr indent="-342900" lvl="0" marL="342900" rtl="0" algn="l">
              <a:lnSpc>
                <a:spcPct val="90000"/>
              </a:lnSpc>
              <a:spcBef>
                <a:spcPts val="700"/>
              </a:spcBef>
              <a:spcAft>
                <a:spcPts val="0"/>
              </a:spcAft>
              <a:buSzPts val="1800"/>
              <a:buChar char="●"/>
            </a:pPr>
            <a:r>
              <a:rPr lang="en-US"/>
              <a:t>We assume, for simplicity, that each data item fits in, and is stored inside, a single block.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Data Access (Cont.)</a:t>
            </a:r>
            <a:endParaRPr/>
          </a:p>
        </p:txBody>
      </p:sp>
      <p:sp>
        <p:nvSpPr>
          <p:cNvPr id="156" name="Google Shape;156;p8"/>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Transaction transfers data items between system buffer blocks and its private work-area using the following operations :</a:t>
            </a:r>
            <a:endParaRPr/>
          </a:p>
          <a:p>
            <a:pPr indent="-285750" lvl="1" marL="742950" rtl="0" algn="l">
              <a:lnSpc>
                <a:spcPct val="90000"/>
              </a:lnSpc>
              <a:spcBef>
                <a:spcPts val="840"/>
              </a:spcBef>
              <a:spcAft>
                <a:spcPts val="0"/>
              </a:spcAft>
              <a:buSzPts val="1890"/>
              <a:buChar char="★"/>
            </a:pPr>
            <a:r>
              <a:rPr b="1" lang="en-US">
                <a:solidFill>
                  <a:schemeClr val="dk2"/>
                </a:solidFill>
              </a:rPr>
              <a:t>read</a:t>
            </a:r>
            <a:r>
              <a:rPr lang="en-US"/>
              <a:t>(</a:t>
            </a:r>
            <a:r>
              <a:rPr i="1" lang="en-US"/>
              <a:t>X</a:t>
            </a:r>
            <a:r>
              <a:rPr lang="en-US"/>
              <a:t>) assigns the value of data item </a:t>
            </a:r>
            <a:r>
              <a:rPr i="1" lang="en-US"/>
              <a:t>X</a:t>
            </a:r>
            <a:r>
              <a:rPr lang="en-US"/>
              <a:t> to the local variable </a:t>
            </a:r>
            <a:r>
              <a:rPr i="1" lang="en-US"/>
              <a:t>x</a:t>
            </a:r>
            <a:r>
              <a:rPr baseline="-25000" i="1" lang="en-US" sz="2400"/>
              <a:t>i</a:t>
            </a:r>
            <a:r>
              <a:rPr lang="en-US"/>
              <a:t>.</a:t>
            </a:r>
            <a:endParaRPr/>
          </a:p>
          <a:p>
            <a:pPr indent="-285750" lvl="1" marL="742950" rtl="0" algn="l">
              <a:lnSpc>
                <a:spcPct val="90000"/>
              </a:lnSpc>
              <a:spcBef>
                <a:spcPts val="840"/>
              </a:spcBef>
              <a:spcAft>
                <a:spcPts val="0"/>
              </a:spcAft>
              <a:buSzPts val="1890"/>
              <a:buChar char="★"/>
            </a:pPr>
            <a:r>
              <a:rPr b="1" lang="en-US">
                <a:solidFill>
                  <a:schemeClr val="dk2"/>
                </a:solidFill>
              </a:rPr>
              <a:t>write</a:t>
            </a:r>
            <a:r>
              <a:rPr lang="en-US"/>
              <a:t>(</a:t>
            </a:r>
            <a:r>
              <a:rPr i="1" lang="en-US"/>
              <a:t>X</a:t>
            </a:r>
            <a:r>
              <a:rPr lang="en-US"/>
              <a:t>) assigns the value of local variable </a:t>
            </a:r>
            <a:r>
              <a:rPr i="1" lang="en-US"/>
              <a:t>x</a:t>
            </a:r>
            <a:r>
              <a:rPr baseline="-25000" i="1" lang="en-US" sz="2400"/>
              <a:t>i</a:t>
            </a:r>
            <a:r>
              <a:rPr i="1" lang="en-US"/>
              <a:t> </a:t>
            </a:r>
            <a:r>
              <a:rPr lang="en-US"/>
              <a:t>to data item {</a:t>
            </a:r>
            <a:r>
              <a:rPr i="1" lang="en-US"/>
              <a:t>X</a:t>
            </a:r>
            <a:r>
              <a:rPr lang="en-US"/>
              <a:t>} in the buffer block.</a:t>
            </a:r>
            <a:endParaRPr/>
          </a:p>
          <a:p>
            <a:pPr indent="-285750" lvl="1" marL="742950" rtl="0" algn="l">
              <a:lnSpc>
                <a:spcPct val="90000"/>
              </a:lnSpc>
              <a:spcBef>
                <a:spcPts val="700"/>
              </a:spcBef>
              <a:spcAft>
                <a:spcPts val="0"/>
              </a:spcAft>
              <a:buSzPts val="1890"/>
              <a:buChar char="★"/>
            </a:pPr>
            <a:r>
              <a:rPr lang="en-US"/>
              <a:t>both these commands may necessitate the issue of an</a:t>
            </a:r>
            <a:r>
              <a:rPr b="1" lang="en-US"/>
              <a:t> input</a:t>
            </a:r>
            <a:r>
              <a:rPr lang="en-US"/>
              <a:t>(B</a:t>
            </a:r>
            <a:r>
              <a:rPr baseline="-25000" lang="en-US" sz="2000"/>
              <a:t>X</a:t>
            </a:r>
            <a:r>
              <a:rPr lang="en-US"/>
              <a:t>) instruction before the assignment, if the block </a:t>
            </a:r>
            <a:r>
              <a:rPr i="1" lang="en-US"/>
              <a:t>B</a:t>
            </a:r>
            <a:r>
              <a:rPr baseline="-25000" i="1" lang="en-US" sz="2000"/>
              <a:t>X</a:t>
            </a:r>
            <a:r>
              <a:rPr lang="en-US"/>
              <a:t> in which </a:t>
            </a:r>
            <a:r>
              <a:rPr i="1" lang="en-US"/>
              <a:t>X</a:t>
            </a:r>
            <a:r>
              <a:rPr lang="en-US"/>
              <a:t> resides is not already in memory.</a:t>
            </a:r>
            <a:endParaRPr/>
          </a:p>
          <a:p>
            <a:pPr indent="-342900" lvl="0" marL="342900" rtl="0" algn="l">
              <a:lnSpc>
                <a:spcPct val="90000"/>
              </a:lnSpc>
              <a:spcBef>
                <a:spcPts val="700"/>
              </a:spcBef>
              <a:spcAft>
                <a:spcPts val="0"/>
              </a:spcAft>
              <a:buSzPts val="1800"/>
              <a:buChar char="●"/>
            </a:pPr>
            <a:r>
              <a:rPr lang="en-US"/>
              <a:t>Transactions </a:t>
            </a:r>
            <a:endParaRPr/>
          </a:p>
          <a:p>
            <a:pPr indent="-285750" lvl="1" marL="742950" rtl="0" algn="l">
              <a:lnSpc>
                <a:spcPct val="90000"/>
              </a:lnSpc>
              <a:spcBef>
                <a:spcPts val="630"/>
              </a:spcBef>
              <a:spcAft>
                <a:spcPts val="0"/>
              </a:spcAft>
              <a:buSzPts val="1890"/>
              <a:buChar char="★"/>
            </a:pPr>
            <a:r>
              <a:rPr lang="en-US"/>
              <a:t>Perform </a:t>
            </a:r>
            <a:r>
              <a:rPr b="1" lang="en-US"/>
              <a:t>read</a:t>
            </a:r>
            <a:r>
              <a:rPr lang="en-US"/>
              <a:t>(</a:t>
            </a:r>
            <a:r>
              <a:rPr i="1" lang="en-US"/>
              <a:t>X</a:t>
            </a:r>
            <a:r>
              <a:rPr lang="en-US"/>
              <a:t>) while accessing </a:t>
            </a:r>
            <a:r>
              <a:rPr i="1" lang="en-US"/>
              <a:t>X</a:t>
            </a:r>
            <a:r>
              <a:rPr lang="en-US"/>
              <a:t> for the first time; </a:t>
            </a:r>
            <a:endParaRPr/>
          </a:p>
          <a:p>
            <a:pPr indent="-285750" lvl="1" marL="742950" rtl="0" algn="l">
              <a:lnSpc>
                <a:spcPct val="90000"/>
              </a:lnSpc>
              <a:spcBef>
                <a:spcPts val="630"/>
              </a:spcBef>
              <a:spcAft>
                <a:spcPts val="0"/>
              </a:spcAft>
              <a:buSzPts val="1890"/>
              <a:buChar char="★"/>
            </a:pPr>
            <a:r>
              <a:rPr lang="en-US"/>
              <a:t>All subsequent accesses are to the local copy. </a:t>
            </a:r>
            <a:endParaRPr/>
          </a:p>
          <a:p>
            <a:pPr indent="-285750" lvl="1" marL="742950" rtl="0" algn="l">
              <a:lnSpc>
                <a:spcPct val="90000"/>
              </a:lnSpc>
              <a:spcBef>
                <a:spcPts val="630"/>
              </a:spcBef>
              <a:spcAft>
                <a:spcPts val="0"/>
              </a:spcAft>
              <a:buSzPts val="1890"/>
              <a:buChar char="★"/>
            </a:pPr>
            <a:r>
              <a:rPr lang="en-US"/>
              <a:t>After last access, transaction executes </a:t>
            </a:r>
            <a:r>
              <a:rPr b="1" lang="en-US"/>
              <a:t>write</a:t>
            </a:r>
            <a:r>
              <a:rPr lang="en-US"/>
              <a:t>(</a:t>
            </a:r>
            <a:r>
              <a:rPr i="1" lang="en-US"/>
              <a:t>X</a:t>
            </a:r>
            <a:r>
              <a:rPr lang="en-US"/>
              <a:t>).</a:t>
            </a:r>
            <a:endParaRPr/>
          </a:p>
          <a:p>
            <a:pPr indent="-342900" lvl="0" marL="342900" rtl="0" algn="l">
              <a:lnSpc>
                <a:spcPct val="90000"/>
              </a:lnSpc>
              <a:spcBef>
                <a:spcPts val="700"/>
              </a:spcBef>
              <a:spcAft>
                <a:spcPts val="0"/>
              </a:spcAft>
              <a:buSzPts val="1800"/>
              <a:buChar char="●"/>
            </a:pPr>
            <a:r>
              <a:rPr b="1" lang="en-US"/>
              <a:t>output</a:t>
            </a:r>
            <a:r>
              <a:rPr lang="en-US"/>
              <a:t>(</a:t>
            </a:r>
            <a:r>
              <a:rPr i="1" lang="en-US"/>
              <a:t>B</a:t>
            </a:r>
            <a:r>
              <a:rPr baseline="-25000" i="1" lang="en-US"/>
              <a:t>X</a:t>
            </a:r>
            <a:r>
              <a:rPr lang="en-US"/>
              <a:t>) need not immediately follow </a:t>
            </a:r>
            <a:r>
              <a:rPr b="1" lang="en-US"/>
              <a:t>write</a:t>
            </a:r>
            <a:r>
              <a:rPr lang="en-US"/>
              <a:t>(</a:t>
            </a:r>
            <a:r>
              <a:rPr i="1" lang="en-US"/>
              <a:t>X</a:t>
            </a:r>
            <a:r>
              <a:rPr lang="en-US"/>
              <a:t>). System can perform the </a:t>
            </a:r>
            <a:r>
              <a:rPr b="1" lang="en-US"/>
              <a:t>output</a:t>
            </a:r>
            <a:r>
              <a:rPr lang="en-US"/>
              <a:t> operation when it deems fit.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Data Access</a:t>
            </a:r>
            <a:endParaRPr/>
          </a:p>
        </p:txBody>
      </p:sp>
      <p:sp>
        <p:nvSpPr>
          <p:cNvPr id="162" name="Google Shape;162;p9"/>
          <p:cNvSpPr/>
          <p:nvPr/>
        </p:nvSpPr>
        <p:spPr>
          <a:xfrm>
            <a:off x="4027488" y="1066800"/>
            <a:ext cx="762000" cy="990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63" name="Google Shape;163;p9"/>
          <p:cNvSpPr/>
          <p:nvPr/>
        </p:nvSpPr>
        <p:spPr>
          <a:xfrm>
            <a:off x="4217988" y="1143000"/>
            <a:ext cx="381000" cy="30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Helvetica Neue"/>
                <a:ea typeface="Helvetica Neue"/>
                <a:cs typeface="Helvetica Neue"/>
                <a:sym typeface="Helvetica Neue"/>
              </a:rPr>
              <a:t>x</a:t>
            </a:r>
            <a:endParaRPr/>
          </a:p>
        </p:txBody>
      </p:sp>
      <p:sp>
        <p:nvSpPr>
          <p:cNvPr id="164" name="Google Shape;164;p9"/>
          <p:cNvSpPr/>
          <p:nvPr/>
        </p:nvSpPr>
        <p:spPr>
          <a:xfrm>
            <a:off x="4217988" y="1600200"/>
            <a:ext cx="381000" cy="30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Helvetica Neue"/>
                <a:ea typeface="Helvetica Neue"/>
                <a:cs typeface="Helvetica Neue"/>
                <a:sym typeface="Helvetica Neue"/>
              </a:rPr>
              <a:t>Y</a:t>
            </a:r>
            <a:endParaRPr/>
          </a:p>
        </p:txBody>
      </p:sp>
      <p:sp>
        <p:nvSpPr>
          <p:cNvPr id="165" name="Google Shape;165;p9"/>
          <p:cNvSpPr/>
          <p:nvPr/>
        </p:nvSpPr>
        <p:spPr>
          <a:xfrm>
            <a:off x="6237288" y="1066800"/>
            <a:ext cx="1143000" cy="38100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cxnSp>
        <p:nvCxnSpPr>
          <p:cNvPr id="166" name="Google Shape;166;p9"/>
          <p:cNvCxnSpPr/>
          <p:nvPr/>
        </p:nvCxnSpPr>
        <p:spPr>
          <a:xfrm>
            <a:off x="6237288" y="1219200"/>
            <a:ext cx="0" cy="1143000"/>
          </a:xfrm>
          <a:prstGeom prst="straightConnector1">
            <a:avLst/>
          </a:prstGeom>
          <a:noFill/>
          <a:ln cap="flat" cmpd="sng" w="9525">
            <a:solidFill>
              <a:schemeClr val="dk1"/>
            </a:solidFill>
            <a:prstDash val="solid"/>
            <a:round/>
            <a:headEnd len="med" w="med" type="none"/>
            <a:tailEnd len="med" w="med" type="none"/>
          </a:ln>
        </p:spPr>
      </p:cxnSp>
      <p:cxnSp>
        <p:nvCxnSpPr>
          <p:cNvPr id="167" name="Google Shape;167;p9"/>
          <p:cNvCxnSpPr/>
          <p:nvPr/>
        </p:nvCxnSpPr>
        <p:spPr>
          <a:xfrm>
            <a:off x="7380288" y="1238250"/>
            <a:ext cx="0" cy="1143000"/>
          </a:xfrm>
          <a:prstGeom prst="straightConnector1">
            <a:avLst/>
          </a:prstGeom>
          <a:noFill/>
          <a:ln cap="flat" cmpd="sng" w="9525">
            <a:solidFill>
              <a:schemeClr val="dk1"/>
            </a:solidFill>
            <a:prstDash val="solid"/>
            <a:round/>
            <a:headEnd len="med" w="med" type="none"/>
            <a:tailEnd len="med" w="med" type="none"/>
          </a:ln>
        </p:spPr>
      </p:cxnSp>
      <p:sp>
        <p:nvSpPr>
          <p:cNvPr id="168" name="Google Shape;168;p9"/>
          <p:cNvSpPr/>
          <p:nvPr/>
        </p:nvSpPr>
        <p:spPr>
          <a:xfrm>
            <a:off x="6237288" y="2362200"/>
            <a:ext cx="1143000" cy="177800"/>
          </a:xfrm>
          <a:custGeom>
            <a:rect b="b" l="l" r="r" t="t"/>
            <a:pathLst>
              <a:path extrusionOk="0" h="112" w="720">
                <a:moveTo>
                  <a:pt x="0" y="0"/>
                </a:moveTo>
                <a:cubicBezTo>
                  <a:pt x="76" y="40"/>
                  <a:pt x="152" y="80"/>
                  <a:pt x="240" y="96"/>
                </a:cubicBezTo>
                <a:cubicBezTo>
                  <a:pt x="328" y="112"/>
                  <a:pt x="448" y="112"/>
                  <a:pt x="528" y="96"/>
                </a:cubicBezTo>
                <a:cubicBezTo>
                  <a:pt x="608" y="80"/>
                  <a:pt x="688" y="16"/>
                  <a:pt x="720" y="0"/>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69" name="Google Shape;169;p9"/>
          <p:cNvSpPr/>
          <p:nvPr/>
        </p:nvSpPr>
        <p:spPr>
          <a:xfrm>
            <a:off x="6618288" y="1524000"/>
            <a:ext cx="304800" cy="30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0" name="Google Shape;170;p9"/>
          <p:cNvSpPr/>
          <p:nvPr/>
        </p:nvSpPr>
        <p:spPr>
          <a:xfrm>
            <a:off x="6618288" y="1981200"/>
            <a:ext cx="304800" cy="30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1" name="Google Shape;171;p9"/>
          <p:cNvSpPr txBox="1"/>
          <p:nvPr/>
        </p:nvSpPr>
        <p:spPr>
          <a:xfrm>
            <a:off x="6983413" y="1458913"/>
            <a:ext cx="354012"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a:t>
            </a:r>
            <a:endParaRPr/>
          </a:p>
        </p:txBody>
      </p:sp>
      <p:sp>
        <p:nvSpPr>
          <p:cNvPr id="172" name="Google Shape;172;p9"/>
          <p:cNvSpPr txBox="1"/>
          <p:nvPr/>
        </p:nvSpPr>
        <p:spPr>
          <a:xfrm>
            <a:off x="6999288" y="1898650"/>
            <a:ext cx="354012"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B</a:t>
            </a:r>
            <a:endParaRPr/>
          </a:p>
        </p:txBody>
      </p:sp>
      <p:sp>
        <p:nvSpPr>
          <p:cNvPr id="173" name="Google Shape;173;p9"/>
          <p:cNvSpPr/>
          <p:nvPr/>
        </p:nvSpPr>
        <p:spPr>
          <a:xfrm>
            <a:off x="3189288" y="3276600"/>
            <a:ext cx="762000" cy="1143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4" name="Google Shape;174;p9"/>
          <p:cNvSpPr/>
          <p:nvPr/>
        </p:nvSpPr>
        <p:spPr>
          <a:xfrm>
            <a:off x="4408488" y="3276600"/>
            <a:ext cx="762000" cy="1143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5" name="Google Shape;175;p9"/>
          <p:cNvSpPr/>
          <p:nvPr/>
        </p:nvSpPr>
        <p:spPr>
          <a:xfrm>
            <a:off x="4713288" y="3429000"/>
            <a:ext cx="228600" cy="22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6" name="Google Shape;176;p9"/>
          <p:cNvSpPr/>
          <p:nvPr/>
        </p:nvSpPr>
        <p:spPr>
          <a:xfrm>
            <a:off x="3570288" y="3581400"/>
            <a:ext cx="228600" cy="22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7" name="Google Shape;177;p9"/>
          <p:cNvSpPr/>
          <p:nvPr/>
        </p:nvSpPr>
        <p:spPr>
          <a:xfrm>
            <a:off x="3570288" y="4038600"/>
            <a:ext cx="228600" cy="22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cxnSp>
        <p:nvCxnSpPr>
          <p:cNvPr id="178" name="Google Shape;178;p9"/>
          <p:cNvCxnSpPr/>
          <p:nvPr/>
        </p:nvCxnSpPr>
        <p:spPr>
          <a:xfrm>
            <a:off x="3113088" y="5257800"/>
            <a:ext cx="2057400" cy="0"/>
          </a:xfrm>
          <a:prstGeom prst="straightConnector1">
            <a:avLst/>
          </a:prstGeom>
          <a:noFill/>
          <a:ln cap="flat" cmpd="sng" w="9525">
            <a:solidFill>
              <a:schemeClr val="dk1"/>
            </a:solidFill>
            <a:prstDash val="solid"/>
            <a:round/>
            <a:headEnd len="med" w="med" type="none"/>
            <a:tailEnd len="med" w="med" type="none"/>
          </a:ln>
        </p:spPr>
      </p:cxnSp>
      <p:sp>
        <p:nvSpPr>
          <p:cNvPr id="179" name="Google Shape;179;p9"/>
          <p:cNvSpPr txBox="1"/>
          <p:nvPr/>
        </p:nvSpPr>
        <p:spPr>
          <a:xfrm>
            <a:off x="3230563" y="3516313"/>
            <a:ext cx="4032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x</a:t>
            </a:r>
            <a:r>
              <a:rPr baseline="-25000" lang="en-US" sz="2000">
                <a:solidFill>
                  <a:schemeClr val="dk1"/>
                </a:solidFill>
                <a:latin typeface="Helvetica Neue"/>
                <a:ea typeface="Helvetica Neue"/>
                <a:cs typeface="Helvetica Neue"/>
                <a:sym typeface="Helvetica Neue"/>
              </a:rPr>
              <a:t>1</a:t>
            </a:r>
            <a:endParaRPr sz="2000">
              <a:solidFill>
                <a:schemeClr val="dk1"/>
              </a:solidFill>
              <a:latin typeface="Helvetica Neue"/>
              <a:ea typeface="Helvetica Neue"/>
              <a:cs typeface="Helvetica Neue"/>
              <a:sym typeface="Helvetica Neue"/>
            </a:endParaRPr>
          </a:p>
        </p:txBody>
      </p:sp>
      <p:sp>
        <p:nvSpPr>
          <p:cNvPr id="180" name="Google Shape;180;p9"/>
          <p:cNvSpPr txBox="1"/>
          <p:nvPr/>
        </p:nvSpPr>
        <p:spPr>
          <a:xfrm>
            <a:off x="3227388" y="3911600"/>
            <a:ext cx="449262"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y</a:t>
            </a:r>
            <a:r>
              <a:rPr baseline="-25000" lang="en-US" sz="2000">
                <a:solidFill>
                  <a:schemeClr val="dk1"/>
                </a:solidFill>
                <a:latin typeface="Helvetica Neue"/>
                <a:ea typeface="Helvetica Neue"/>
                <a:cs typeface="Helvetica Neue"/>
                <a:sym typeface="Helvetica Neue"/>
              </a:rPr>
              <a:t>1 </a:t>
            </a:r>
            <a:endParaRPr sz="2000">
              <a:solidFill>
                <a:schemeClr val="dk1"/>
              </a:solidFill>
              <a:latin typeface="Helvetica Neue"/>
              <a:ea typeface="Helvetica Neue"/>
              <a:cs typeface="Helvetica Neue"/>
              <a:sym typeface="Helvetica Neue"/>
            </a:endParaRPr>
          </a:p>
        </p:txBody>
      </p:sp>
      <p:sp>
        <p:nvSpPr>
          <p:cNvPr id="181" name="Google Shape;181;p9"/>
          <p:cNvSpPr txBox="1"/>
          <p:nvPr/>
        </p:nvSpPr>
        <p:spPr>
          <a:xfrm>
            <a:off x="4087813" y="696913"/>
            <a:ext cx="8318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buffer</a:t>
            </a:r>
            <a:endParaRPr/>
          </a:p>
        </p:txBody>
      </p:sp>
      <p:sp>
        <p:nvSpPr>
          <p:cNvPr id="182" name="Google Shape;182;p9"/>
          <p:cNvSpPr txBox="1"/>
          <p:nvPr/>
        </p:nvSpPr>
        <p:spPr>
          <a:xfrm>
            <a:off x="1447800" y="1016000"/>
            <a:ext cx="18621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Buffer Block A</a:t>
            </a:r>
            <a:r>
              <a:rPr lang="en-US" sz="2000">
                <a:solidFill>
                  <a:schemeClr val="dk1"/>
                </a:solidFill>
                <a:latin typeface="Helvetica Neue"/>
                <a:ea typeface="Helvetica Neue"/>
                <a:cs typeface="Helvetica Neue"/>
                <a:sym typeface="Helvetica Neue"/>
              </a:rPr>
              <a:t> </a:t>
            </a:r>
            <a:endParaRPr/>
          </a:p>
        </p:txBody>
      </p:sp>
      <p:sp>
        <p:nvSpPr>
          <p:cNvPr id="183" name="Google Shape;183;p9"/>
          <p:cNvSpPr txBox="1"/>
          <p:nvPr/>
        </p:nvSpPr>
        <p:spPr>
          <a:xfrm>
            <a:off x="1447800" y="1517650"/>
            <a:ext cx="179228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Buffer Block B</a:t>
            </a:r>
            <a:endParaRPr sz="2000">
              <a:solidFill>
                <a:schemeClr val="dk1"/>
              </a:solidFill>
              <a:latin typeface="Helvetica Neue"/>
              <a:ea typeface="Helvetica Neue"/>
              <a:cs typeface="Helvetica Neue"/>
              <a:sym typeface="Helvetica Neue"/>
            </a:endParaRPr>
          </a:p>
        </p:txBody>
      </p:sp>
      <p:cxnSp>
        <p:nvCxnSpPr>
          <p:cNvPr id="184" name="Google Shape;184;p9"/>
          <p:cNvCxnSpPr/>
          <p:nvPr/>
        </p:nvCxnSpPr>
        <p:spPr>
          <a:xfrm>
            <a:off x="3341688" y="1219200"/>
            <a:ext cx="838200" cy="0"/>
          </a:xfrm>
          <a:prstGeom prst="straightConnector1">
            <a:avLst/>
          </a:prstGeom>
          <a:noFill/>
          <a:ln cap="flat" cmpd="sng" w="9525">
            <a:solidFill>
              <a:schemeClr val="dk1"/>
            </a:solidFill>
            <a:prstDash val="solid"/>
            <a:round/>
            <a:headEnd len="med" w="med" type="none"/>
            <a:tailEnd len="med" w="med" type="triangle"/>
          </a:ln>
        </p:spPr>
      </p:cxnSp>
      <p:cxnSp>
        <p:nvCxnSpPr>
          <p:cNvPr id="185" name="Google Shape;185;p9"/>
          <p:cNvCxnSpPr/>
          <p:nvPr/>
        </p:nvCxnSpPr>
        <p:spPr>
          <a:xfrm>
            <a:off x="3341688" y="1752600"/>
            <a:ext cx="838200" cy="0"/>
          </a:xfrm>
          <a:prstGeom prst="straightConnector1">
            <a:avLst/>
          </a:prstGeom>
          <a:noFill/>
          <a:ln cap="flat" cmpd="sng" w="9525">
            <a:solidFill>
              <a:schemeClr val="dk1"/>
            </a:solidFill>
            <a:prstDash val="solid"/>
            <a:round/>
            <a:headEnd len="med" w="med" type="none"/>
            <a:tailEnd len="med" w="med" type="triangle"/>
          </a:ln>
        </p:spPr>
      </p:cxnSp>
      <p:cxnSp>
        <p:nvCxnSpPr>
          <p:cNvPr id="186" name="Google Shape;186;p9"/>
          <p:cNvCxnSpPr/>
          <p:nvPr/>
        </p:nvCxnSpPr>
        <p:spPr>
          <a:xfrm rot="10800000">
            <a:off x="4560888" y="1295400"/>
            <a:ext cx="2057400" cy="381000"/>
          </a:xfrm>
          <a:prstGeom prst="straightConnector1">
            <a:avLst/>
          </a:prstGeom>
          <a:noFill/>
          <a:ln cap="flat" cmpd="sng" w="9525">
            <a:solidFill>
              <a:schemeClr val="dk1"/>
            </a:solidFill>
            <a:prstDash val="solid"/>
            <a:round/>
            <a:headEnd len="med" w="med" type="none"/>
            <a:tailEnd len="med" w="med" type="triangle"/>
          </a:ln>
        </p:spPr>
      </p:cxnSp>
      <p:cxnSp>
        <p:nvCxnSpPr>
          <p:cNvPr id="187" name="Google Shape;187;p9"/>
          <p:cNvCxnSpPr/>
          <p:nvPr/>
        </p:nvCxnSpPr>
        <p:spPr>
          <a:xfrm>
            <a:off x="4637088" y="1752600"/>
            <a:ext cx="1981200" cy="381000"/>
          </a:xfrm>
          <a:prstGeom prst="straightConnector1">
            <a:avLst/>
          </a:prstGeom>
          <a:noFill/>
          <a:ln cap="flat" cmpd="sng" w="9525">
            <a:solidFill>
              <a:schemeClr val="dk1"/>
            </a:solidFill>
            <a:prstDash val="solid"/>
            <a:round/>
            <a:headEnd len="med" w="med" type="none"/>
            <a:tailEnd len="med" w="med" type="triangle"/>
          </a:ln>
        </p:spPr>
      </p:cxnSp>
      <p:sp>
        <p:nvSpPr>
          <p:cNvPr id="188" name="Google Shape;188;p9"/>
          <p:cNvSpPr txBox="1"/>
          <p:nvPr/>
        </p:nvSpPr>
        <p:spPr>
          <a:xfrm>
            <a:off x="4800600" y="1001713"/>
            <a:ext cx="10731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input(A)</a:t>
            </a:r>
            <a:endParaRPr/>
          </a:p>
        </p:txBody>
      </p:sp>
      <p:sp>
        <p:nvSpPr>
          <p:cNvPr id="189" name="Google Shape;189;p9"/>
          <p:cNvSpPr txBox="1"/>
          <p:nvPr/>
        </p:nvSpPr>
        <p:spPr>
          <a:xfrm>
            <a:off x="4818063" y="1898650"/>
            <a:ext cx="129698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output(B) </a:t>
            </a:r>
            <a:endParaRPr/>
          </a:p>
        </p:txBody>
      </p:sp>
      <p:cxnSp>
        <p:nvCxnSpPr>
          <p:cNvPr id="190" name="Google Shape;190;p9"/>
          <p:cNvCxnSpPr/>
          <p:nvPr/>
        </p:nvCxnSpPr>
        <p:spPr>
          <a:xfrm flipH="1">
            <a:off x="3665538" y="1371600"/>
            <a:ext cx="533400" cy="2209800"/>
          </a:xfrm>
          <a:prstGeom prst="straightConnector1">
            <a:avLst/>
          </a:prstGeom>
          <a:noFill/>
          <a:ln cap="flat" cmpd="sng" w="9525">
            <a:solidFill>
              <a:schemeClr val="dk1"/>
            </a:solidFill>
            <a:prstDash val="solid"/>
            <a:round/>
            <a:headEnd len="med" w="med" type="none"/>
            <a:tailEnd len="med" w="med" type="triangle"/>
          </a:ln>
        </p:spPr>
      </p:cxnSp>
      <p:cxnSp>
        <p:nvCxnSpPr>
          <p:cNvPr id="191" name="Google Shape;191;p9"/>
          <p:cNvCxnSpPr/>
          <p:nvPr/>
        </p:nvCxnSpPr>
        <p:spPr>
          <a:xfrm flipH="1" rot="10800000">
            <a:off x="3798888" y="1905000"/>
            <a:ext cx="609600" cy="2286000"/>
          </a:xfrm>
          <a:prstGeom prst="straightConnector1">
            <a:avLst/>
          </a:prstGeom>
          <a:noFill/>
          <a:ln cap="flat" cmpd="sng" w="9525">
            <a:solidFill>
              <a:schemeClr val="dk1"/>
            </a:solidFill>
            <a:prstDash val="solid"/>
            <a:round/>
            <a:headEnd len="med" w="med" type="none"/>
            <a:tailEnd len="med" w="med" type="triangle"/>
          </a:ln>
        </p:spPr>
      </p:cxnSp>
      <p:sp>
        <p:nvSpPr>
          <p:cNvPr id="192" name="Google Shape;192;p9"/>
          <p:cNvSpPr txBox="1"/>
          <p:nvPr/>
        </p:nvSpPr>
        <p:spPr>
          <a:xfrm>
            <a:off x="2808288" y="2203450"/>
            <a:ext cx="103028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read(X)</a:t>
            </a:r>
            <a:endParaRPr/>
          </a:p>
        </p:txBody>
      </p:sp>
      <p:sp>
        <p:nvSpPr>
          <p:cNvPr id="193" name="Google Shape;193;p9"/>
          <p:cNvSpPr txBox="1"/>
          <p:nvPr/>
        </p:nvSpPr>
        <p:spPr>
          <a:xfrm>
            <a:off x="4429125" y="2432050"/>
            <a:ext cx="105886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write(Y)</a:t>
            </a:r>
            <a:endParaRPr/>
          </a:p>
        </p:txBody>
      </p:sp>
      <p:sp>
        <p:nvSpPr>
          <p:cNvPr id="194" name="Google Shape;194;p9"/>
          <p:cNvSpPr txBox="1"/>
          <p:nvPr/>
        </p:nvSpPr>
        <p:spPr>
          <a:xfrm>
            <a:off x="6831013" y="3211513"/>
            <a:ext cx="63658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disk</a:t>
            </a:r>
            <a:endParaRPr/>
          </a:p>
        </p:txBody>
      </p:sp>
      <p:cxnSp>
        <p:nvCxnSpPr>
          <p:cNvPr id="195" name="Google Shape;195;p9"/>
          <p:cNvCxnSpPr/>
          <p:nvPr/>
        </p:nvCxnSpPr>
        <p:spPr>
          <a:xfrm>
            <a:off x="5703888" y="9144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9"/>
          <p:cNvCxnSpPr/>
          <p:nvPr/>
        </p:nvCxnSpPr>
        <p:spPr>
          <a:xfrm flipH="1">
            <a:off x="5780088" y="1219200"/>
            <a:ext cx="228600" cy="457200"/>
          </a:xfrm>
          <a:prstGeom prst="straightConnector1">
            <a:avLst/>
          </a:prstGeom>
          <a:noFill/>
          <a:ln cap="flat" cmpd="sng" w="9525">
            <a:solidFill>
              <a:schemeClr val="dk1"/>
            </a:solidFill>
            <a:prstDash val="solid"/>
            <a:round/>
            <a:headEnd len="med" w="med" type="none"/>
            <a:tailEnd len="med" w="med" type="none"/>
          </a:ln>
        </p:spPr>
      </p:cxnSp>
      <p:cxnSp>
        <p:nvCxnSpPr>
          <p:cNvPr id="197" name="Google Shape;197;p9"/>
          <p:cNvCxnSpPr/>
          <p:nvPr/>
        </p:nvCxnSpPr>
        <p:spPr>
          <a:xfrm>
            <a:off x="5780088" y="16764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198" name="Google Shape;198;p9"/>
          <p:cNvCxnSpPr/>
          <p:nvPr/>
        </p:nvCxnSpPr>
        <p:spPr>
          <a:xfrm flipH="1">
            <a:off x="5856288" y="1981200"/>
            <a:ext cx="228600" cy="457200"/>
          </a:xfrm>
          <a:prstGeom prst="straightConnector1">
            <a:avLst/>
          </a:prstGeom>
          <a:noFill/>
          <a:ln cap="flat" cmpd="sng" w="9525">
            <a:solidFill>
              <a:schemeClr val="dk1"/>
            </a:solidFill>
            <a:prstDash val="solid"/>
            <a:round/>
            <a:headEnd len="med" w="med" type="none"/>
            <a:tailEnd len="med" w="med" type="none"/>
          </a:ln>
        </p:spPr>
      </p:cxnSp>
      <p:cxnSp>
        <p:nvCxnSpPr>
          <p:cNvPr id="199" name="Google Shape;199;p9"/>
          <p:cNvCxnSpPr/>
          <p:nvPr/>
        </p:nvCxnSpPr>
        <p:spPr>
          <a:xfrm>
            <a:off x="5856288" y="24384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200" name="Google Shape;200;p9"/>
          <p:cNvCxnSpPr/>
          <p:nvPr/>
        </p:nvCxnSpPr>
        <p:spPr>
          <a:xfrm flipH="1">
            <a:off x="5932488" y="2743200"/>
            <a:ext cx="228600" cy="457200"/>
          </a:xfrm>
          <a:prstGeom prst="straightConnector1">
            <a:avLst/>
          </a:prstGeom>
          <a:noFill/>
          <a:ln cap="flat" cmpd="sng" w="9525">
            <a:solidFill>
              <a:schemeClr val="dk1"/>
            </a:solidFill>
            <a:prstDash val="solid"/>
            <a:round/>
            <a:headEnd len="med" w="med" type="none"/>
            <a:tailEnd len="med" w="med" type="none"/>
          </a:ln>
        </p:spPr>
      </p:cxnSp>
      <p:cxnSp>
        <p:nvCxnSpPr>
          <p:cNvPr id="201" name="Google Shape;201;p9"/>
          <p:cNvCxnSpPr/>
          <p:nvPr/>
        </p:nvCxnSpPr>
        <p:spPr>
          <a:xfrm>
            <a:off x="5932488" y="32004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202" name="Google Shape;202;p9"/>
          <p:cNvCxnSpPr/>
          <p:nvPr/>
        </p:nvCxnSpPr>
        <p:spPr>
          <a:xfrm flipH="1">
            <a:off x="6008688" y="3505200"/>
            <a:ext cx="228600" cy="457200"/>
          </a:xfrm>
          <a:prstGeom prst="straightConnector1">
            <a:avLst/>
          </a:prstGeom>
          <a:noFill/>
          <a:ln cap="flat" cmpd="sng" w="9525">
            <a:solidFill>
              <a:schemeClr val="dk1"/>
            </a:solidFill>
            <a:prstDash val="solid"/>
            <a:round/>
            <a:headEnd len="med" w="med" type="none"/>
            <a:tailEnd len="med" w="med" type="none"/>
          </a:ln>
        </p:spPr>
      </p:cxnSp>
      <p:cxnSp>
        <p:nvCxnSpPr>
          <p:cNvPr id="203" name="Google Shape;203;p9"/>
          <p:cNvCxnSpPr/>
          <p:nvPr/>
        </p:nvCxnSpPr>
        <p:spPr>
          <a:xfrm>
            <a:off x="6008688" y="39624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204" name="Google Shape;204;p9"/>
          <p:cNvCxnSpPr/>
          <p:nvPr/>
        </p:nvCxnSpPr>
        <p:spPr>
          <a:xfrm flipH="1">
            <a:off x="6084888" y="4267200"/>
            <a:ext cx="228600" cy="457200"/>
          </a:xfrm>
          <a:prstGeom prst="straightConnector1">
            <a:avLst/>
          </a:prstGeom>
          <a:noFill/>
          <a:ln cap="flat" cmpd="sng" w="9525">
            <a:solidFill>
              <a:schemeClr val="dk1"/>
            </a:solidFill>
            <a:prstDash val="solid"/>
            <a:round/>
            <a:headEnd len="med" w="med" type="none"/>
            <a:tailEnd len="med" w="med" type="none"/>
          </a:ln>
        </p:spPr>
      </p:cxnSp>
      <p:cxnSp>
        <p:nvCxnSpPr>
          <p:cNvPr id="205" name="Google Shape;205;p9"/>
          <p:cNvCxnSpPr/>
          <p:nvPr/>
        </p:nvCxnSpPr>
        <p:spPr>
          <a:xfrm>
            <a:off x="6084888" y="47244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206" name="Google Shape;206;p9"/>
          <p:cNvCxnSpPr/>
          <p:nvPr/>
        </p:nvCxnSpPr>
        <p:spPr>
          <a:xfrm flipH="1">
            <a:off x="6161088" y="5029200"/>
            <a:ext cx="228600" cy="457200"/>
          </a:xfrm>
          <a:prstGeom prst="straightConnector1">
            <a:avLst/>
          </a:prstGeom>
          <a:noFill/>
          <a:ln cap="flat" cmpd="sng" w="9525">
            <a:solidFill>
              <a:schemeClr val="dk1"/>
            </a:solidFill>
            <a:prstDash val="solid"/>
            <a:round/>
            <a:headEnd len="med" w="med" type="none"/>
            <a:tailEnd len="med" w="med" type="none"/>
          </a:ln>
        </p:spPr>
      </p:cxnSp>
      <p:cxnSp>
        <p:nvCxnSpPr>
          <p:cNvPr id="207" name="Google Shape;207;p9"/>
          <p:cNvCxnSpPr/>
          <p:nvPr/>
        </p:nvCxnSpPr>
        <p:spPr>
          <a:xfrm>
            <a:off x="6161088" y="5486400"/>
            <a:ext cx="304800" cy="304800"/>
          </a:xfrm>
          <a:prstGeom prst="straightConnector1">
            <a:avLst/>
          </a:prstGeom>
          <a:noFill/>
          <a:ln cap="flat" cmpd="sng" w="9525">
            <a:solidFill>
              <a:schemeClr val="dk1"/>
            </a:solidFill>
            <a:prstDash val="solid"/>
            <a:round/>
            <a:headEnd len="med" w="med" type="none"/>
            <a:tailEnd len="med" w="med" type="none"/>
          </a:ln>
        </p:spPr>
      </p:cxnSp>
      <p:cxnSp>
        <p:nvCxnSpPr>
          <p:cNvPr id="208" name="Google Shape;208;p9"/>
          <p:cNvCxnSpPr/>
          <p:nvPr/>
        </p:nvCxnSpPr>
        <p:spPr>
          <a:xfrm flipH="1">
            <a:off x="6237288" y="5791200"/>
            <a:ext cx="228600" cy="457200"/>
          </a:xfrm>
          <a:prstGeom prst="straightConnector1">
            <a:avLst/>
          </a:prstGeom>
          <a:noFill/>
          <a:ln cap="flat" cmpd="sng" w="9525">
            <a:solidFill>
              <a:schemeClr val="dk1"/>
            </a:solidFill>
            <a:prstDash val="solid"/>
            <a:round/>
            <a:headEnd len="med" w="med" type="none"/>
            <a:tailEnd len="med" w="med" type="none"/>
          </a:ln>
        </p:spPr>
      </p:cxnSp>
      <p:sp>
        <p:nvSpPr>
          <p:cNvPr id="209" name="Google Shape;209;p9"/>
          <p:cNvSpPr txBox="1"/>
          <p:nvPr/>
        </p:nvSpPr>
        <p:spPr>
          <a:xfrm>
            <a:off x="2971800" y="4495800"/>
            <a:ext cx="1371600" cy="701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work area</a:t>
            </a:r>
            <a:endParaRPr/>
          </a:p>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of T</a:t>
            </a:r>
            <a:r>
              <a:rPr baseline="-25000" lang="en-US" sz="2000">
                <a:solidFill>
                  <a:schemeClr val="dk1"/>
                </a:solidFill>
                <a:latin typeface="Helvetica Neue"/>
                <a:ea typeface="Helvetica Neue"/>
                <a:cs typeface="Helvetica Neue"/>
                <a:sym typeface="Helvetica Neue"/>
              </a:rPr>
              <a:t>1</a:t>
            </a:r>
            <a:endParaRPr sz="2000">
              <a:solidFill>
                <a:schemeClr val="dk1"/>
              </a:solidFill>
              <a:latin typeface="Helvetica Neue"/>
              <a:ea typeface="Helvetica Neue"/>
              <a:cs typeface="Helvetica Neue"/>
              <a:sym typeface="Helvetica Neue"/>
            </a:endParaRPr>
          </a:p>
        </p:txBody>
      </p:sp>
      <p:sp>
        <p:nvSpPr>
          <p:cNvPr id="210" name="Google Shape;210;p9"/>
          <p:cNvSpPr txBox="1"/>
          <p:nvPr/>
        </p:nvSpPr>
        <p:spPr>
          <a:xfrm>
            <a:off x="4416425" y="4468813"/>
            <a:ext cx="1298575" cy="701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work area</a:t>
            </a:r>
            <a:endParaRPr/>
          </a:p>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of T</a:t>
            </a:r>
            <a:r>
              <a:rPr baseline="-25000" lang="en-US" sz="2000">
                <a:solidFill>
                  <a:schemeClr val="dk1"/>
                </a:solidFill>
                <a:latin typeface="Helvetica Neue"/>
                <a:ea typeface="Helvetica Neue"/>
                <a:cs typeface="Helvetica Neue"/>
                <a:sym typeface="Helvetica Neue"/>
              </a:rPr>
              <a:t>2 </a:t>
            </a:r>
            <a:endParaRPr sz="2000">
              <a:solidFill>
                <a:schemeClr val="dk1"/>
              </a:solidFill>
              <a:latin typeface="Helvetica Neue"/>
              <a:ea typeface="Helvetica Neue"/>
              <a:cs typeface="Helvetica Neue"/>
              <a:sym typeface="Helvetica Neue"/>
            </a:endParaRPr>
          </a:p>
        </p:txBody>
      </p:sp>
      <p:sp>
        <p:nvSpPr>
          <p:cNvPr id="211" name="Google Shape;211;p9"/>
          <p:cNvSpPr txBox="1"/>
          <p:nvPr/>
        </p:nvSpPr>
        <p:spPr>
          <a:xfrm>
            <a:off x="3494088" y="5230813"/>
            <a:ext cx="110013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memory</a:t>
            </a:r>
            <a:endParaRPr/>
          </a:p>
        </p:txBody>
      </p:sp>
      <p:sp>
        <p:nvSpPr>
          <p:cNvPr id="212" name="Google Shape;212;p9"/>
          <p:cNvSpPr txBox="1"/>
          <p:nvPr/>
        </p:nvSpPr>
        <p:spPr>
          <a:xfrm>
            <a:off x="4389438" y="3289300"/>
            <a:ext cx="4032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x</a:t>
            </a:r>
            <a:r>
              <a:rPr baseline="-25000" lang="en-US" sz="2000">
                <a:solidFill>
                  <a:schemeClr val="dk1"/>
                </a:solidFill>
                <a:latin typeface="Helvetica Neue"/>
                <a:ea typeface="Helvetica Neue"/>
                <a:cs typeface="Helvetica Neue"/>
                <a:sym typeface="Helvetica Neue"/>
              </a:rPr>
              <a:t>2</a:t>
            </a:r>
            <a:endParaRPr sz="2000">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0"/>
          <p:cNvSpPr txBox="1"/>
          <p:nvPr>
            <p:ph type="title"/>
          </p:nvPr>
        </p:nvSpPr>
        <p:spPr>
          <a:xfrm>
            <a:off x="552450" y="1047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Recovery and Atomicity</a:t>
            </a:r>
            <a:endParaRPr/>
          </a:p>
        </p:txBody>
      </p:sp>
      <p:sp>
        <p:nvSpPr>
          <p:cNvPr id="218" name="Google Shape;218;p10"/>
          <p:cNvSpPr txBox="1"/>
          <p:nvPr>
            <p:ph idx="4294967295" type="body"/>
          </p:nvPr>
        </p:nvSpPr>
        <p:spPr>
          <a:xfrm>
            <a:off x="596900" y="1165225"/>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Modifying the database without ensuring that the transaction will commit  may leave the database in an inconsistent state.</a:t>
            </a:r>
            <a:endParaRPr/>
          </a:p>
          <a:p>
            <a:pPr indent="-342900" lvl="0" marL="342900" rtl="0" algn="l">
              <a:spcBef>
                <a:spcPts val="700"/>
              </a:spcBef>
              <a:spcAft>
                <a:spcPts val="0"/>
              </a:spcAft>
              <a:buSzPts val="1800"/>
              <a:buChar char="●"/>
            </a:pPr>
            <a:r>
              <a:rPr lang="en-US"/>
              <a:t>Consider transaction </a:t>
            </a:r>
            <a:r>
              <a:rPr i="1" lang="en-US"/>
              <a:t>T</a:t>
            </a:r>
            <a:r>
              <a:rPr baseline="-25000" i="1" lang="en-US"/>
              <a:t>i</a:t>
            </a:r>
            <a:r>
              <a:rPr lang="en-US"/>
              <a:t> that transfers $50 from account </a:t>
            </a:r>
            <a:r>
              <a:rPr i="1" lang="en-US"/>
              <a:t>A</a:t>
            </a:r>
            <a:r>
              <a:rPr lang="en-US"/>
              <a:t> to account </a:t>
            </a:r>
            <a:r>
              <a:rPr i="1" lang="en-US"/>
              <a:t>B</a:t>
            </a:r>
            <a:r>
              <a:rPr lang="en-US"/>
              <a:t>;  goal is either to perform all database modifications made by </a:t>
            </a:r>
            <a:r>
              <a:rPr i="1" lang="en-US"/>
              <a:t>T</a:t>
            </a:r>
            <a:r>
              <a:rPr baseline="-25000" i="1" lang="en-US"/>
              <a:t>i</a:t>
            </a:r>
            <a:r>
              <a:rPr i="1" lang="en-US"/>
              <a:t> </a:t>
            </a:r>
            <a:r>
              <a:rPr lang="en-US"/>
              <a:t>or none at all. </a:t>
            </a:r>
            <a:endParaRPr/>
          </a:p>
          <a:p>
            <a:pPr indent="-342900" lvl="0" marL="342900" rtl="0" algn="l">
              <a:spcBef>
                <a:spcPts val="700"/>
              </a:spcBef>
              <a:spcAft>
                <a:spcPts val="0"/>
              </a:spcAft>
              <a:buSzPts val="1800"/>
              <a:buChar char="●"/>
            </a:pPr>
            <a:r>
              <a:rPr lang="en-US"/>
              <a:t>Several output operations may be required for </a:t>
            </a:r>
            <a:r>
              <a:rPr i="1" lang="en-US"/>
              <a:t>T</a:t>
            </a:r>
            <a:r>
              <a:rPr baseline="-25000" i="1" lang="en-US"/>
              <a:t>i</a:t>
            </a:r>
            <a:r>
              <a:rPr lang="en-US"/>
              <a:t>  (to output </a:t>
            </a:r>
            <a:r>
              <a:rPr i="1" lang="en-US"/>
              <a:t>A</a:t>
            </a:r>
            <a:r>
              <a:rPr lang="en-US"/>
              <a:t> and </a:t>
            </a:r>
            <a:r>
              <a:rPr i="1" lang="en-US"/>
              <a:t>B</a:t>
            </a:r>
            <a:r>
              <a:rPr lang="en-US"/>
              <a:t>). A failure may occur after one of these modifications have been made but before all of them are made.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Recovery and Atomicity (Cont.)</a:t>
            </a:r>
            <a:endParaRPr/>
          </a:p>
        </p:txBody>
      </p:sp>
      <p:sp>
        <p:nvSpPr>
          <p:cNvPr id="224" name="Google Shape;224;p11"/>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To ensure atomicity despite failures, we first output information describing the modifications to stable storage without modifying the database itself.</a:t>
            </a:r>
            <a:endParaRPr/>
          </a:p>
          <a:p>
            <a:pPr indent="-342900" lvl="0" marL="342900" rtl="0" algn="l">
              <a:spcBef>
                <a:spcPts val="700"/>
              </a:spcBef>
              <a:spcAft>
                <a:spcPts val="0"/>
              </a:spcAft>
              <a:buSzPts val="1800"/>
              <a:buChar char="●"/>
            </a:pPr>
            <a:r>
              <a:rPr lang="en-US"/>
              <a:t>We study two approaches:</a:t>
            </a:r>
            <a:endParaRPr/>
          </a:p>
          <a:p>
            <a:pPr indent="-285750" lvl="1" marL="742950" rtl="0" algn="l">
              <a:spcBef>
                <a:spcPts val="630"/>
              </a:spcBef>
              <a:spcAft>
                <a:spcPts val="0"/>
              </a:spcAft>
              <a:buSzPts val="1890"/>
              <a:buChar char="★"/>
            </a:pPr>
            <a:r>
              <a:rPr b="1" lang="en-US">
                <a:solidFill>
                  <a:schemeClr val="dk2"/>
                </a:solidFill>
              </a:rPr>
              <a:t>log-based recovery</a:t>
            </a:r>
            <a:r>
              <a:rPr lang="en-US"/>
              <a:t>, and</a:t>
            </a:r>
            <a:endParaRPr/>
          </a:p>
          <a:p>
            <a:pPr indent="-285750" lvl="1" marL="742950" rtl="0" algn="l">
              <a:spcBef>
                <a:spcPts val="630"/>
              </a:spcBef>
              <a:spcAft>
                <a:spcPts val="0"/>
              </a:spcAft>
              <a:buSzPts val="1890"/>
              <a:buChar char="★"/>
            </a:pPr>
            <a:r>
              <a:rPr b="1" lang="en-US">
                <a:solidFill>
                  <a:schemeClr val="dk2"/>
                </a:solidFill>
              </a:rPr>
              <a:t>shadow-paging</a:t>
            </a:r>
            <a:endParaRPr>
              <a:solidFill>
                <a:schemeClr val="dk2"/>
              </a:solidFill>
            </a:endParaRPr>
          </a:p>
          <a:p>
            <a:pPr indent="-342900" lvl="0" marL="342900" rtl="0" algn="l">
              <a:spcBef>
                <a:spcPts val="700"/>
              </a:spcBef>
              <a:spcAft>
                <a:spcPts val="0"/>
              </a:spcAft>
              <a:buSzPts val="1800"/>
              <a:buChar char="●"/>
            </a:pPr>
            <a:r>
              <a:rPr lang="en-US"/>
              <a:t>We assume (initially) that transactions run serially, that is, one after the other.</a:t>
            </a:r>
            <a:endParaRPr/>
          </a:p>
          <a:p>
            <a:pPr indent="-228600" lvl="0" marL="342900" rtl="0" algn="l">
              <a:spcBef>
                <a:spcPts val="700"/>
              </a:spcBef>
              <a:spcAft>
                <a:spcPts val="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Log-Based Recovery</a:t>
            </a:r>
            <a:endParaRPr/>
          </a:p>
        </p:txBody>
      </p:sp>
      <p:sp>
        <p:nvSpPr>
          <p:cNvPr id="230" name="Google Shape;230;p12"/>
          <p:cNvSpPr txBox="1"/>
          <p:nvPr>
            <p:ph idx="4294967295" type="body"/>
          </p:nvPr>
        </p:nvSpPr>
        <p:spPr>
          <a:xfrm>
            <a:off x="571500" y="9906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sz="1800"/>
              <a:t>A  </a:t>
            </a:r>
            <a:r>
              <a:rPr b="1" lang="en-US" sz="1800">
                <a:solidFill>
                  <a:schemeClr val="dk2"/>
                </a:solidFill>
              </a:rPr>
              <a:t>log</a:t>
            </a:r>
            <a:r>
              <a:rPr lang="en-US" sz="1800"/>
              <a:t> is kept on stable storage. </a:t>
            </a:r>
            <a:endParaRPr/>
          </a:p>
          <a:p>
            <a:pPr indent="-285750" lvl="1" marL="742950" rtl="0" algn="l">
              <a:lnSpc>
                <a:spcPct val="90000"/>
              </a:lnSpc>
              <a:spcBef>
                <a:spcPts val="560"/>
              </a:spcBef>
              <a:spcAft>
                <a:spcPts val="0"/>
              </a:spcAft>
              <a:buSzPts val="1680"/>
              <a:buChar char="★"/>
            </a:pPr>
            <a:r>
              <a:rPr lang="en-US" sz="1600"/>
              <a:t>The log is a sequence of </a:t>
            </a:r>
            <a:r>
              <a:rPr b="1" lang="en-US" sz="1600">
                <a:solidFill>
                  <a:schemeClr val="dk2"/>
                </a:solidFill>
              </a:rPr>
              <a:t>log records</a:t>
            </a:r>
            <a:r>
              <a:rPr lang="en-US" sz="1600"/>
              <a:t>, and maintains a record of update activities on the database.</a:t>
            </a:r>
            <a:endParaRPr/>
          </a:p>
          <a:p>
            <a:pPr indent="-342900" lvl="0" marL="342900" rtl="0" algn="l">
              <a:lnSpc>
                <a:spcPct val="90000"/>
              </a:lnSpc>
              <a:spcBef>
                <a:spcPts val="700"/>
              </a:spcBef>
              <a:spcAft>
                <a:spcPts val="0"/>
              </a:spcAft>
              <a:buSzPts val="1620"/>
              <a:buChar char="●"/>
            </a:pPr>
            <a:r>
              <a:rPr lang="en-US" sz="1800"/>
              <a:t>When transaction </a:t>
            </a:r>
            <a:r>
              <a:rPr i="1" lang="en-US" sz="1800"/>
              <a:t>T</a:t>
            </a:r>
            <a:r>
              <a:rPr baseline="-25000" i="1" lang="en-US"/>
              <a:t>i</a:t>
            </a:r>
            <a:r>
              <a:rPr i="1" lang="en-US" sz="1800"/>
              <a:t> </a:t>
            </a:r>
            <a:r>
              <a:rPr lang="en-US" sz="1800"/>
              <a:t>starts, it registers itself by writing a </a:t>
            </a:r>
            <a:br>
              <a:rPr lang="en-US" sz="1800"/>
            </a:br>
            <a:r>
              <a:rPr lang="en-US" sz="1800"/>
              <a:t>       </a:t>
            </a:r>
            <a:r>
              <a:rPr i="1" lang="en-US" sz="1800"/>
              <a:t>&lt;T</a:t>
            </a:r>
            <a:r>
              <a:rPr baseline="-25000" i="1" lang="en-US"/>
              <a:t>i</a:t>
            </a:r>
            <a:r>
              <a:rPr baseline="-25000" i="1" lang="en-US" sz="1800"/>
              <a:t>  </a:t>
            </a:r>
            <a:r>
              <a:rPr b="1" lang="en-US" sz="1800"/>
              <a:t>start</a:t>
            </a:r>
            <a:r>
              <a:rPr lang="en-US" sz="1800"/>
              <a:t>&gt;log record</a:t>
            </a:r>
            <a:endParaRPr/>
          </a:p>
          <a:p>
            <a:pPr indent="-342900" lvl="0" marL="342900" rtl="0" algn="l">
              <a:lnSpc>
                <a:spcPct val="90000"/>
              </a:lnSpc>
              <a:spcBef>
                <a:spcPts val="700"/>
              </a:spcBef>
              <a:spcAft>
                <a:spcPts val="0"/>
              </a:spcAft>
              <a:buSzPts val="1620"/>
              <a:buChar char="●"/>
            </a:pPr>
            <a:r>
              <a:rPr i="1" lang="en-US" sz="1800"/>
              <a:t>Before T</a:t>
            </a:r>
            <a:r>
              <a:rPr baseline="-25000" i="1" lang="en-US" sz="1800"/>
              <a:t>i</a:t>
            </a:r>
            <a:r>
              <a:rPr i="1" lang="en-US" sz="1800"/>
              <a:t> </a:t>
            </a:r>
            <a:r>
              <a:rPr lang="en-US" sz="1800"/>
              <a:t>executes </a:t>
            </a:r>
            <a:r>
              <a:rPr b="1" lang="en-US" sz="1800"/>
              <a:t>write</a:t>
            </a:r>
            <a:r>
              <a:rPr lang="en-US" sz="1800"/>
              <a:t>(</a:t>
            </a:r>
            <a:r>
              <a:rPr i="1" lang="en-US" sz="1800"/>
              <a:t>X</a:t>
            </a:r>
            <a:r>
              <a:rPr lang="en-US" sz="1800"/>
              <a:t>), a log record </a:t>
            </a:r>
            <a:r>
              <a:rPr i="1" lang="en-US" sz="1800"/>
              <a:t>&lt;T</a:t>
            </a:r>
            <a:r>
              <a:rPr baseline="-25000" i="1" lang="en-US" sz="1800"/>
              <a:t>i</a:t>
            </a:r>
            <a:r>
              <a:rPr i="1" lang="en-US" sz="1800"/>
              <a:t>, X,  V</a:t>
            </a:r>
            <a:r>
              <a:rPr baseline="-25000" i="1" lang="en-US" sz="1800"/>
              <a:t>1</a:t>
            </a:r>
            <a:r>
              <a:rPr i="1" lang="en-US" sz="1800"/>
              <a:t>,  V</a:t>
            </a:r>
            <a:r>
              <a:rPr baseline="-25000" i="1" lang="en-US" sz="1800"/>
              <a:t>2</a:t>
            </a:r>
            <a:r>
              <a:rPr i="1" lang="en-US" sz="1800"/>
              <a:t>&gt;</a:t>
            </a:r>
            <a:r>
              <a:rPr i="1" lang="en-US"/>
              <a:t> </a:t>
            </a:r>
            <a:r>
              <a:rPr lang="en-US" sz="1800"/>
              <a:t>is written, where</a:t>
            </a:r>
            <a:r>
              <a:rPr i="1" lang="en-US" sz="1800"/>
              <a:t> V</a:t>
            </a:r>
            <a:r>
              <a:rPr baseline="-25000" i="1" lang="en-US" sz="1800"/>
              <a:t>1</a:t>
            </a:r>
            <a:r>
              <a:rPr lang="en-US" sz="1800"/>
              <a:t> is the value of </a:t>
            </a:r>
            <a:r>
              <a:rPr i="1" lang="en-US" sz="1800"/>
              <a:t>X</a:t>
            </a:r>
            <a:r>
              <a:rPr lang="en-US" sz="1800"/>
              <a:t>  before the write, and</a:t>
            </a:r>
            <a:r>
              <a:rPr lang="en-US"/>
              <a:t> </a:t>
            </a:r>
            <a:r>
              <a:rPr i="1" lang="en-US" sz="1800"/>
              <a:t>V</a:t>
            </a:r>
            <a:r>
              <a:rPr baseline="-25000" i="1" lang="en-US" sz="1800"/>
              <a:t>2</a:t>
            </a:r>
            <a:r>
              <a:rPr i="1" lang="en-US" sz="1800"/>
              <a:t> </a:t>
            </a:r>
            <a:r>
              <a:rPr lang="en-US" sz="1800"/>
              <a:t>is the value to be written to </a:t>
            </a:r>
            <a:r>
              <a:rPr i="1" lang="en-US" sz="1800"/>
              <a:t>X</a:t>
            </a:r>
            <a:r>
              <a:rPr lang="en-US" sz="1800"/>
              <a:t>.</a:t>
            </a:r>
            <a:endParaRPr/>
          </a:p>
          <a:p>
            <a:pPr indent="-285750" lvl="1" marL="742950" rtl="0" algn="l">
              <a:lnSpc>
                <a:spcPct val="90000"/>
              </a:lnSpc>
              <a:spcBef>
                <a:spcPts val="700"/>
              </a:spcBef>
              <a:spcAft>
                <a:spcPts val="0"/>
              </a:spcAft>
              <a:buSzPts val="1680"/>
              <a:buChar char="★"/>
            </a:pPr>
            <a:r>
              <a:rPr lang="en-US" sz="1600"/>
              <a:t>Log record notes that </a:t>
            </a:r>
            <a:r>
              <a:rPr i="1" lang="en-US" sz="1600"/>
              <a:t>T</a:t>
            </a:r>
            <a:r>
              <a:rPr baseline="-25000" i="1" lang="en-US"/>
              <a:t>i</a:t>
            </a:r>
            <a:r>
              <a:rPr lang="en-US" sz="1600"/>
              <a:t> has performed a write on data item </a:t>
            </a:r>
            <a:r>
              <a:rPr i="1" lang="en-US" sz="1600"/>
              <a:t>X</a:t>
            </a:r>
            <a:r>
              <a:rPr baseline="-25000" i="1" lang="en-US" sz="2000"/>
              <a:t>j </a:t>
            </a:r>
            <a:r>
              <a:rPr i="1" lang="en-US" sz="1600"/>
              <a:t>  X</a:t>
            </a:r>
            <a:r>
              <a:rPr baseline="-25000" i="1" lang="en-US" sz="2000"/>
              <a:t>j</a:t>
            </a:r>
            <a:r>
              <a:rPr i="1" lang="en-US" sz="1600"/>
              <a:t> </a:t>
            </a:r>
            <a:r>
              <a:rPr lang="en-US" sz="1600"/>
              <a:t>had value </a:t>
            </a:r>
            <a:r>
              <a:rPr i="1" lang="en-US" sz="1600"/>
              <a:t>V</a:t>
            </a:r>
            <a:r>
              <a:rPr baseline="-25000" i="1" lang="en-US" sz="1600"/>
              <a:t>1</a:t>
            </a:r>
            <a:r>
              <a:rPr i="1" lang="en-US" sz="1600"/>
              <a:t> </a:t>
            </a:r>
            <a:r>
              <a:rPr lang="en-US" sz="1600"/>
              <a:t>before the write, and will have value </a:t>
            </a:r>
            <a:r>
              <a:rPr i="1" lang="en-US" sz="1600"/>
              <a:t>V</a:t>
            </a:r>
            <a:r>
              <a:rPr baseline="-25000" i="1" lang="en-US" sz="1600"/>
              <a:t>2</a:t>
            </a:r>
            <a:r>
              <a:rPr i="1" lang="en-US"/>
              <a:t> </a:t>
            </a:r>
            <a:r>
              <a:rPr lang="en-US" sz="1600"/>
              <a:t>after the write. </a:t>
            </a:r>
            <a:endParaRPr/>
          </a:p>
          <a:p>
            <a:pPr indent="-342900" lvl="0" marL="342900" rtl="0" algn="l">
              <a:lnSpc>
                <a:spcPct val="90000"/>
              </a:lnSpc>
              <a:spcBef>
                <a:spcPts val="700"/>
              </a:spcBef>
              <a:spcAft>
                <a:spcPts val="0"/>
              </a:spcAft>
              <a:buSzPts val="1620"/>
              <a:buChar char="●"/>
            </a:pPr>
            <a:r>
              <a:rPr lang="en-US" sz="1800"/>
              <a:t>When </a:t>
            </a:r>
            <a:r>
              <a:rPr i="1" lang="en-US" sz="1800"/>
              <a:t>T</a:t>
            </a:r>
            <a:r>
              <a:rPr baseline="-25000" i="1" lang="en-US"/>
              <a:t>i</a:t>
            </a:r>
            <a:r>
              <a:rPr lang="en-US"/>
              <a:t> </a:t>
            </a:r>
            <a:r>
              <a:rPr lang="en-US" sz="1800"/>
              <a:t>finishes it last statement, the log record &lt;</a:t>
            </a:r>
            <a:r>
              <a:rPr i="1" lang="en-US" sz="1800"/>
              <a:t>T</a:t>
            </a:r>
            <a:r>
              <a:rPr baseline="-25000" i="1" lang="en-US"/>
              <a:t>i</a:t>
            </a:r>
            <a:r>
              <a:rPr i="1" lang="en-US"/>
              <a:t> </a:t>
            </a:r>
            <a:r>
              <a:rPr b="1" i="1" lang="en-US" sz="1800"/>
              <a:t> </a:t>
            </a:r>
            <a:r>
              <a:rPr b="1" lang="en-US" sz="1800"/>
              <a:t>commi</a:t>
            </a:r>
            <a:r>
              <a:rPr lang="en-US" sz="1800"/>
              <a:t>t&gt; is written. </a:t>
            </a:r>
            <a:endParaRPr/>
          </a:p>
          <a:p>
            <a:pPr indent="-342900" lvl="0" marL="342900" rtl="0" algn="l">
              <a:lnSpc>
                <a:spcPct val="90000"/>
              </a:lnSpc>
              <a:spcBef>
                <a:spcPts val="630"/>
              </a:spcBef>
              <a:spcAft>
                <a:spcPts val="0"/>
              </a:spcAft>
              <a:buSzPts val="1620"/>
              <a:buChar char="●"/>
            </a:pPr>
            <a:r>
              <a:rPr lang="en-US" sz="1800"/>
              <a:t>We assume for now that log records are written directly  to stable storage (that is, they are not buffered)</a:t>
            </a:r>
            <a:endParaRPr/>
          </a:p>
          <a:p>
            <a:pPr indent="-342900" lvl="0" marL="342900" rtl="0" algn="l">
              <a:lnSpc>
                <a:spcPct val="90000"/>
              </a:lnSpc>
              <a:spcBef>
                <a:spcPts val="630"/>
              </a:spcBef>
              <a:spcAft>
                <a:spcPts val="0"/>
              </a:spcAft>
              <a:buSzPts val="1620"/>
              <a:buChar char="●"/>
            </a:pPr>
            <a:r>
              <a:rPr lang="en-US" sz="1800"/>
              <a:t>Two approaches using logs</a:t>
            </a:r>
            <a:endParaRPr/>
          </a:p>
          <a:p>
            <a:pPr indent="-285750" lvl="1" marL="742950" rtl="0" algn="l">
              <a:lnSpc>
                <a:spcPct val="90000"/>
              </a:lnSpc>
              <a:spcBef>
                <a:spcPts val="560"/>
              </a:spcBef>
              <a:spcAft>
                <a:spcPts val="0"/>
              </a:spcAft>
              <a:buSzPts val="1680"/>
              <a:buChar char="★"/>
            </a:pPr>
            <a:r>
              <a:rPr lang="en-US" sz="1600"/>
              <a:t>Deferred database modification</a:t>
            </a:r>
            <a:endParaRPr/>
          </a:p>
          <a:p>
            <a:pPr indent="-285750" lvl="1" marL="742950" rtl="0" algn="l">
              <a:lnSpc>
                <a:spcPct val="90000"/>
              </a:lnSpc>
              <a:spcBef>
                <a:spcPts val="560"/>
              </a:spcBef>
              <a:spcAft>
                <a:spcPts val="0"/>
              </a:spcAft>
              <a:buSzPts val="1680"/>
              <a:buChar char="★"/>
            </a:pPr>
            <a:r>
              <a:rPr lang="en-US" sz="1600"/>
              <a:t>Immediate database modification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3"/>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Deferred Database Modification</a:t>
            </a:r>
            <a:endParaRPr/>
          </a:p>
        </p:txBody>
      </p:sp>
      <p:sp>
        <p:nvSpPr>
          <p:cNvPr id="236" name="Google Shape;236;p13"/>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a:t>
            </a:r>
            <a:r>
              <a:rPr b="1" lang="en-US">
                <a:solidFill>
                  <a:schemeClr val="dk2"/>
                </a:solidFill>
              </a:rPr>
              <a:t>deferred database modification</a:t>
            </a:r>
            <a:r>
              <a:rPr lang="en-US"/>
              <a:t> scheme records all modifications to the log, but defers all the </a:t>
            </a:r>
            <a:r>
              <a:rPr b="1" lang="en-US"/>
              <a:t>write</a:t>
            </a:r>
            <a:r>
              <a:rPr lang="en-US"/>
              <a:t>s to after partial commit.</a:t>
            </a:r>
            <a:endParaRPr/>
          </a:p>
          <a:p>
            <a:pPr indent="-342900" lvl="0" marL="342900" rtl="0" algn="l">
              <a:spcBef>
                <a:spcPts val="700"/>
              </a:spcBef>
              <a:spcAft>
                <a:spcPts val="0"/>
              </a:spcAft>
              <a:buSzPts val="1800"/>
              <a:buChar char="●"/>
            </a:pPr>
            <a:r>
              <a:rPr lang="en-US"/>
              <a:t>Assume that transactions execute serially</a:t>
            </a:r>
            <a:endParaRPr/>
          </a:p>
          <a:p>
            <a:pPr indent="-342900" lvl="0" marL="342900" rtl="0" algn="l">
              <a:spcBef>
                <a:spcPts val="700"/>
              </a:spcBef>
              <a:spcAft>
                <a:spcPts val="0"/>
              </a:spcAft>
              <a:buSzPts val="1800"/>
              <a:buChar char="●"/>
            </a:pPr>
            <a:r>
              <a:rPr lang="en-US"/>
              <a:t>Transaction starts by writing </a:t>
            </a:r>
            <a:r>
              <a:rPr i="1" lang="en-US"/>
              <a:t>&lt;T</a:t>
            </a:r>
            <a:r>
              <a:rPr baseline="-25000" i="1" lang="en-US"/>
              <a:t>i</a:t>
            </a:r>
            <a:r>
              <a:rPr i="1" lang="en-US"/>
              <a:t>  </a:t>
            </a:r>
            <a:r>
              <a:rPr b="1" i="1" lang="en-US"/>
              <a:t>start</a:t>
            </a:r>
            <a:r>
              <a:rPr i="1" lang="en-US"/>
              <a:t>&gt; </a:t>
            </a:r>
            <a:r>
              <a:rPr lang="en-US"/>
              <a:t>record to log. </a:t>
            </a:r>
            <a:endParaRPr/>
          </a:p>
          <a:p>
            <a:pPr indent="-342900" lvl="0" marL="342900" rtl="0" algn="l">
              <a:spcBef>
                <a:spcPts val="840"/>
              </a:spcBef>
              <a:spcAft>
                <a:spcPts val="0"/>
              </a:spcAft>
              <a:buSzPts val="1800"/>
              <a:buChar char="●"/>
            </a:pPr>
            <a:r>
              <a:rPr lang="en-US"/>
              <a:t>A  </a:t>
            </a:r>
            <a:r>
              <a:rPr b="1" lang="en-US"/>
              <a:t>write</a:t>
            </a:r>
            <a:r>
              <a:rPr lang="en-US"/>
              <a:t>(</a:t>
            </a:r>
            <a:r>
              <a:rPr i="1" lang="en-US"/>
              <a:t>X</a:t>
            </a:r>
            <a:r>
              <a:rPr lang="en-US"/>
              <a:t>) operation results in a log record  </a:t>
            </a:r>
            <a:r>
              <a:rPr i="1" lang="en-US"/>
              <a:t>&lt;T</a:t>
            </a:r>
            <a:r>
              <a:rPr baseline="-25000" i="1" lang="en-US" sz="2400"/>
              <a:t>i</a:t>
            </a:r>
            <a:r>
              <a:rPr i="1" lang="en-US"/>
              <a:t>, X, V&gt; </a:t>
            </a:r>
            <a:r>
              <a:rPr lang="en-US"/>
              <a:t>being written, where </a:t>
            </a:r>
            <a:r>
              <a:rPr i="1" lang="en-US"/>
              <a:t>V </a:t>
            </a:r>
            <a:r>
              <a:rPr lang="en-US"/>
              <a:t>is the new value for </a:t>
            </a:r>
            <a:r>
              <a:rPr i="1" lang="en-US"/>
              <a:t>X</a:t>
            </a:r>
            <a:endParaRPr/>
          </a:p>
          <a:p>
            <a:pPr indent="-285750" lvl="1" marL="742950" rtl="0" algn="l">
              <a:spcBef>
                <a:spcPts val="630"/>
              </a:spcBef>
              <a:spcAft>
                <a:spcPts val="0"/>
              </a:spcAft>
              <a:buSzPts val="1890"/>
              <a:buChar char="★"/>
            </a:pPr>
            <a:r>
              <a:rPr lang="en-US"/>
              <a:t>Note: old value is not needed for this scheme</a:t>
            </a:r>
            <a:endParaRPr/>
          </a:p>
          <a:p>
            <a:pPr indent="-342900" lvl="0" marL="342900" rtl="0" algn="l">
              <a:spcBef>
                <a:spcPts val="700"/>
              </a:spcBef>
              <a:spcAft>
                <a:spcPts val="0"/>
              </a:spcAft>
              <a:buSzPts val="1800"/>
              <a:buChar char="●"/>
            </a:pPr>
            <a:r>
              <a:rPr lang="en-US"/>
              <a:t>The write is not performed on </a:t>
            </a:r>
            <a:r>
              <a:rPr i="1" lang="en-US"/>
              <a:t>X </a:t>
            </a:r>
            <a:r>
              <a:rPr lang="en-US"/>
              <a:t>at this time, but is deferred.</a:t>
            </a:r>
            <a:endParaRPr/>
          </a:p>
          <a:p>
            <a:pPr indent="-342900" lvl="0" marL="342900" rtl="0" algn="l">
              <a:spcBef>
                <a:spcPts val="700"/>
              </a:spcBef>
              <a:spcAft>
                <a:spcPts val="0"/>
              </a:spcAft>
              <a:buSzPts val="1800"/>
              <a:buChar char="●"/>
            </a:pPr>
            <a:r>
              <a:rPr lang="en-US"/>
              <a:t>When </a:t>
            </a:r>
            <a:r>
              <a:rPr i="1" lang="en-US"/>
              <a:t>T</a:t>
            </a:r>
            <a:r>
              <a:rPr baseline="-25000" i="1" lang="en-US"/>
              <a:t>i</a:t>
            </a:r>
            <a:r>
              <a:rPr i="1" lang="en-US"/>
              <a:t> </a:t>
            </a:r>
            <a:r>
              <a:rPr lang="en-US"/>
              <a:t>partially commits, &lt;</a:t>
            </a:r>
            <a:r>
              <a:rPr i="1" lang="en-US"/>
              <a:t>T</a:t>
            </a:r>
            <a:r>
              <a:rPr baseline="-25000" i="1" lang="en-US"/>
              <a:t>i</a:t>
            </a:r>
            <a:r>
              <a:rPr i="1" lang="en-US"/>
              <a:t> </a:t>
            </a:r>
            <a:r>
              <a:rPr b="1" lang="en-US"/>
              <a:t>commit</a:t>
            </a:r>
            <a:r>
              <a:rPr lang="en-US"/>
              <a:t>&gt; is written to the log </a:t>
            </a:r>
            <a:endParaRPr/>
          </a:p>
          <a:p>
            <a:pPr indent="-342900" lvl="0" marL="342900" rtl="0" algn="l">
              <a:spcBef>
                <a:spcPts val="700"/>
              </a:spcBef>
              <a:spcAft>
                <a:spcPts val="0"/>
              </a:spcAft>
              <a:buSzPts val="1800"/>
              <a:buChar char="●"/>
            </a:pPr>
            <a:r>
              <a:rPr lang="en-US"/>
              <a:t>Finally, the log records are read and used to actually execute the previously deferred writes.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4"/>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Deferred Database Modification (Cont.)</a:t>
            </a:r>
            <a:endParaRPr/>
          </a:p>
        </p:txBody>
      </p:sp>
      <p:sp>
        <p:nvSpPr>
          <p:cNvPr id="242" name="Google Shape;242;p14"/>
          <p:cNvSpPr txBox="1"/>
          <p:nvPr>
            <p:ph idx="4294967295" type="body"/>
          </p:nvPr>
        </p:nvSpPr>
        <p:spPr>
          <a:xfrm>
            <a:off x="508000" y="1066800"/>
            <a:ext cx="8001000" cy="5359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During recovery after a crash, a transaction needs to be redone if and only if both </a:t>
            </a:r>
            <a:r>
              <a:rPr i="1" lang="en-US"/>
              <a:t>&lt;T</a:t>
            </a:r>
            <a:r>
              <a:rPr baseline="-25000" i="1" lang="en-US"/>
              <a:t>i</a:t>
            </a:r>
            <a:r>
              <a:rPr i="1" lang="en-US"/>
              <a:t> </a:t>
            </a:r>
            <a:r>
              <a:rPr b="1" i="1" lang="en-US"/>
              <a:t> </a:t>
            </a:r>
            <a:r>
              <a:rPr b="1" lang="en-US"/>
              <a:t>start</a:t>
            </a:r>
            <a:r>
              <a:rPr lang="en-US"/>
              <a:t>&gt; and&lt;</a:t>
            </a:r>
            <a:r>
              <a:rPr i="1" lang="en-US"/>
              <a:t>T</a:t>
            </a:r>
            <a:r>
              <a:rPr baseline="-25000" i="1" lang="en-US"/>
              <a:t>i </a:t>
            </a:r>
            <a:r>
              <a:rPr b="1" lang="en-US"/>
              <a:t>commit</a:t>
            </a:r>
            <a:r>
              <a:rPr lang="en-US"/>
              <a:t>&gt; are there in the log.</a:t>
            </a:r>
            <a:endParaRPr/>
          </a:p>
          <a:p>
            <a:pPr indent="-342900" lvl="0" marL="342900" rtl="0" algn="l">
              <a:lnSpc>
                <a:spcPct val="90000"/>
              </a:lnSpc>
              <a:spcBef>
                <a:spcPts val="700"/>
              </a:spcBef>
              <a:spcAft>
                <a:spcPts val="0"/>
              </a:spcAft>
              <a:buSzPts val="1800"/>
              <a:buChar char="●"/>
            </a:pPr>
            <a:r>
              <a:rPr lang="en-US"/>
              <a:t>Redoing a transaction </a:t>
            </a:r>
            <a:r>
              <a:rPr i="1" lang="en-US"/>
              <a:t>T</a:t>
            </a:r>
            <a:r>
              <a:rPr baseline="-25000" i="1" lang="en-US"/>
              <a:t>i</a:t>
            </a:r>
            <a:r>
              <a:rPr i="1" lang="en-US"/>
              <a:t> </a:t>
            </a:r>
            <a:r>
              <a:rPr lang="en-US"/>
              <a:t>(</a:t>
            </a:r>
            <a:r>
              <a:rPr b="1" lang="en-US"/>
              <a:t> redo</a:t>
            </a:r>
            <a:r>
              <a:rPr i="1" lang="en-US"/>
              <a:t>T</a:t>
            </a:r>
            <a:r>
              <a:rPr baseline="-25000" i="1" lang="en-US"/>
              <a:t>i</a:t>
            </a:r>
            <a:r>
              <a:rPr lang="en-US"/>
              <a:t>) sets the value of all data items updated by the transaction to the new values.</a:t>
            </a:r>
            <a:endParaRPr/>
          </a:p>
          <a:p>
            <a:pPr indent="-342900" lvl="0" marL="342900" rtl="0" algn="l">
              <a:lnSpc>
                <a:spcPct val="90000"/>
              </a:lnSpc>
              <a:spcBef>
                <a:spcPts val="700"/>
              </a:spcBef>
              <a:spcAft>
                <a:spcPts val="0"/>
              </a:spcAft>
              <a:buSzPts val="1800"/>
              <a:buChar char="●"/>
            </a:pPr>
            <a:r>
              <a:rPr lang="en-US"/>
              <a:t>Crashes can occur while </a:t>
            </a:r>
            <a:endParaRPr/>
          </a:p>
          <a:p>
            <a:pPr indent="-285750" lvl="1" marL="742950" rtl="0" algn="l">
              <a:lnSpc>
                <a:spcPct val="90000"/>
              </a:lnSpc>
              <a:spcBef>
                <a:spcPts val="630"/>
              </a:spcBef>
              <a:spcAft>
                <a:spcPts val="0"/>
              </a:spcAft>
              <a:buSzPts val="1890"/>
              <a:buChar char="★"/>
            </a:pPr>
            <a:r>
              <a:rPr lang="en-US"/>
              <a:t>the transaction is executing the original updates, or </a:t>
            </a:r>
            <a:endParaRPr/>
          </a:p>
          <a:p>
            <a:pPr indent="-285750" lvl="1" marL="742950" rtl="0" algn="l">
              <a:lnSpc>
                <a:spcPct val="90000"/>
              </a:lnSpc>
              <a:spcBef>
                <a:spcPts val="630"/>
              </a:spcBef>
              <a:spcAft>
                <a:spcPts val="0"/>
              </a:spcAft>
              <a:buSzPts val="1890"/>
              <a:buChar char="★"/>
            </a:pPr>
            <a:r>
              <a:rPr lang="en-US"/>
              <a:t>while recovery action is being taken</a:t>
            </a:r>
            <a:endParaRPr/>
          </a:p>
          <a:p>
            <a:pPr indent="-342900" lvl="0" marL="342900" rtl="0" algn="l">
              <a:lnSpc>
                <a:spcPct val="90000"/>
              </a:lnSpc>
              <a:spcBef>
                <a:spcPts val="700"/>
              </a:spcBef>
              <a:spcAft>
                <a:spcPts val="0"/>
              </a:spcAft>
              <a:buSzPts val="1800"/>
              <a:buChar char="●"/>
            </a:pPr>
            <a:r>
              <a:rPr lang="en-US"/>
              <a:t>example transactions  </a:t>
            </a:r>
            <a:r>
              <a:rPr i="1" lang="en-US"/>
              <a:t>T</a:t>
            </a:r>
            <a:r>
              <a:rPr baseline="-25000" i="1" lang="en-US"/>
              <a:t>0</a:t>
            </a:r>
            <a:r>
              <a:rPr i="1" lang="en-US"/>
              <a:t> </a:t>
            </a:r>
            <a:r>
              <a:rPr lang="en-US"/>
              <a:t>and </a:t>
            </a:r>
            <a:r>
              <a:rPr i="1" lang="en-US"/>
              <a:t>T</a:t>
            </a:r>
            <a:r>
              <a:rPr baseline="-25000" i="1" lang="en-US"/>
              <a:t>1</a:t>
            </a:r>
            <a:r>
              <a:rPr i="1" lang="en-US"/>
              <a:t> </a:t>
            </a:r>
            <a:r>
              <a:rPr lang="en-US"/>
              <a:t>(</a:t>
            </a:r>
            <a:r>
              <a:rPr i="1" lang="en-US"/>
              <a:t>T</a:t>
            </a:r>
            <a:r>
              <a:rPr baseline="-25000" i="1" lang="en-US"/>
              <a:t>0</a:t>
            </a:r>
            <a:r>
              <a:rPr i="1" lang="en-US"/>
              <a:t> </a:t>
            </a:r>
            <a:r>
              <a:rPr lang="en-US"/>
              <a:t>executes before </a:t>
            </a:r>
            <a:r>
              <a:rPr i="1" lang="en-US"/>
              <a:t>T</a:t>
            </a:r>
            <a:r>
              <a:rPr baseline="-25000" i="1" lang="en-US"/>
              <a:t>1</a:t>
            </a:r>
            <a:r>
              <a:rPr lang="en-US"/>
              <a:t>):</a:t>
            </a:r>
            <a:endParaRPr/>
          </a:p>
          <a:p>
            <a:pPr indent="-342900" lvl="0" marL="342900" rtl="0" algn="l">
              <a:lnSpc>
                <a:spcPct val="90000"/>
              </a:lnSpc>
              <a:spcBef>
                <a:spcPts val="700"/>
              </a:spcBef>
              <a:spcAft>
                <a:spcPts val="0"/>
              </a:spcAft>
              <a:buSzPts val="1800"/>
              <a:buFont typeface="Arial"/>
              <a:buNone/>
            </a:pPr>
            <a:r>
              <a:rPr i="1" lang="en-US"/>
              <a:t>	T</a:t>
            </a:r>
            <a:r>
              <a:rPr baseline="-25000" i="1" lang="en-US"/>
              <a:t>0</a:t>
            </a:r>
            <a:r>
              <a:rPr lang="en-US"/>
              <a:t>: </a:t>
            </a:r>
            <a:r>
              <a:rPr b="1" lang="en-US"/>
              <a:t>read </a:t>
            </a:r>
            <a:r>
              <a:rPr lang="en-US"/>
              <a:t>(</a:t>
            </a:r>
            <a:r>
              <a:rPr i="1" lang="en-US"/>
              <a:t>A</a:t>
            </a:r>
            <a:r>
              <a:rPr lang="en-US"/>
              <a:t>)				</a:t>
            </a:r>
            <a:r>
              <a:rPr i="1" lang="en-US"/>
              <a:t>T</a:t>
            </a:r>
            <a:r>
              <a:rPr baseline="-25000" i="1" lang="en-US"/>
              <a:t>1</a:t>
            </a:r>
            <a:r>
              <a:rPr i="1" lang="en-US"/>
              <a:t> </a:t>
            </a:r>
            <a:r>
              <a:rPr lang="en-US"/>
              <a:t>: </a:t>
            </a:r>
            <a:r>
              <a:rPr b="1" lang="en-US"/>
              <a:t>read</a:t>
            </a:r>
            <a:r>
              <a:rPr lang="en-US"/>
              <a:t> (</a:t>
            </a:r>
            <a:r>
              <a:rPr i="1" lang="en-US"/>
              <a:t>C</a:t>
            </a:r>
            <a:r>
              <a:rPr lang="en-US"/>
              <a:t>)</a:t>
            </a:r>
            <a:endParaRPr/>
          </a:p>
          <a:p>
            <a:pPr indent="-342900" lvl="0" marL="342900" rtl="0" algn="l">
              <a:lnSpc>
                <a:spcPct val="90000"/>
              </a:lnSpc>
              <a:spcBef>
                <a:spcPts val="700"/>
              </a:spcBef>
              <a:spcAft>
                <a:spcPts val="0"/>
              </a:spcAft>
              <a:buSzPts val="1800"/>
              <a:buFont typeface="Arial"/>
              <a:buNone/>
            </a:pPr>
            <a:r>
              <a:rPr i="1" lang="en-US"/>
              <a:t>		A: - A - 50</a:t>
            </a:r>
            <a:r>
              <a:rPr lang="en-US"/>
              <a:t>			       </a:t>
            </a:r>
            <a:r>
              <a:rPr i="1" lang="en-US"/>
              <a:t>C:-	C- 100</a:t>
            </a:r>
            <a:endParaRPr/>
          </a:p>
          <a:p>
            <a:pPr indent="-342900" lvl="0" marL="342900" rtl="0" algn="l">
              <a:lnSpc>
                <a:spcPct val="90000"/>
              </a:lnSpc>
              <a:spcBef>
                <a:spcPts val="700"/>
              </a:spcBef>
              <a:spcAft>
                <a:spcPts val="0"/>
              </a:spcAft>
              <a:buSzPts val="1800"/>
              <a:buFont typeface="Arial"/>
              <a:buNone/>
            </a:pPr>
            <a:r>
              <a:rPr b="1" lang="en-US"/>
              <a:t>		Write </a:t>
            </a:r>
            <a:r>
              <a:rPr lang="en-US"/>
              <a:t>(</a:t>
            </a:r>
            <a:r>
              <a:rPr i="1" lang="en-US"/>
              <a:t>A</a:t>
            </a:r>
            <a:r>
              <a:rPr lang="en-US"/>
              <a:t>)			        </a:t>
            </a:r>
            <a:r>
              <a:rPr b="1" lang="en-US"/>
              <a:t>write </a:t>
            </a:r>
            <a:r>
              <a:rPr lang="en-US"/>
              <a:t>(</a:t>
            </a:r>
            <a:r>
              <a:rPr i="1" lang="en-US"/>
              <a:t>C</a:t>
            </a:r>
            <a:r>
              <a:rPr lang="en-US"/>
              <a:t>)</a:t>
            </a:r>
            <a:endParaRPr/>
          </a:p>
          <a:p>
            <a:pPr indent="-342900" lvl="0" marL="342900" rtl="0" algn="l">
              <a:lnSpc>
                <a:spcPct val="90000"/>
              </a:lnSpc>
              <a:spcBef>
                <a:spcPts val="700"/>
              </a:spcBef>
              <a:spcAft>
                <a:spcPts val="0"/>
              </a:spcAft>
              <a:buSzPts val="1800"/>
              <a:buFont typeface="Arial"/>
              <a:buNone/>
            </a:pPr>
            <a:r>
              <a:rPr b="1" lang="en-US"/>
              <a:t>		read </a:t>
            </a:r>
            <a:r>
              <a:rPr lang="en-US"/>
              <a:t>(</a:t>
            </a:r>
            <a:r>
              <a:rPr i="1" lang="en-US"/>
              <a:t>B</a:t>
            </a:r>
            <a:r>
              <a:rPr lang="en-US"/>
              <a:t>)</a:t>
            </a:r>
            <a:endParaRPr/>
          </a:p>
          <a:p>
            <a:pPr indent="-342900" lvl="0" marL="342900" rtl="0" algn="l">
              <a:lnSpc>
                <a:spcPct val="90000"/>
              </a:lnSpc>
              <a:spcBef>
                <a:spcPts val="700"/>
              </a:spcBef>
              <a:spcAft>
                <a:spcPts val="0"/>
              </a:spcAft>
              <a:buSzPts val="1800"/>
              <a:buFont typeface="Arial"/>
              <a:buNone/>
            </a:pPr>
            <a:r>
              <a:rPr i="1" lang="en-US"/>
              <a:t>		B:-  B + 50</a:t>
            </a:r>
            <a:endParaRPr/>
          </a:p>
          <a:p>
            <a:pPr indent="-342900" lvl="0" marL="342900" rtl="0" algn="l">
              <a:lnSpc>
                <a:spcPct val="90000"/>
              </a:lnSpc>
              <a:spcBef>
                <a:spcPts val="700"/>
              </a:spcBef>
              <a:spcAft>
                <a:spcPts val="0"/>
              </a:spcAft>
              <a:buSzPts val="1800"/>
              <a:buFont typeface="Arial"/>
              <a:buNone/>
            </a:pPr>
            <a:r>
              <a:rPr b="1" lang="en-US"/>
              <a:t>		write </a:t>
            </a:r>
            <a:r>
              <a:rPr lang="en-US"/>
              <a:t>(</a:t>
            </a:r>
            <a:r>
              <a:rPr i="1" lang="en-US"/>
              <a:t>B</a:t>
            </a:r>
            <a:r>
              <a:rPr lang="en-US"/>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5"/>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Deferred Database Modification (Cont.)</a:t>
            </a:r>
            <a:endParaRPr/>
          </a:p>
        </p:txBody>
      </p:sp>
      <p:sp>
        <p:nvSpPr>
          <p:cNvPr id="248" name="Google Shape;248;p15"/>
          <p:cNvSpPr txBox="1"/>
          <p:nvPr>
            <p:ph idx="4294967295" type="body"/>
          </p:nvPr>
        </p:nvSpPr>
        <p:spPr>
          <a:xfrm>
            <a:off x="457200" y="914400"/>
            <a:ext cx="82296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800"/>
              <a:buChar char="●"/>
            </a:pPr>
            <a:r>
              <a:rPr lang="en-US"/>
              <a:t>Below we show the log as it appears at three instances of time.</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342900" lvl="0" marL="342900" rtl="0" algn="l">
              <a:spcBef>
                <a:spcPts val="700"/>
              </a:spcBef>
              <a:spcAft>
                <a:spcPts val="0"/>
              </a:spcAft>
              <a:buSzPts val="1800"/>
              <a:buFont typeface="Arial"/>
              <a:buNone/>
            </a:pPr>
            <a:r>
              <a:t/>
            </a:r>
            <a:endParaRPr/>
          </a:p>
          <a:p>
            <a:pPr indent="-342900" lvl="0" marL="342900" rtl="0" algn="l">
              <a:spcBef>
                <a:spcPts val="700"/>
              </a:spcBef>
              <a:spcAft>
                <a:spcPts val="0"/>
              </a:spcAft>
              <a:buSzPts val="1800"/>
              <a:buFont typeface="Arial"/>
              <a:buNone/>
            </a:pPr>
            <a:r>
              <a:t/>
            </a:r>
            <a:endParaRPr/>
          </a:p>
          <a:p>
            <a:pPr indent="-228600" lvl="0" marL="342900" rtl="0" algn="l">
              <a:lnSpc>
                <a:spcPct val="20000"/>
              </a:lnSpc>
              <a:spcBef>
                <a:spcPts val="700"/>
              </a:spcBef>
              <a:spcAft>
                <a:spcPts val="0"/>
              </a:spcAft>
              <a:buSzPts val="1800"/>
              <a:buNone/>
            </a:pPr>
            <a:r>
              <a:t/>
            </a:r>
            <a:endParaRPr/>
          </a:p>
          <a:p>
            <a:pPr indent="-342900" lvl="0" marL="342900" rtl="0" algn="l">
              <a:spcBef>
                <a:spcPts val="700"/>
              </a:spcBef>
              <a:spcAft>
                <a:spcPts val="0"/>
              </a:spcAft>
              <a:buSzPts val="1800"/>
              <a:buChar char="●"/>
            </a:pPr>
            <a:r>
              <a:rPr lang="en-US"/>
              <a:t>If log on stable storage at time of crash is as in case:</a:t>
            </a:r>
            <a:endParaRPr/>
          </a:p>
          <a:p>
            <a:pPr indent="-342900" lvl="0" marL="342900" rtl="0" algn="l">
              <a:lnSpc>
                <a:spcPct val="70000"/>
              </a:lnSpc>
              <a:spcBef>
                <a:spcPts val="700"/>
              </a:spcBef>
              <a:spcAft>
                <a:spcPts val="0"/>
              </a:spcAft>
              <a:buSzPts val="1800"/>
              <a:buFont typeface="Arial"/>
              <a:buNone/>
            </a:pPr>
            <a:r>
              <a:rPr lang="en-US"/>
              <a:t>	</a:t>
            </a:r>
            <a:r>
              <a:rPr lang="en-US" sz="1800"/>
              <a:t>(a)  No redo actions need to be taken</a:t>
            </a:r>
            <a:endParaRPr/>
          </a:p>
          <a:p>
            <a:pPr indent="-342900" lvl="0" marL="342900" rtl="0" algn="l">
              <a:lnSpc>
                <a:spcPct val="80000"/>
              </a:lnSpc>
              <a:spcBef>
                <a:spcPts val="630"/>
              </a:spcBef>
              <a:spcAft>
                <a:spcPts val="0"/>
              </a:spcAft>
              <a:buSzPts val="1620"/>
              <a:buFont typeface="Arial"/>
              <a:buNone/>
            </a:pPr>
            <a:r>
              <a:rPr lang="en-US" sz="1800"/>
              <a:t>	(b)  redo(</a:t>
            </a:r>
            <a:r>
              <a:rPr i="1" lang="en-US" sz="1800"/>
              <a:t>T</a:t>
            </a:r>
            <a:r>
              <a:rPr baseline="-25000" lang="en-US" sz="1800"/>
              <a:t>0</a:t>
            </a:r>
            <a:r>
              <a:rPr lang="en-US" sz="1800"/>
              <a:t>) must be performed since &lt;</a:t>
            </a:r>
            <a:r>
              <a:rPr i="1" lang="en-US" sz="1800"/>
              <a:t>T</a:t>
            </a:r>
            <a:r>
              <a:rPr baseline="-25000" lang="en-US" sz="1800"/>
              <a:t>0 </a:t>
            </a:r>
            <a:r>
              <a:rPr b="1" lang="en-US" sz="1800"/>
              <a:t>commi</a:t>
            </a:r>
            <a:r>
              <a:rPr lang="en-US" sz="1800"/>
              <a:t>t&gt; is present </a:t>
            </a:r>
            <a:endParaRPr/>
          </a:p>
          <a:p>
            <a:pPr indent="-342900" lvl="0" marL="342900" rtl="0" algn="l">
              <a:lnSpc>
                <a:spcPct val="80000"/>
              </a:lnSpc>
              <a:spcBef>
                <a:spcPts val="630"/>
              </a:spcBef>
              <a:spcAft>
                <a:spcPts val="0"/>
              </a:spcAft>
              <a:buSzPts val="1620"/>
              <a:buFont typeface="Arial"/>
              <a:buNone/>
            </a:pPr>
            <a:r>
              <a:rPr lang="en-US" sz="1800"/>
              <a:t>	(c)  </a:t>
            </a:r>
            <a:r>
              <a:rPr b="1" lang="en-US" sz="1800"/>
              <a:t>redo</a:t>
            </a:r>
            <a:r>
              <a:rPr lang="en-US" sz="1800"/>
              <a:t>(</a:t>
            </a:r>
            <a:r>
              <a:rPr i="1" lang="en-US" sz="1800"/>
              <a:t>T</a:t>
            </a:r>
            <a:r>
              <a:rPr baseline="-25000" lang="en-US" sz="1800"/>
              <a:t>0</a:t>
            </a:r>
            <a:r>
              <a:rPr lang="en-US" sz="1800"/>
              <a:t>) must be performed followed by redo(</a:t>
            </a:r>
            <a:r>
              <a:rPr i="1" lang="en-US" sz="1800"/>
              <a:t>T</a:t>
            </a:r>
            <a:r>
              <a:rPr baseline="-25000" lang="en-US" sz="1800"/>
              <a:t>1</a:t>
            </a:r>
            <a:r>
              <a:rPr lang="en-US" sz="1800"/>
              <a:t>) since</a:t>
            </a:r>
            <a:endParaRPr/>
          </a:p>
          <a:p>
            <a:pPr indent="-342900" lvl="0" marL="342900" rtl="0" algn="l">
              <a:lnSpc>
                <a:spcPct val="70000"/>
              </a:lnSpc>
              <a:spcBef>
                <a:spcPts val="630"/>
              </a:spcBef>
              <a:spcAft>
                <a:spcPts val="0"/>
              </a:spcAft>
              <a:buSzPts val="1620"/>
              <a:buFont typeface="Arial"/>
              <a:buNone/>
            </a:pPr>
            <a:r>
              <a:rPr lang="en-US" sz="1800"/>
              <a:t>     		 &lt;</a:t>
            </a:r>
            <a:r>
              <a:rPr i="1" lang="en-US" sz="1800"/>
              <a:t>T</a:t>
            </a:r>
            <a:r>
              <a:rPr baseline="-25000" lang="en-US" sz="1800"/>
              <a:t>0</a:t>
            </a:r>
            <a:r>
              <a:rPr lang="en-US" sz="1800"/>
              <a:t> </a:t>
            </a:r>
            <a:r>
              <a:rPr b="1" lang="en-US" sz="1800"/>
              <a:t>commit</a:t>
            </a:r>
            <a:r>
              <a:rPr lang="en-US" sz="1800"/>
              <a:t>&gt; and &lt;</a:t>
            </a:r>
            <a:r>
              <a:rPr i="1" lang="en-US" sz="1800"/>
              <a:t>T</a:t>
            </a:r>
            <a:r>
              <a:rPr baseline="-25000" i="1" lang="en-US" sz="1800"/>
              <a:t>i</a:t>
            </a:r>
            <a:r>
              <a:rPr lang="en-US" sz="1800"/>
              <a:t> commit&gt; are present</a:t>
            </a:r>
            <a:endParaRPr/>
          </a:p>
        </p:txBody>
      </p:sp>
      <p:pic>
        <p:nvPicPr>
          <p:cNvPr id="249" name="Google Shape;249;p15"/>
          <p:cNvPicPr preferRelativeResize="0"/>
          <p:nvPr/>
        </p:nvPicPr>
        <p:blipFill rotWithShape="1">
          <a:blip r:embed="rId3">
            <a:alphaModFix/>
          </a:blip>
          <a:srcRect b="22221" l="1189" r="2380" t="22223"/>
          <a:stretch/>
        </p:blipFill>
        <p:spPr>
          <a:xfrm>
            <a:off x="1282700" y="1371600"/>
            <a:ext cx="6172200" cy="26670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6"/>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Immediate Database Modification</a:t>
            </a:r>
            <a:endParaRPr/>
          </a:p>
        </p:txBody>
      </p:sp>
      <p:sp>
        <p:nvSpPr>
          <p:cNvPr id="255" name="Google Shape;255;p16"/>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a:t>
            </a:r>
            <a:r>
              <a:rPr b="1" lang="en-US">
                <a:solidFill>
                  <a:schemeClr val="dk2"/>
                </a:solidFill>
              </a:rPr>
              <a:t>immediate database modification</a:t>
            </a:r>
            <a:r>
              <a:rPr lang="en-US"/>
              <a:t> scheme allows database updates of an uncommitted transaction to be made as the writes are issued</a:t>
            </a:r>
            <a:endParaRPr/>
          </a:p>
          <a:p>
            <a:pPr indent="-285750" lvl="1" marL="742950" rtl="0" algn="l">
              <a:spcBef>
                <a:spcPts val="630"/>
              </a:spcBef>
              <a:spcAft>
                <a:spcPts val="0"/>
              </a:spcAft>
              <a:buSzPts val="1890"/>
              <a:buChar char="★"/>
            </a:pPr>
            <a:r>
              <a:rPr lang="en-US"/>
              <a:t>since undoing may be needed, update logs must have both old value and new value</a:t>
            </a:r>
            <a:endParaRPr/>
          </a:p>
          <a:p>
            <a:pPr indent="-342900" lvl="0" marL="342900" rtl="0" algn="l">
              <a:spcBef>
                <a:spcPts val="700"/>
              </a:spcBef>
              <a:spcAft>
                <a:spcPts val="0"/>
              </a:spcAft>
              <a:buSzPts val="1800"/>
              <a:buChar char="●"/>
            </a:pPr>
            <a:r>
              <a:rPr lang="en-US"/>
              <a:t>Update log record must be written </a:t>
            </a:r>
            <a:r>
              <a:rPr i="1" lang="en-US"/>
              <a:t>before</a:t>
            </a:r>
            <a:r>
              <a:rPr lang="en-US"/>
              <a:t> database item is written</a:t>
            </a:r>
            <a:endParaRPr/>
          </a:p>
          <a:p>
            <a:pPr indent="-285750" lvl="1" marL="742950" rtl="0" algn="l">
              <a:spcBef>
                <a:spcPts val="630"/>
              </a:spcBef>
              <a:spcAft>
                <a:spcPts val="0"/>
              </a:spcAft>
              <a:buSzPts val="1890"/>
              <a:buChar char="★"/>
            </a:pPr>
            <a:r>
              <a:rPr lang="en-US"/>
              <a:t>We assume that the log record is output directly to stable storage</a:t>
            </a:r>
            <a:endParaRPr/>
          </a:p>
          <a:p>
            <a:pPr indent="-285750" lvl="1" marL="742950" rtl="0" algn="l">
              <a:spcBef>
                <a:spcPts val="630"/>
              </a:spcBef>
              <a:spcAft>
                <a:spcPts val="0"/>
              </a:spcAft>
              <a:buSzPts val="1890"/>
              <a:buChar char="★"/>
            </a:pPr>
            <a:r>
              <a:rPr lang="en-US"/>
              <a:t>Can be extended to postpone log record output, so long as prior to execution of an </a:t>
            </a:r>
            <a:r>
              <a:rPr b="1" lang="en-US"/>
              <a:t>output</a:t>
            </a:r>
            <a:r>
              <a:rPr lang="en-US"/>
              <a:t>(</a:t>
            </a:r>
            <a:r>
              <a:rPr i="1" lang="en-US"/>
              <a:t>B</a:t>
            </a:r>
            <a:r>
              <a:rPr lang="en-US"/>
              <a:t>) operation for a data block B, all log records corresponding to items </a:t>
            </a:r>
            <a:r>
              <a:rPr i="1" lang="en-US"/>
              <a:t>B</a:t>
            </a:r>
            <a:r>
              <a:rPr lang="en-US"/>
              <a:t> must be flushed to stable storage</a:t>
            </a:r>
            <a:endParaRPr/>
          </a:p>
          <a:p>
            <a:pPr indent="-342900" lvl="0" marL="342900" rtl="0" algn="l">
              <a:spcBef>
                <a:spcPts val="700"/>
              </a:spcBef>
              <a:spcAft>
                <a:spcPts val="0"/>
              </a:spcAft>
              <a:buSzPts val="1800"/>
              <a:buChar char="●"/>
            </a:pPr>
            <a:r>
              <a:rPr lang="en-US"/>
              <a:t>Output of updated blocks can take place at any time before or  after transaction commit</a:t>
            </a:r>
            <a:endParaRPr/>
          </a:p>
          <a:p>
            <a:pPr indent="-342900" lvl="0" marL="342900" rtl="0" algn="l">
              <a:spcBef>
                <a:spcPts val="700"/>
              </a:spcBef>
              <a:spcAft>
                <a:spcPts val="0"/>
              </a:spcAft>
              <a:buSzPts val="1800"/>
              <a:buChar char="●"/>
            </a:pPr>
            <a:r>
              <a:rPr lang="en-US"/>
              <a:t>Order in which blocks are output can be different from the order in which they are written.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838200" y="1524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000"/>
              <a:t>Immediate Database Modification Example</a:t>
            </a:r>
            <a:endParaRPr/>
          </a:p>
        </p:txBody>
      </p:sp>
      <p:sp>
        <p:nvSpPr>
          <p:cNvPr id="261" name="Google Shape;261;p17"/>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Font typeface="Arial"/>
              <a:buNone/>
            </a:pPr>
            <a:r>
              <a:rPr b="1" lang="en-US" sz="1800"/>
              <a:t>Log                                  Write                              Output</a:t>
            </a:r>
            <a:endParaRPr sz="1800"/>
          </a:p>
          <a:p>
            <a:pPr indent="-342900" lvl="0" marL="342900" rtl="0" algn="l">
              <a:lnSpc>
                <a:spcPct val="80000"/>
              </a:lnSpc>
              <a:spcBef>
                <a:spcPts val="630"/>
              </a:spcBef>
              <a:spcAft>
                <a:spcPts val="0"/>
              </a:spcAft>
              <a:buSzPts val="1620"/>
              <a:buFont typeface="Arial"/>
              <a:buNone/>
            </a:pPr>
            <a:r>
              <a:t/>
            </a:r>
            <a:endParaRPr sz="1800"/>
          </a:p>
          <a:p>
            <a:pPr indent="-342900" lvl="0" marL="342900" rtl="0" algn="l">
              <a:lnSpc>
                <a:spcPct val="60000"/>
              </a:lnSpc>
              <a:spcBef>
                <a:spcPts val="630"/>
              </a:spcBef>
              <a:spcAft>
                <a:spcPts val="0"/>
              </a:spcAft>
              <a:buSzPts val="1620"/>
              <a:buFont typeface="Arial"/>
              <a:buNone/>
            </a:pPr>
            <a:r>
              <a:rPr lang="en-US" sz="1800"/>
              <a:t>&lt;</a:t>
            </a:r>
            <a:r>
              <a:rPr i="1" lang="en-US" sz="1800"/>
              <a:t>T</a:t>
            </a:r>
            <a:r>
              <a:rPr baseline="-25000" lang="en-US" sz="1800"/>
              <a:t>0</a:t>
            </a:r>
            <a:r>
              <a:rPr i="1" lang="en-US" sz="1800"/>
              <a:t> </a:t>
            </a:r>
            <a:r>
              <a:rPr b="1" lang="en-US" sz="1800"/>
              <a:t>start</a:t>
            </a:r>
            <a:r>
              <a:rPr lang="en-US" sz="1800"/>
              <a:t>&gt;</a:t>
            </a:r>
            <a:endParaRPr/>
          </a:p>
          <a:p>
            <a:pPr indent="-342900" lvl="0" marL="342900" rtl="0" algn="l">
              <a:spcBef>
                <a:spcPts val="630"/>
              </a:spcBef>
              <a:spcAft>
                <a:spcPts val="0"/>
              </a:spcAft>
              <a:buSzPts val="1620"/>
              <a:buFont typeface="Arial"/>
              <a:buNone/>
            </a:pPr>
            <a:r>
              <a:rPr lang="en-US" sz="1800"/>
              <a:t>&lt;</a:t>
            </a:r>
            <a:r>
              <a:rPr i="1" lang="en-US" sz="1800"/>
              <a:t>T</a:t>
            </a:r>
            <a:r>
              <a:rPr baseline="-25000" i="1" lang="en-US" sz="1800"/>
              <a:t>0</a:t>
            </a:r>
            <a:r>
              <a:rPr i="1" lang="en-US" sz="1800"/>
              <a:t>,</a:t>
            </a:r>
            <a:r>
              <a:rPr lang="en-US" sz="1800"/>
              <a:t> A, 1000, 950&gt;</a:t>
            </a:r>
            <a:endParaRPr/>
          </a:p>
          <a:p>
            <a:pPr indent="-342900" lvl="0" marL="342900" rtl="0" algn="l">
              <a:lnSpc>
                <a:spcPct val="70000"/>
              </a:lnSpc>
              <a:spcBef>
                <a:spcPts val="630"/>
              </a:spcBef>
              <a:spcAft>
                <a:spcPts val="0"/>
              </a:spcAft>
              <a:buSzPts val="1620"/>
              <a:buFont typeface="Arial"/>
              <a:buNone/>
            </a:pPr>
            <a:r>
              <a:rPr i="1" lang="en-US" sz="1800"/>
              <a:t>T</a:t>
            </a:r>
            <a:r>
              <a:rPr baseline="-25000" lang="en-US" sz="1800"/>
              <a:t>o</a:t>
            </a:r>
            <a:r>
              <a:rPr i="1" lang="en-US" sz="1800"/>
              <a:t>,</a:t>
            </a:r>
            <a:r>
              <a:rPr lang="en-US" sz="1800"/>
              <a:t> B, 2000, 2050</a:t>
            </a:r>
            <a:endParaRPr/>
          </a:p>
          <a:p>
            <a:pPr indent="-342900" lvl="0" marL="342900" rtl="0" algn="l">
              <a:lnSpc>
                <a:spcPct val="80000"/>
              </a:lnSpc>
              <a:spcBef>
                <a:spcPts val="630"/>
              </a:spcBef>
              <a:spcAft>
                <a:spcPts val="0"/>
              </a:spcAft>
              <a:buSzPts val="1620"/>
              <a:buFont typeface="Arial"/>
              <a:buNone/>
            </a:pPr>
            <a:r>
              <a:rPr lang="en-US" sz="1800"/>
              <a:t>                                    </a:t>
            </a:r>
            <a:r>
              <a:rPr i="1" lang="en-US" sz="1800"/>
              <a:t>A</a:t>
            </a:r>
            <a:r>
              <a:rPr lang="en-US" sz="1800"/>
              <a:t> = 950</a:t>
            </a:r>
            <a:endParaRPr/>
          </a:p>
          <a:p>
            <a:pPr indent="-342900" lvl="0" marL="342900" rtl="0" algn="l">
              <a:lnSpc>
                <a:spcPct val="60000"/>
              </a:lnSpc>
              <a:spcBef>
                <a:spcPts val="630"/>
              </a:spcBef>
              <a:spcAft>
                <a:spcPts val="0"/>
              </a:spcAft>
              <a:buSzPts val="1620"/>
              <a:buFont typeface="Arial"/>
              <a:buNone/>
            </a:pPr>
            <a:r>
              <a:rPr lang="en-US" sz="1800"/>
              <a:t>                                    </a:t>
            </a:r>
            <a:r>
              <a:rPr i="1" lang="en-US" sz="1800"/>
              <a:t>B</a:t>
            </a:r>
            <a:r>
              <a:rPr lang="en-US" sz="1800"/>
              <a:t> = 2050</a:t>
            </a:r>
            <a:endParaRPr/>
          </a:p>
          <a:p>
            <a:pPr indent="-342900" lvl="0" marL="342900" rtl="0" algn="l">
              <a:spcBef>
                <a:spcPts val="630"/>
              </a:spcBef>
              <a:spcAft>
                <a:spcPts val="0"/>
              </a:spcAft>
              <a:buSzPts val="1620"/>
              <a:buFont typeface="Arial"/>
              <a:buNone/>
            </a:pPr>
            <a:r>
              <a:rPr lang="en-US" sz="1800"/>
              <a:t>&lt;</a:t>
            </a:r>
            <a:r>
              <a:rPr i="1" lang="en-US" sz="1800"/>
              <a:t>T</a:t>
            </a:r>
            <a:r>
              <a:rPr baseline="-25000" lang="en-US" sz="1800"/>
              <a:t>0</a:t>
            </a:r>
            <a:r>
              <a:rPr lang="en-US" sz="1800"/>
              <a:t> </a:t>
            </a:r>
            <a:r>
              <a:rPr b="1" lang="en-US" sz="1800"/>
              <a:t>commit</a:t>
            </a:r>
            <a:r>
              <a:rPr lang="en-US" sz="1800"/>
              <a:t>&gt;</a:t>
            </a:r>
            <a:endParaRPr/>
          </a:p>
          <a:p>
            <a:pPr indent="-342900" lvl="0" marL="342900" rtl="0" algn="l">
              <a:lnSpc>
                <a:spcPct val="80000"/>
              </a:lnSpc>
              <a:spcBef>
                <a:spcPts val="630"/>
              </a:spcBef>
              <a:spcAft>
                <a:spcPts val="0"/>
              </a:spcAft>
              <a:buSzPts val="1620"/>
              <a:buFont typeface="Arial"/>
              <a:buNone/>
            </a:pPr>
            <a:r>
              <a:rPr lang="en-US" sz="1800"/>
              <a:t>&lt;</a:t>
            </a:r>
            <a:r>
              <a:rPr i="1" lang="en-US" sz="1800"/>
              <a:t>T</a:t>
            </a:r>
            <a:r>
              <a:rPr baseline="-25000" lang="en-US" sz="1800"/>
              <a:t>1</a:t>
            </a:r>
            <a:r>
              <a:rPr lang="en-US" sz="1800"/>
              <a:t> </a:t>
            </a:r>
            <a:r>
              <a:rPr b="1" lang="en-US" sz="1800"/>
              <a:t>start</a:t>
            </a:r>
            <a:r>
              <a:rPr lang="en-US" sz="1800"/>
              <a:t>&gt;</a:t>
            </a:r>
            <a:endParaRPr/>
          </a:p>
          <a:p>
            <a:pPr indent="-342900" lvl="0" marL="342900" rtl="0" algn="l">
              <a:lnSpc>
                <a:spcPct val="60000"/>
              </a:lnSpc>
              <a:spcBef>
                <a:spcPts val="630"/>
              </a:spcBef>
              <a:spcAft>
                <a:spcPts val="0"/>
              </a:spcAft>
              <a:buSzPts val="1620"/>
              <a:buFont typeface="Arial"/>
              <a:buNone/>
            </a:pPr>
            <a:r>
              <a:rPr lang="en-US" sz="1800"/>
              <a:t>&lt;</a:t>
            </a:r>
            <a:r>
              <a:rPr i="1" lang="en-US" sz="1800"/>
              <a:t>T</a:t>
            </a:r>
            <a:r>
              <a:rPr baseline="-25000" lang="en-US" sz="1800"/>
              <a:t>1</a:t>
            </a:r>
            <a:r>
              <a:rPr lang="en-US" sz="1800"/>
              <a:t>, C, 700, 600&gt;</a:t>
            </a:r>
            <a:endParaRPr/>
          </a:p>
          <a:p>
            <a:pPr indent="-342900" lvl="0" marL="342900" rtl="0" algn="l">
              <a:lnSpc>
                <a:spcPct val="80000"/>
              </a:lnSpc>
              <a:spcBef>
                <a:spcPts val="630"/>
              </a:spcBef>
              <a:spcAft>
                <a:spcPts val="0"/>
              </a:spcAft>
              <a:buSzPts val="1620"/>
              <a:buFont typeface="Arial"/>
              <a:buNone/>
            </a:pPr>
            <a:r>
              <a:rPr lang="en-US" sz="1800"/>
              <a:t>                                      </a:t>
            </a:r>
            <a:r>
              <a:rPr i="1" lang="en-US" sz="1800"/>
              <a:t>C</a:t>
            </a:r>
            <a:r>
              <a:rPr lang="en-US" sz="1800"/>
              <a:t> = 600</a:t>
            </a:r>
            <a:endParaRPr/>
          </a:p>
          <a:p>
            <a:pPr indent="-342900" lvl="0" marL="342900" rtl="0" algn="l">
              <a:lnSpc>
                <a:spcPct val="80000"/>
              </a:lnSpc>
              <a:spcBef>
                <a:spcPts val="630"/>
              </a:spcBef>
              <a:spcAft>
                <a:spcPts val="0"/>
              </a:spcAft>
              <a:buSzPts val="1620"/>
              <a:buFont typeface="Arial"/>
              <a:buNone/>
            </a:pPr>
            <a:r>
              <a:rPr lang="en-US" sz="1800"/>
              <a:t>                                                                         </a:t>
            </a:r>
            <a:r>
              <a:rPr i="1" lang="en-US" sz="1800"/>
              <a:t>B</a:t>
            </a:r>
            <a:r>
              <a:rPr baseline="-25000" i="1" lang="en-US" sz="1800"/>
              <a:t>B</a:t>
            </a:r>
            <a:r>
              <a:rPr lang="en-US" sz="1800"/>
              <a:t>, </a:t>
            </a:r>
            <a:r>
              <a:rPr i="1" lang="en-US" sz="1800"/>
              <a:t>B</a:t>
            </a:r>
            <a:r>
              <a:rPr baseline="-25000" i="1" lang="en-US" sz="1800"/>
              <a:t>C</a:t>
            </a:r>
            <a:endParaRPr sz="1800"/>
          </a:p>
          <a:p>
            <a:pPr indent="-342900" lvl="0" marL="342900" rtl="0" algn="l">
              <a:lnSpc>
                <a:spcPct val="70000"/>
              </a:lnSpc>
              <a:spcBef>
                <a:spcPts val="630"/>
              </a:spcBef>
              <a:spcAft>
                <a:spcPts val="0"/>
              </a:spcAft>
              <a:buSzPts val="1620"/>
              <a:buFont typeface="Arial"/>
              <a:buNone/>
            </a:pPr>
            <a:r>
              <a:rPr lang="en-US" sz="1800"/>
              <a:t>&lt;</a:t>
            </a:r>
            <a:r>
              <a:rPr i="1" lang="en-US" sz="1800"/>
              <a:t>T</a:t>
            </a:r>
            <a:r>
              <a:rPr baseline="-25000" lang="en-US" sz="1800"/>
              <a:t>1</a:t>
            </a:r>
            <a:r>
              <a:rPr lang="en-US" sz="1800"/>
              <a:t> </a:t>
            </a:r>
            <a:r>
              <a:rPr b="1" lang="en-US" sz="1800"/>
              <a:t>commit</a:t>
            </a:r>
            <a:r>
              <a:rPr lang="en-US" sz="1800"/>
              <a:t>&gt;</a:t>
            </a:r>
            <a:endParaRPr/>
          </a:p>
          <a:p>
            <a:pPr indent="-342900" lvl="0" marL="342900" rtl="0" algn="l">
              <a:lnSpc>
                <a:spcPct val="70000"/>
              </a:lnSpc>
              <a:spcBef>
                <a:spcPts val="630"/>
              </a:spcBef>
              <a:spcAft>
                <a:spcPts val="0"/>
              </a:spcAft>
              <a:buSzPts val="1620"/>
              <a:buFont typeface="Arial"/>
              <a:buNone/>
            </a:pPr>
            <a:r>
              <a:rPr lang="en-US" sz="1800"/>
              <a:t>                                                                         </a:t>
            </a:r>
            <a:r>
              <a:rPr i="1" lang="en-US" sz="1800"/>
              <a:t>B</a:t>
            </a:r>
            <a:r>
              <a:rPr baseline="-25000" i="1" lang="en-US" sz="1800"/>
              <a:t>A</a:t>
            </a:r>
            <a:endParaRPr sz="1800"/>
          </a:p>
          <a:p>
            <a:pPr indent="-342900" lvl="0" marL="342900" rtl="0" algn="l">
              <a:spcBef>
                <a:spcPts val="630"/>
              </a:spcBef>
              <a:spcAft>
                <a:spcPts val="0"/>
              </a:spcAft>
              <a:buSzPts val="1620"/>
              <a:buChar char="●"/>
            </a:pPr>
            <a:r>
              <a:rPr lang="en-US" sz="1800"/>
              <a:t>Note: </a:t>
            </a:r>
            <a:r>
              <a:rPr i="1" lang="en-US" sz="1800"/>
              <a:t>B</a:t>
            </a:r>
            <a:r>
              <a:rPr baseline="-25000" i="1" lang="en-US" sz="1800"/>
              <a:t>X</a:t>
            </a:r>
            <a:r>
              <a:rPr i="1" lang="en-US" sz="1800"/>
              <a:t> </a:t>
            </a:r>
            <a:r>
              <a:rPr lang="en-US" sz="1800"/>
              <a:t>denotes block containing </a:t>
            </a:r>
            <a:r>
              <a:rPr i="1" lang="en-US" sz="1800"/>
              <a:t>X</a:t>
            </a:r>
            <a:r>
              <a:rPr lang="en-US" sz="1800"/>
              <a:t>.</a:t>
            </a:r>
            <a:endParaRPr/>
          </a:p>
          <a:p>
            <a:pPr indent="-228600" lvl="4" marL="1771650" rtl="0" algn="l">
              <a:spcBef>
                <a:spcPts val="560"/>
              </a:spcBef>
              <a:spcAft>
                <a:spcPts val="0"/>
              </a:spcAft>
              <a:buSzPts val="1600"/>
              <a:buFont typeface="Helvetica Neue"/>
              <a:buNone/>
            </a:pPr>
            <a:r>
              <a:t/>
            </a:r>
            <a:endParaRPr sz="1600"/>
          </a:p>
        </p:txBody>
      </p:sp>
      <p:cxnSp>
        <p:nvCxnSpPr>
          <p:cNvPr id="262" name="Google Shape;262;p17"/>
          <p:cNvCxnSpPr/>
          <p:nvPr/>
        </p:nvCxnSpPr>
        <p:spPr>
          <a:xfrm>
            <a:off x="609600" y="1752600"/>
            <a:ext cx="6629400" cy="0"/>
          </a:xfrm>
          <a:prstGeom prst="straightConnector1">
            <a:avLst/>
          </a:prstGeom>
          <a:noFill/>
          <a:ln cap="flat" cmpd="sng" w="9525">
            <a:solidFill>
              <a:schemeClr val="dk1"/>
            </a:solidFill>
            <a:prstDash val="solid"/>
            <a:round/>
            <a:headEnd len="med" w="med" type="none"/>
            <a:tailEnd len="med" w="med" type="none"/>
          </a:ln>
        </p:spPr>
      </p:cxnSp>
      <p:sp>
        <p:nvSpPr>
          <p:cNvPr id="263" name="Google Shape;263;p17"/>
          <p:cNvSpPr txBox="1"/>
          <p:nvPr/>
        </p:nvSpPr>
        <p:spPr>
          <a:xfrm>
            <a:off x="1793875" y="3567113"/>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x</a:t>
            </a:r>
            <a:r>
              <a:rPr baseline="-25000" lang="en-US" sz="1400">
                <a:solidFill>
                  <a:schemeClr val="dk1"/>
                </a:solidFill>
                <a:latin typeface="Times New Roman"/>
                <a:ea typeface="Times New Roman"/>
                <a:cs typeface="Times New Roman"/>
                <a:sym typeface="Times New Roman"/>
              </a:rPr>
              <a:t>1</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Immediate Database Modification (Cont.)</a:t>
            </a:r>
            <a:endParaRPr/>
          </a:p>
        </p:txBody>
      </p:sp>
      <p:sp>
        <p:nvSpPr>
          <p:cNvPr id="269" name="Google Shape;269;p18"/>
          <p:cNvSpPr txBox="1"/>
          <p:nvPr>
            <p:ph idx="4294967295" type="body"/>
          </p:nvPr>
        </p:nvSpPr>
        <p:spPr>
          <a:xfrm>
            <a:off x="431800" y="10541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Recovery procedure has two operations instead of one:</a:t>
            </a:r>
            <a:endParaRPr/>
          </a:p>
          <a:p>
            <a:pPr indent="-285750" lvl="1" marL="742950" rtl="0" algn="l">
              <a:lnSpc>
                <a:spcPct val="90000"/>
              </a:lnSpc>
              <a:spcBef>
                <a:spcPts val="630"/>
              </a:spcBef>
              <a:spcAft>
                <a:spcPts val="0"/>
              </a:spcAft>
              <a:buSzPts val="1890"/>
              <a:buChar char="★"/>
            </a:pPr>
            <a:r>
              <a:rPr b="1" lang="en-US"/>
              <a:t> undo</a:t>
            </a:r>
            <a:r>
              <a:rPr lang="en-US"/>
              <a:t>(</a:t>
            </a:r>
            <a:r>
              <a:rPr i="1" lang="en-US"/>
              <a:t>T</a:t>
            </a:r>
            <a:r>
              <a:rPr baseline="-25000" lang="en-US"/>
              <a:t>i</a:t>
            </a:r>
            <a:r>
              <a:rPr lang="en-US"/>
              <a:t>) restores the value of all data items updated by </a:t>
            </a:r>
            <a:r>
              <a:rPr i="1" lang="en-US"/>
              <a:t>T</a:t>
            </a:r>
            <a:r>
              <a:rPr baseline="-25000" i="1" lang="en-US"/>
              <a:t>i</a:t>
            </a:r>
            <a:r>
              <a:rPr lang="en-US"/>
              <a:t> to their old values, going backwards from the last log record for </a:t>
            </a:r>
            <a:r>
              <a:rPr i="1" lang="en-US"/>
              <a:t>T</a:t>
            </a:r>
            <a:r>
              <a:rPr baseline="-25000" i="1" lang="en-US"/>
              <a:t>i</a:t>
            </a:r>
            <a:endParaRPr i="1"/>
          </a:p>
          <a:p>
            <a:pPr indent="-285750" lvl="1" marL="742950" rtl="0" algn="l">
              <a:lnSpc>
                <a:spcPct val="90000"/>
              </a:lnSpc>
              <a:spcBef>
                <a:spcPts val="630"/>
              </a:spcBef>
              <a:spcAft>
                <a:spcPts val="0"/>
              </a:spcAft>
              <a:buSzPts val="1890"/>
              <a:buChar char="★"/>
            </a:pPr>
            <a:r>
              <a:rPr b="1" lang="en-US"/>
              <a:t>redo</a:t>
            </a:r>
            <a:r>
              <a:rPr lang="en-US"/>
              <a:t>(</a:t>
            </a:r>
            <a:r>
              <a:rPr i="1" lang="en-US"/>
              <a:t>T</a:t>
            </a:r>
            <a:r>
              <a:rPr baseline="-25000" lang="en-US"/>
              <a:t>i</a:t>
            </a:r>
            <a:r>
              <a:rPr lang="en-US"/>
              <a:t>) sets the value of all data items updated by </a:t>
            </a:r>
            <a:r>
              <a:rPr i="1" lang="en-US"/>
              <a:t>T</a:t>
            </a:r>
            <a:r>
              <a:rPr baseline="-25000" i="1" lang="en-US"/>
              <a:t>i</a:t>
            </a:r>
            <a:r>
              <a:rPr i="1" lang="en-US"/>
              <a:t> </a:t>
            </a:r>
            <a:r>
              <a:rPr lang="en-US"/>
              <a:t>to the new values, going forward from the first log record for </a:t>
            </a:r>
            <a:r>
              <a:rPr i="1" lang="en-US"/>
              <a:t>T</a:t>
            </a:r>
            <a:r>
              <a:rPr baseline="-25000" i="1" lang="en-US"/>
              <a:t>i</a:t>
            </a:r>
            <a:endParaRPr i="1"/>
          </a:p>
          <a:p>
            <a:pPr indent="-342900" lvl="0" marL="342900" rtl="0" algn="l">
              <a:lnSpc>
                <a:spcPct val="90000"/>
              </a:lnSpc>
              <a:spcBef>
                <a:spcPts val="700"/>
              </a:spcBef>
              <a:spcAft>
                <a:spcPts val="0"/>
              </a:spcAft>
              <a:buSzPts val="1800"/>
              <a:buChar char="●"/>
            </a:pPr>
            <a:r>
              <a:rPr lang="en-US"/>
              <a:t>Both operations must be </a:t>
            </a:r>
            <a:r>
              <a:rPr b="1" lang="en-US">
                <a:solidFill>
                  <a:schemeClr val="dk2"/>
                </a:solidFill>
              </a:rPr>
              <a:t>idempotent</a:t>
            </a:r>
            <a:endParaRPr/>
          </a:p>
          <a:p>
            <a:pPr indent="-285750" lvl="1" marL="742950" rtl="0" algn="l">
              <a:lnSpc>
                <a:spcPct val="90000"/>
              </a:lnSpc>
              <a:spcBef>
                <a:spcPts val="630"/>
              </a:spcBef>
              <a:spcAft>
                <a:spcPts val="0"/>
              </a:spcAft>
              <a:buSzPts val="1890"/>
              <a:buChar char="★"/>
            </a:pPr>
            <a:r>
              <a:rPr lang="en-US"/>
              <a:t>That is, even if the operation is executed multiple times the effect is the same as if it is executed once</a:t>
            </a:r>
            <a:endParaRPr/>
          </a:p>
          <a:p>
            <a:pPr indent="-228600" lvl="2" marL="1085850" rtl="0" algn="l">
              <a:lnSpc>
                <a:spcPct val="90000"/>
              </a:lnSpc>
              <a:spcBef>
                <a:spcPts val="630"/>
              </a:spcBef>
              <a:spcAft>
                <a:spcPts val="0"/>
              </a:spcAft>
              <a:buSzPts val="1530"/>
              <a:buChar char="⮚"/>
            </a:pPr>
            <a:r>
              <a:rPr lang="en-US"/>
              <a:t>Needed since operations may get re-executed during recovery </a:t>
            </a:r>
            <a:endParaRPr b="1">
              <a:solidFill>
                <a:schemeClr val="dk2"/>
              </a:solidFill>
            </a:endParaRPr>
          </a:p>
          <a:p>
            <a:pPr indent="-342900" lvl="0" marL="342900" rtl="0" algn="l">
              <a:lnSpc>
                <a:spcPct val="90000"/>
              </a:lnSpc>
              <a:spcBef>
                <a:spcPts val="700"/>
              </a:spcBef>
              <a:spcAft>
                <a:spcPts val="0"/>
              </a:spcAft>
              <a:buSzPts val="1800"/>
              <a:buChar char="●"/>
            </a:pPr>
            <a:r>
              <a:rPr lang="en-US"/>
              <a:t>When recovering after failure:</a:t>
            </a:r>
            <a:endParaRPr/>
          </a:p>
          <a:p>
            <a:pPr indent="-285750" lvl="1" marL="742950" rtl="0" algn="l">
              <a:lnSpc>
                <a:spcPct val="90000"/>
              </a:lnSpc>
              <a:spcBef>
                <a:spcPts val="630"/>
              </a:spcBef>
              <a:spcAft>
                <a:spcPts val="0"/>
              </a:spcAft>
              <a:buSzPts val="1890"/>
              <a:buChar char="★"/>
            </a:pPr>
            <a:r>
              <a:rPr lang="en-US"/>
              <a:t>Transaction</a:t>
            </a:r>
            <a:r>
              <a:rPr i="1" lang="en-US"/>
              <a:t> T</a:t>
            </a:r>
            <a:r>
              <a:rPr baseline="-25000" i="1" lang="en-US"/>
              <a:t>i</a:t>
            </a:r>
            <a:r>
              <a:rPr i="1" lang="en-US"/>
              <a:t> </a:t>
            </a:r>
            <a:r>
              <a:rPr lang="en-US"/>
              <a:t>needs to be undone if the log contains the record </a:t>
            </a:r>
            <a:br>
              <a:rPr lang="en-US"/>
            </a:br>
            <a:r>
              <a:rPr i="1" lang="en-US"/>
              <a:t>&lt;T</a:t>
            </a:r>
            <a:r>
              <a:rPr baseline="-25000" i="1" lang="en-US"/>
              <a:t>i</a:t>
            </a:r>
            <a:r>
              <a:rPr lang="en-US"/>
              <a:t> </a:t>
            </a:r>
            <a:r>
              <a:rPr b="1" lang="en-US"/>
              <a:t>start</a:t>
            </a:r>
            <a:r>
              <a:rPr i="1" lang="en-US"/>
              <a:t>&gt;</a:t>
            </a:r>
            <a:r>
              <a:rPr lang="en-US"/>
              <a:t>, but does not contain the record </a:t>
            </a:r>
            <a:r>
              <a:rPr i="1" lang="en-US"/>
              <a:t>&lt;T</a:t>
            </a:r>
            <a:r>
              <a:rPr baseline="-25000" i="1" lang="en-US"/>
              <a:t>i</a:t>
            </a:r>
            <a:r>
              <a:rPr i="1" lang="en-US"/>
              <a:t> </a:t>
            </a:r>
            <a:r>
              <a:rPr b="1" lang="en-US"/>
              <a:t>commit</a:t>
            </a:r>
            <a:r>
              <a:rPr i="1" lang="en-US"/>
              <a:t>&gt;</a:t>
            </a:r>
            <a:r>
              <a:rPr lang="en-US"/>
              <a:t>.</a:t>
            </a:r>
            <a:endParaRPr/>
          </a:p>
          <a:p>
            <a:pPr indent="-285750" lvl="1" marL="742950" rtl="0" algn="l">
              <a:lnSpc>
                <a:spcPct val="90000"/>
              </a:lnSpc>
              <a:spcBef>
                <a:spcPts val="630"/>
              </a:spcBef>
              <a:spcAft>
                <a:spcPts val="0"/>
              </a:spcAft>
              <a:buSzPts val="1890"/>
              <a:buChar char="★"/>
            </a:pPr>
            <a:r>
              <a:rPr lang="en-US"/>
              <a:t>Transaction </a:t>
            </a:r>
            <a:r>
              <a:rPr i="1" lang="en-US"/>
              <a:t>T</a:t>
            </a:r>
            <a:r>
              <a:rPr baseline="-25000" i="1" lang="en-US"/>
              <a:t>i</a:t>
            </a:r>
            <a:r>
              <a:rPr i="1" lang="en-US"/>
              <a:t> </a:t>
            </a:r>
            <a:r>
              <a:rPr lang="en-US"/>
              <a:t>needs to be redone if the log contains both the record </a:t>
            </a:r>
            <a:r>
              <a:rPr i="1" lang="en-US"/>
              <a:t>&lt;T</a:t>
            </a:r>
            <a:r>
              <a:rPr baseline="-25000" i="1" lang="en-US"/>
              <a:t>i</a:t>
            </a:r>
            <a:r>
              <a:rPr i="1" lang="en-US"/>
              <a:t> </a:t>
            </a:r>
            <a:r>
              <a:rPr b="1" lang="en-US"/>
              <a:t>start</a:t>
            </a:r>
            <a:r>
              <a:rPr i="1" lang="en-US"/>
              <a:t>&gt;</a:t>
            </a:r>
            <a:r>
              <a:rPr lang="en-US"/>
              <a:t> and the record </a:t>
            </a:r>
            <a:r>
              <a:rPr i="1" lang="en-US"/>
              <a:t>&lt;T</a:t>
            </a:r>
            <a:r>
              <a:rPr baseline="-25000" i="1" lang="en-US"/>
              <a:t>i </a:t>
            </a:r>
            <a:r>
              <a:rPr b="1" lang="en-US"/>
              <a:t>commit</a:t>
            </a:r>
            <a:r>
              <a:rPr i="1" lang="en-US"/>
              <a:t>&gt;</a:t>
            </a:r>
            <a:r>
              <a:rPr lang="en-US"/>
              <a:t>.</a:t>
            </a:r>
            <a:endParaRPr/>
          </a:p>
          <a:p>
            <a:pPr indent="-342900" lvl="0" marL="342900" rtl="0" algn="l">
              <a:lnSpc>
                <a:spcPct val="90000"/>
              </a:lnSpc>
              <a:spcBef>
                <a:spcPts val="700"/>
              </a:spcBef>
              <a:spcAft>
                <a:spcPts val="0"/>
              </a:spcAft>
              <a:buSzPts val="1800"/>
              <a:buChar char="●"/>
            </a:pPr>
            <a:r>
              <a:rPr lang="en-US"/>
              <a:t>Undo operations are performed first, then redo operations.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type="title"/>
          </p:nvPr>
        </p:nvSpPr>
        <p:spPr>
          <a:xfrm>
            <a:off x="552450" y="352425"/>
            <a:ext cx="8210550" cy="790575"/>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000"/>
              <a:t>Immediate DB Modification Recovery Example</a:t>
            </a:r>
            <a:endParaRPr/>
          </a:p>
        </p:txBody>
      </p:sp>
      <p:sp>
        <p:nvSpPr>
          <p:cNvPr id="275" name="Google Shape;275;p19"/>
          <p:cNvSpPr txBox="1"/>
          <p:nvPr>
            <p:ph idx="4294967295" type="body"/>
          </p:nvPr>
        </p:nvSpPr>
        <p:spPr>
          <a:xfrm>
            <a:off x="457200" y="1114425"/>
            <a:ext cx="83058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110000"/>
              </a:lnSpc>
              <a:spcBef>
                <a:spcPts val="0"/>
              </a:spcBef>
              <a:spcAft>
                <a:spcPts val="0"/>
              </a:spcAft>
              <a:buSzPts val="1620"/>
              <a:buFont typeface="Arial"/>
              <a:buNone/>
            </a:pPr>
            <a:r>
              <a:rPr lang="en-US" sz="1800"/>
              <a:t>  Below we show the log as it appears at three instances of time.</a:t>
            </a:r>
            <a:endParaRPr/>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3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t/>
            </a:r>
            <a:endParaRPr sz="1800"/>
          </a:p>
          <a:p>
            <a:pPr indent="-342900" lvl="0" marL="342900" rtl="0" algn="l">
              <a:lnSpc>
                <a:spcPct val="70000"/>
              </a:lnSpc>
              <a:spcBef>
                <a:spcPts val="630"/>
              </a:spcBef>
              <a:spcAft>
                <a:spcPts val="0"/>
              </a:spcAft>
              <a:buSzPts val="1620"/>
              <a:buFont typeface="Arial"/>
              <a:buNone/>
            </a:pPr>
            <a:r>
              <a:rPr lang="en-US" sz="1800"/>
              <a:t>Recovery actions in each case above are:</a:t>
            </a:r>
            <a:endParaRPr/>
          </a:p>
          <a:p>
            <a:pPr indent="-342900" lvl="0" marL="342900" rtl="0" algn="l">
              <a:lnSpc>
                <a:spcPct val="80000"/>
              </a:lnSpc>
              <a:spcBef>
                <a:spcPts val="630"/>
              </a:spcBef>
              <a:spcAft>
                <a:spcPts val="0"/>
              </a:spcAft>
              <a:buSzPts val="1620"/>
              <a:buFont typeface="Arial"/>
              <a:buNone/>
            </a:pPr>
            <a:r>
              <a:rPr lang="en-US" sz="1800"/>
              <a:t>(a)  undo (</a:t>
            </a:r>
            <a:r>
              <a:rPr i="1" lang="en-US" sz="1800"/>
              <a:t>T</a:t>
            </a:r>
            <a:r>
              <a:rPr baseline="-25000" lang="en-US" sz="1800"/>
              <a:t>0</a:t>
            </a:r>
            <a:r>
              <a:rPr lang="en-US" sz="1800"/>
              <a:t>): B is restored to 2000 and A to 1000.</a:t>
            </a:r>
            <a:endParaRPr/>
          </a:p>
          <a:p>
            <a:pPr indent="-342900" lvl="0" marL="342900" rtl="0" algn="l">
              <a:spcBef>
                <a:spcPts val="630"/>
              </a:spcBef>
              <a:spcAft>
                <a:spcPts val="0"/>
              </a:spcAft>
              <a:buSzPts val="1620"/>
              <a:buFont typeface="Arial"/>
              <a:buNone/>
            </a:pPr>
            <a:r>
              <a:rPr lang="en-US" sz="1800"/>
              <a:t>(b)  undo (</a:t>
            </a:r>
            <a:r>
              <a:rPr i="1" lang="en-US" sz="1800"/>
              <a:t>T</a:t>
            </a:r>
            <a:r>
              <a:rPr baseline="-25000" lang="en-US" sz="1800"/>
              <a:t>1</a:t>
            </a:r>
            <a:r>
              <a:rPr lang="en-US" sz="1800"/>
              <a:t>) and redo (</a:t>
            </a:r>
            <a:r>
              <a:rPr i="1" lang="en-US" sz="1800"/>
              <a:t>T</a:t>
            </a:r>
            <a:r>
              <a:rPr baseline="-25000" lang="en-US" sz="1800"/>
              <a:t>0</a:t>
            </a:r>
            <a:r>
              <a:rPr lang="en-US" sz="1800"/>
              <a:t>): C is restored to 700, and then </a:t>
            </a:r>
            <a:r>
              <a:rPr i="1" lang="en-US" sz="1800"/>
              <a:t>A</a:t>
            </a:r>
            <a:r>
              <a:rPr lang="en-US" sz="1800"/>
              <a:t> and </a:t>
            </a:r>
            <a:r>
              <a:rPr i="1" lang="en-US" sz="1800"/>
              <a:t>B</a:t>
            </a:r>
            <a:r>
              <a:rPr lang="en-US" sz="1800"/>
              <a:t> are  </a:t>
            </a:r>
            <a:endParaRPr/>
          </a:p>
          <a:p>
            <a:pPr indent="-342900" lvl="0" marL="342900" rtl="0" algn="l">
              <a:spcBef>
                <a:spcPts val="630"/>
              </a:spcBef>
              <a:spcAft>
                <a:spcPts val="0"/>
              </a:spcAft>
              <a:buSzPts val="1620"/>
              <a:buFont typeface="Arial"/>
              <a:buNone/>
            </a:pPr>
            <a:r>
              <a:rPr lang="en-US" sz="1800"/>
              <a:t>       set to 950 and 2050 respectively.</a:t>
            </a:r>
            <a:endParaRPr/>
          </a:p>
          <a:p>
            <a:pPr indent="-342900" lvl="0" marL="342900" rtl="0" algn="l">
              <a:lnSpc>
                <a:spcPct val="80000"/>
              </a:lnSpc>
              <a:spcBef>
                <a:spcPts val="630"/>
              </a:spcBef>
              <a:spcAft>
                <a:spcPts val="0"/>
              </a:spcAft>
              <a:buSzPts val="1620"/>
              <a:buFont typeface="Arial"/>
              <a:buNone/>
            </a:pPr>
            <a:r>
              <a:rPr lang="en-US" sz="1800"/>
              <a:t>(c)  redo (</a:t>
            </a:r>
            <a:r>
              <a:rPr i="1" lang="en-US" sz="1800"/>
              <a:t>T</a:t>
            </a:r>
            <a:r>
              <a:rPr baseline="-25000" lang="en-US" sz="1800"/>
              <a:t>0</a:t>
            </a:r>
            <a:r>
              <a:rPr lang="en-US" sz="1800"/>
              <a:t>) and redo (</a:t>
            </a:r>
            <a:r>
              <a:rPr i="1" lang="en-US" sz="1800"/>
              <a:t>T</a:t>
            </a:r>
            <a:r>
              <a:rPr baseline="-25000" lang="en-US" sz="1800"/>
              <a:t>1</a:t>
            </a:r>
            <a:r>
              <a:rPr lang="en-US" sz="1800"/>
              <a:t>): A and B are set to 950 and 2050 </a:t>
            </a:r>
            <a:endParaRPr/>
          </a:p>
          <a:p>
            <a:pPr indent="-342900" lvl="0" marL="342900" rtl="0" algn="l">
              <a:lnSpc>
                <a:spcPct val="80000"/>
              </a:lnSpc>
              <a:spcBef>
                <a:spcPts val="630"/>
              </a:spcBef>
              <a:spcAft>
                <a:spcPts val="0"/>
              </a:spcAft>
              <a:buSzPts val="1620"/>
              <a:buFont typeface="Arial"/>
              <a:buNone/>
            </a:pPr>
            <a:r>
              <a:rPr lang="en-US" sz="1800"/>
              <a:t>       respectively. Then </a:t>
            </a:r>
            <a:r>
              <a:rPr i="1" lang="en-US" sz="1800"/>
              <a:t>C</a:t>
            </a:r>
            <a:r>
              <a:rPr lang="en-US" sz="1800"/>
              <a:t> is set to 600</a:t>
            </a:r>
            <a:endParaRPr/>
          </a:p>
        </p:txBody>
      </p:sp>
      <p:pic>
        <p:nvPicPr>
          <p:cNvPr id="276" name="Google Shape;276;p19"/>
          <p:cNvPicPr preferRelativeResize="0"/>
          <p:nvPr/>
        </p:nvPicPr>
        <p:blipFill rotWithShape="1">
          <a:blip r:embed="rId3">
            <a:alphaModFix/>
          </a:blip>
          <a:srcRect b="28570" l="892" r="1785" t="28571"/>
          <a:stretch/>
        </p:blipFill>
        <p:spPr>
          <a:xfrm>
            <a:off x="774700" y="1612900"/>
            <a:ext cx="7613650" cy="25146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0"/>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Checkpoints</a:t>
            </a:r>
            <a:endParaRPr/>
          </a:p>
        </p:txBody>
      </p:sp>
      <p:sp>
        <p:nvSpPr>
          <p:cNvPr id="282" name="Google Shape;282;p20"/>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Char char="●"/>
            </a:pPr>
            <a:r>
              <a:rPr lang="en-US"/>
              <a:t>Problems in recovery procedure as discussed earlier :</a:t>
            </a:r>
            <a:endParaRPr/>
          </a:p>
          <a:p>
            <a:pPr indent="-342900" lvl="1" marL="800100" rtl="0" algn="l">
              <a:spcBef>
                <a:spcPts val="630"/>
              </a:spcBef>
              <a:spcAft>
                <a:spcPts val="0"/>
              </a:spcAft>
              <a:buSzPts val="1890"/>
              <a:buFont typeface="Arial"/>
              <a:buAutoNum type="arabicPeriod"/>
            </a:pPr>
            <a:r>
              <a:rPr lang="en-US"/>
              <a:t>searching the entire log is time-consuming</a:t>
            </a:r>
            <a:endParaRPr/>
          </a:p>
          <a:p>
            <a:pPr indent="-342900" lvl="1" marL="800100" rtl="0" algn="l">
              <a:spcBef>
                <a:spcPts val="630"/>
              </a:spcBef>
              <a:spcAft>
                <a:spcPts val="0"/>
              </a:spcAft>
              <a:buSzPts val="1890"/>
              <a:buFont typeface="Arial"/>
              <a:buAutoNum type="arabicPeriod"/>
            </a:pPr>
            <a:r>
              <a:rPr lang="en-US"/>
              <a:t>we might unnecessarily redo transactions which have already</a:t>
            </a:r>
            <a:endParaRPr/>
          </a:p>
          <a:p>
            <a:pPr indent="-342900" lvl="1" marL="800100" rtl="0" algn="l">
              <a:spcBef>
                <a:spcPts val="630"/>
              </a:spcBef>
              <a:spcAft>
                <a:spcPts val="0"/>
              </a:spcAft>
              <a:buSzPts val="1890"/>
              <a:buFont typeface="Arial"/>
              <a:buAutoNum type="arabicPeriod"/>
            </a:pPr>
            <a:r>
              <a:rPr lang="en-US"/>
              <a:t>output their updates to the database.</a:t>
            </a:r>
            <a:endParaRPr/>
          </a:p>
          <a:p>
            <a:pPr indent="-381000" lvl="0" marL="381000" rtl="0" algn="l">
              <a:spcBef>
                <a:spcPts val="700"/>
              </a:spcBef>
              <a:spcAft>
                <a:spcPts val="0"/>
              </a:spcAft>
              <a:buSzPts val="1800"/>
              <a:buChar char="●"/>
            </a:pPr>
            <a:r>
              <a:rPr lang="en-US"/>
              <a:t>Streamline recovery procedure by periodically performing </a:t>
            </a:r>
            <a:r>
              <a:rPr b="1" lang="en-US">
                <a:solidFill>
                  <a:schemeClr val="dk2"/>
                </a:solidFill>
              </a:rPr>
              <a:t>checkpointing</a:t>
            </a:r>
            <a:r>
              <a:rPr lang="en-US"/>
              <a:t> </a:t>
            </a:r>
            <a:endParaRPr/>
          </a:p>
          <a:p>
            <a:pPr indent="-342900" lvl="1" marL="800100" rtl="0" algn="l">
              <a:spcBef>
                <a:spcPts val="630"/>
              </a:spcBef>
              <a:spcAft>
                <a:spcPts val="0"/>
              </a:spcAft>
              <a:buSzPts val="1890"/>
              <a:buFont typeface="Arial"/>
              <a:buAutoNum type="arabicPeriod"/>
            </a:pPr>
            <a:r>
              <a:rPr lang="en-US"/>
              <a:t>Output all log records currently residing in main memory onto stable storage.</a:t>
            </a:r>
            <a:endParaRPr/>
          </a:p>
          <a:p>
            <a:pPr indent="-342900" lvl="1" marL="800100" rtl="0" algn="l">
              <a:spcBef>
                <a:spcPts val="630"/>
              </a:spcBef>
              <a:spcAft>
                <a:spcPts val="0"/>
              </a:spcAft>
              <a:buSzPts val="1890"/>
              <a:buFont typeface="Arial"/>
              <a:buAutoNum type="arabicPeriod"/>
            </a:pPr>
            <a:r>
              <a:rPr lang="en-US"/>
              <a:t>Output all modified buffer blocks to the disk.</a:t>
            </a:r>
            <a:endParaRPr/>
          </a:p>
          <a:p>
            <a:pPr indent="-342900" lvl="1" marL="800100" rtl="0" algn="l">
              <a:spcBef>
                <a:spcPts val="630"/>
              </a:spcBef>
              <a:spcAft>
                <a:spcPts val="0"/>
              </a:spcAft>
              <a:buSzPts val="1890"/>
              <a:buFont typeface="Arial"/>
              <a:buAutoNum type="arabicPeriod"/>
            </a:pPr>
            <a:r>
              <a:rPr lang="en-US"/>
              <a:t>Write a log record &lt;</a:t>
            </a:r>
            <a:r>
              <a:rPr b="1" lang="en-US"/>
              <a:t> checkpoint</a:t>
            </a:r>
            <a:r>
              <a:rPr lang="en-US"/>
              <a:t>&gt; onto stable storage.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1"/>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Checkpoints (Cont.)</a:t>
            </a:r>
            <a:endParaRPr/>
          </a:p>
        </p:txBody>
      </p:sp>
      <p:sp>
        <p:nvSpPr>
          <p:cNvPr id="288" name="Google Shape;288;p21"/>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Char char="●"/>
            </a:pPr>
            <a:r>
              <a:rPr lang="en-US"/>
              <a:t>During recovery we need to consider only the most recent transaction T</a:t>
            </a:r>
            <a:r>
              <a:rPr baseline="-25000" lang="en-US"/>
              <a:t>i</a:t>
            </a:r>
            <a:r>
              <a:rPr lang="en-US"/>
              <a:t> that started before the checkpoint, and transactions that started after </a:t>
            </a:r>
            <a:r>
              <a:rPr i="1" lang="en-US"/>
              <a:t>T</a:t>
            </a:r>
            <a:r>
              <a:rPr baseline="-25000" i="1" lang="en-US"/>
              <a:t>i</a:t>
            </a:r>
            <a:r>
              <a:rPr lang="en-US"/>
              <a:t>. </a:t>
            </a:r>
            <a:endParaRPr/>
          </a:p>
          <a:p>
            <a:pPr indent="-342900" lvl="1" marL="800100" rtl="0" algn="l">
              <a:spcBef>
                <a:spcPts val="630"/>
              </a:spcBef>
              <a:spcAft>
                <a:spcPts val="0"/>
              </a:spcAft>
              <a:buSzPts val="1890"/>
              <a:buFont typeface="Arial"/>
              <a:buAutoNum type="arabicPeriod"/>
            </a:pPr>
            <a:r>
              <a:rPr lang="en-US"/>
              <a:t>Scan backwards from end of log to find the most recent &lt;</a:t>
            </a:r>
            <a:r>
              <a:rPr b="1" lang="en-US"/>
              <a:t>checkpoint</a:t>
            </a:r>
            <a:r>
              <a:rPr lang="en-US"/>
              <a:t>&gt; record </a:t>
            </a:r>
            <a:endParaRPr/>
          </a:p>
          <a:p>
            <a:pPr indent="-342900" lvl="1" marL="800100" rtl="0" algn="l">
              <a:spcBef>
                <a:spcPts val="630"/>
              </a:spcBef>
              <a:spcAft>
                <a:spcPts val="0"/>
              </a:spcAft>
              <a:buSzPts val="1890"/>
              <a:buFont typeface="Arial"/>
              <a:buAutoNum type="arabicPeriod"/>
            </a:pPr>
            <a:r>
              <a:rPr lang="en-US"/>
              <a:t>Continue scanning backwards till a record </a:t>
            </a:r>
            <a:r>
              <a:rPr i="1" lang="en-US"/>
              <a:t>&lt;T</a:t>
            </a:r>
            <a:r>
              <a:rPr baseline="-25000" i="1" lang="en-US"/>
              <a:t>i</a:t>
            </a:r>
            <a:r>
              <a:rPr b="1" lang="en-US"/>
              <a:t> start</a:t>
            </a:r>
            <a:r>
              <a:rPr lang="en-US"/>
              <a:t>&gt; is found. </a:t>
            </a:r>
            <a:endParaRPr/>
          </a:p>
          <a:p>
            <a:pPr indent="-342900" lvl="1" marL="800100" rtl="0" algn="l">
              <a:spcBef>
                <a:spcPts val="630"/>
              </a:spcBef>
              <a:spcAft>
                <a:spcPts val="0"/>
              </a:spcAft>
              <a:buSzPts val="1890"/>
              <a:buFont typeface="Arial"/>
              <a:buAutoNum type="arabicPeriod"/>
            </a:pPr>
            <a:r>
              <a:rPr lang="en-US"/>
              <a:t>Need only consider the part of log following above </a:t>
            </a:r>
            <a:r>
              <a:rPr b="1" lang="en-US"/>
              <a:t>star</a:t>
            </a:r>
            <a:r>
              <a:rPr lang="en-US"/>
              <a:t>t record. Earlier part of log can be ignored during recovery, and can be erased whenever desired.</a:t>
            </a:r>
            <a:endParaRPr/>
          </a:p>
          <a:p>
            <a:pPr indent="-342900" lvl="1" marL="800100" rtl="0" algn="l">
              <a:spcBef>
                <a:spcPts val="630"/>
              </a:spcBef>
              <a:spcAft>
                <a:spcPts val="0"/>
              </a:spcAft>
              <a:buSzPts val="1890"/>
              <a:buFont typeface="Arial"/>
              <a:buAutoNum type="arabicPeriod"/>
            </a:pPr>
            <a:r>
              <a:rPr lang="en-US"/>
              <a:t>For all transactions (starting from </a:t>
            </a:r>
            <a:r>
              <a:rPr i="1" lang="en-US"/>
              <a:t>T</a:t>
            </a:r>
            <a:r>
              <a:rPr baseline="-25000" i="1" lang="en-US"/>
              <a:t>i</a:t>
            </a:r>
            <a:r>
              <a:rPr lang="en-US"/>
              <a:t> or later) with no </a:t>
            </a:r>
            <a:r>
              <a:rPr i="1" lang="en-US"/>
              <a:t>&lt;T</a:t>
            </a:r>
            <a:r>
              <a:rPr baseline="-25000" i="1" lang="en-US"/>
              <a:t>i</a:t>
            </a:r>
            <a:r>
              <a:rPr lang="en-US"/>
              <a:t> </a:t>
            </a:r>
            <a:r>
              <a:rPr b="1" lang="en-US"/>
              <a:t>commit</a:t>
            </a:r>
            <a:r>
              <a:rPr i="1" lang="en-US"/>
              <a:t>&gt;</a:t>
            </a:r>
            <a:r>
              <a:rPr lang="en-US"/>
              <a:t>, execute </a:t>
            </a:r>
            <a:r>
              <a:rPr b="1" lang="en-US"/>
              <a:t>undo</a:t>
            </a:r>
            <a:r>
              <a:rPr b="1" i="1" lang="en-US"/>
              <a:t>(</a:t>
            </a:r>
            <a:r>
              <a:rPr i="1" lang="en-US"/>
              <a:t>T</a:t>
            </a:r>
            <a:r>
              <a:rPr baseline="-25000" i="1" lang="en-US"/>
              <a:t>i</a:t>
            </a:r>
            <a:r>
              <a:rPr i="1" lang="en-US"/>
              <a:t>). </a:t>
            </a:r>
            <a:r>
              <a:rPr lang="en-US"/>
              <a:t>(Done only in case of immediate modification.)</a:t>
            </a:r>
            <a:endParaRPr/>
          </a:p>
          <a:p>
            <a:pPr indent="-342900" lvl="1" marL="800100" rtl="0" algn="l">
              <a:spcBef>
                <a:spcPts val="630"/>
              </a:spcBef>
              <a:spcAft>
                <a:spcPts val="0"/>
              </a:spcAft>
              <a:buSzPts val="1890"/>
              <a:buFont typeface="Arial"/>
              <a:buAutoNum type="arabicPeriod"/>
            </a:pPr>
            <a:r>
              <a:rPr lang="en-US"/>
              <a:t>Scanning forward in the log, for all transactions starting 	from </a:t>
            </a:r>
            <a:r>
              <a:rPr i="1" lang="en-US"/>
              <a:t>T</a:t>
            </a:r>
            <a:r>
              <a:rPr baseline="-25000" i="1" lang="en-US"/>
              <a:t>i</a:t>
            </a:r>
            <a:r>
              <a:rPr i="1" lang="en-US"/>
              <a:t> </a:t>
            </a:r>
            <a:r>
              <a:rPr lang="en-US"/>
              <a:t>or later with a </a:t>
            </a:r>
            <a:r>
              <a:rPr i="1" lang="en-US"/>
              <a:t>&lt;T</a:t>
            </a:r>
            <a:r>
              <a:rPr baseline="-25000" i="1" lang="en-US"/>
              <a:t>i</a:t>
            </a:r>
            <a:r>
              <a:rPr i="1" lang="en-US"/>
              <a:t> </a:t>
            </a:r>
            <a:r>
              <a:rPr b="1" i="1" lang="en-US"/>
              <a:t> </a:t>
            </a:r>
            <a:r>
              <a:rPr b="1" lang="en-US"/>
              <a:t>commit</a:t>
            </a:r>
            <a:r>
              <a:rPr i="1" lang="en-US"/>
              <a:t>&gt;</a:t>
            </a:r>
            <a:r>
              <a:rPr lang="en-US"/>
              <a:t>,  execute </a:t>
            </a:r>
            <a:r>
              <a:rPr b="1" lang="en-US"/>
              <a:t>redo</a:t>
            </a:r>
            <a:r>
              <a:rPr b="1" i="1" lang="en-US"/>
              <a:t>(</a:t>
            </a:r>
            <a:r>
              <a:rPr i="1" lang="en-US"/>
              <a:t>T</a:t>
            </a:r>
            <a:r>
              <a:rPr baseline="-25000" i="1" lang="en-US"/>
              <a:t>i</a:t>
            </a:r>
            <a:r>
              <a:rPr i="1" lang="en-US"/>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3"/>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Shadow Paging</a:t>
            </a:r>
            <a:endParaRPr/>
          </a:p>
        </p:txBody>
      </p:sp>
      <p:sp>
        <p:nvSpPr>
          <p:cNvPr id="294" name="Google Shape;294;p23"/>
          <p:cNvSpPr txBox="1"/>
          <p:nvPr>
            <p:ph idx="4294967295" type="body"/>
          </p:nvPr>
        </p:nvSpPr>
        <p:spPr>
          <a:xfrm>
            <a:off x="596900" y="1231900"/>
            <a:ext cx="8153400" cy="49149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b="1" lang="en-US">
                <a:solidFill>
                  <a:schemeClr val="dk2"/>
                </a:solidFill>
              </a:rPr>
              <a:t>Shadow paging</a:t>
            </a:r>
            <a:r>
              <a:rPr lang="en-US"/>
              <a:t> is an alternative to log-based recovery; this scheme is useful if  transactions execute serially</a:t>
            </a:r>
            <a:endParaRPr/>
          </a:p>
          <a:p>
            <a:pPr indent="-342900" lvl="0" marL="342900" rtl="0" algn="l">
              <a:lnSpc>
                <a:spcPct val="90000"/>
              </a:lnSpc>
              <a:spcBef>
                <a:spcPts val="700"/>
              </a:spcBef>
              <a:spcAft>
                <a:spcPts val="0"/>
              </a:spcAft>
              <a:buSzPts val="1800"/>
              <a:buChar char="●"/>
            </a:pPr>
            <a:r>
              <a:rPr lang="en-US"/>
              <a:t>Idea: maintain</a:t>
            </a:r>
            <a:r>
              <a:rPr i="1" lang="en-US"/>
              <a:t> two</a:t>
            </a:r>
            <a:r>
              <a:rPr lang="en-US"/>
              <a:t> page tables during the lifetime of a transaction –the </a:t>
            </a:r>
            <a:r>
              <a:rPr b="1" lang="en-US">
                <a:solidFill>
                  <a:schemeClr val="dk2"/>
                </a:solidFill>
              </a:rPr>
              <a:t>current page table</a:t>
            </a:r>
            <a:r>
              <a:rPr lang="en-US"/>
              <a:t>, and the </a:t>
            </a:r>
            <a:r>
              <a:rPr b="1" lang="en-US">
                <a:solidFill>
                  <a:schemeClr val="dk2"/>
                </a:solidFill>
              </a:rPr>
              <a:t>shadow page table</a:t>
            </a:r>
            <a:endParaRPr/>
          </a:p>
          <a:p>
            <a:pPr indent="-342900" lvl="0" marL="342900" rtl="0" algn="l">
              <a:lnSpc>
                <a:spcPct val="90000"/>
              </a:lnSpc>
              <a:spcBef>
                <a:spcPts val="700"/>
              </a:spcBef>
              <a:spcAft>
                <a:spcPts val="0"/>
              </a:spcAft>
              <a:buSzPts val="1800"/>
              <a:buChar char="●"/>
            </a:pPr>
            <a:r>
              <a:rPr lang="en-US"/>
              <a:t>Store the shadow page table in nonvolatile storage, such that state of the database prior to transaction execution may be recovered. </a:t>
            </a:r>
            <a:endParaRPr/>
          </a:p>
          <a:p>
            <a:pPr indent="-285750" lvl="1" marL="742950" rtl="0" algn="l">
              <a:lnSpc>
                <a:spcPct val="90000"/>
              </a:lnSpc>
              <a:spcBef>
                <a:spcPts val="630"/>
              </a:spcBef>
              <a:spcAft>
                <a:spcPts val="0"/>
              </a:spcAft>
              <a:buSzPts val="1890"/>
              <a:buChar char="★"/>
            </a:pPr>
            <a:r>
              <a:rPr lang="en-US"/>
              <a:t>Shadow page table is never modified during execution</a:t>
            </a:r>
            <a:endParaRPr/>
          </a:p>
          <a:p>
            <a:pPr indent="-342900" lvl="0" marL="342900" rtl="0" algn="l">
              <a:lnSpc>
                <a:spcPct val="90000"/>
              </a:lnSpc>
              <a:spcBef>
                <a:spcPts val="700"/>
              </a:spcBef>
              <a:spcAft>
                <a:spcPts val="0"/>
              </a:spcAft>
              <a:buSzPts val="1800"/>
              <a:buChar char="●"/>
            </a:pPr>
            <a:r>
              <a:rPr lang="en-US"/>
              <a:t>To start with, both the page tables are identical. Only current page table is used for data item accesses during execution of the transaction.</a:t>
            </a:r>
            <a:endParaRPr/>
          </a:p>
          <a:p>
            <a:pPr indent="-342900" lvl="0" marL="342900" rtl="0" algn="l">
              <a:lnSpc>
                <a:spcPct val="90000"/>
              </a:lnSpc>
              <a:spcBef>
                <a:spcPts val="700"/>
              </a:spcBef>
              <a:spcAft>
                <a:spcPts val="0"/>
              </a:spcAft>
              <a:buSzPts val="1800"/>
              <a:buChar char="●"/>
            </a:pPr>
            <a:r>
              <a:rPr lang="en-US"/>
              <a:t>Whenever any page is about to be written for the first time</a:t>
            </a:r>
            <a:endParaRPr/>
          </a:p>
          <a:p>
            <a:pPr indent="-285750" lvl="1" marL="742950" rtl="0" algn="l">
              <a:lnSpc>
                <a:spcPct val="90000"/>
              </a:lnSpc>
              <a:spcBef>
                <a:spcPts val="630"/>
              </a:spcBef>
              <a:spcAft>
                <a:spcPts val="0"/>
              </a:spcAft>
              <a:buSzPts val="1890"/>
              <a:buChar char="★"/>
            </a:pPr>
            <a:r>
              <a:rPr lang="en-US"/>
              <a:t>A copy of this page is made onto an unused page. </a:t>
            </a:r>
            <a:endParaRPr/>
          </a:p>
          <a:p>
            <a:pPr indent="-285750" lvl="1" marL="742950" rtl="0" algn="l">
              <a:lnSpc>
                <a:spcPct val="90000"/>
              </a:lnSpc>
              <a:spcBef>
                <a:spcPts val="630"/>
              </a:spcBef>
              <a:spcAft>
                <a:spcPts val="0"/>
              </a:spcAft>
              <a:buSzPts val="1890"/>
              <a:buChar char="★"/>
            </a:pPr>
            <a:r>
              <a:rPr lang="en-US"/>
              <a:t>The current page table is then made to point to the copy</a:t>
            </a:r>
            <a:endParaRPr/>
          </a:p>
          <a:p>
            <a:pPr indent="-285750" lvl="1" marL="742950" rtl="0" algn="l">
              <a:lnSpc>
                <a:spcPct val="90000"/>
              </a:lnSpc>
              <a:spcBef>
                <a:spcPts val="630"/>
              </a:spcBef>
              <a:spcAft>
                <a:spcPts val="0"/>
              </a:spcAft>
              <a:buSzPts val="1890"/>
              <a:buChar char="★"/>
            </a:pPr>
            <a:r>
              <a:rPr lang="en-US"/>
              <a:t>The update is performed on the copy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Checkpoints</a:t>
            </a:r>
            <a:endParaRPr/>
          </a:p>
        </p:txBody>
      </p:sp>
      <p:sp>
        <p:nvSpPr>
          <p:cNvPr id="300" name="Google Shape;300;p22"/>
          <p:cNvSpPr txBox="1"/>
          <p:nvPr>
            <p:ph idx="4294967295" type="body"/>
          </p:nvPr>
        </p:nvSpPr>
        <p:spPr>
          <a:xfrm>
            <a:off x="571500" y="1247775"/>
            <a:ext cx="8267700" cy="5000625"/>
          </a:xfrm>
          <a:prstGeom prst="rect">
            <a:avLst/>
          </a:prstGeom>
          <a:noFill/>
          <a:ln>
            <a:noFill/>
          </a:ln>
        </p:spPr>
        <p:txBody>
          <a:bodyPr anchorCtr="0" anchor="t" bIns="45700" lIns="91425" spcFirstLastPara="1" rIns="91425" wrap="square" tIns="45700">
            <a:noAutofit/>
          </a:bodyPr>
          <a:lstStyle/>
          <a:p>
            <a:pPr indent="-228600" lvl="0" marL="342900" rtl="0" algn="l">
              <a:spcBef>
                <a:spcPts val="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342900" lvl="0" marL="342900" rtl="0" algn="l">
              <a:spcBef>
                <a:spcPts val="700"/>
              </a:spcBef>
              <a:spcAft>
                <a:spcPts val="0"/>
              </a:spcAft>
              <a:buSzPts val="1800"/>
              <a:buChar char="●"/>
            </a:pPr>
            <a:r>
              <a:rPr i="1" lang="en-US"/>
              <a:t>T</a:t>
            </a:r>
            <a:r>
              <a:rPr baseline="-25000" lang="en-US"/>
              <a:t>1</a:t>
            </a:r>
            <a:r>
              <a:rPr lang="en-US"/>
              <a:t> can be ignored (updates already output to disk due to checkpoint)</a:t>
            </a:r>
            <a:endParaRPr/>
          </a:p>
          <a:p>
            <a:pPr indent="-342900" lvl="0" marL="342900" rtl="0" algn="l">
              <a:spcBef>
                <a:spcPts val="700"/>
              </a:spcBef>
              <a:spcAft>
                <a:spcPts val="0"/>
              </a:spcAft>
              <a:buSzPts val="1800"/>
              <a:buChar char="●"/>
            </a:pPr>
            <a:r>
              <a:rPr i="1" lang="en-US"/>
              <a:t>T</a:t>
            </a:r>
            <a:r>
              <a:rPr baseline="-25000" lang="en-US"/>
              <a:t>2</a:t>
            </a:r>
            <a:r>
              <a:rPr lang="en-US"/>
              <a:t> and </a:t>
            </a:r>
            <a:r>
              <a:rPr i="1" lang="en-US"/>
              <a:t>T</a:t>
            </a:r>
            <a:r>
              <a:rPr baseline="-25000" lang="en-US"/>
              <a:t>3</a:t>
            </a:r>
            <a:r>
              <a:rPr lang="en-US"/>
              <a:t> redone.</a:t>
            </a:r>
            <a:endParaRPr/>
          </a:p>
          <a:p>
            <a:pPr indent="-342900" lvl="0" marL="342900" rtl="0" algn="l">
              <a:spcBef>
                <a:spcPts val="700"/>
              </a:spcBef>
              <a:spcAft>
                <a:spcPts val="0"/>
              </a:spcAft>
              <a:buSzPts val="1800"/>
              <a:buChar char="●"/>
            </a:pPr>
            <a:r>
              <a:rPr i="1" lang="en-US"/>
              <a:t>T</a:t>
            </a:r>
            <a:r>
              <a:rPr baseline="-25000" lang="en-US"/>
              <a:t>4</a:t>
            </a:r>
            <a:r>
              <a:rPr lang="en-US"/>
              <a:t> undone</a:t>
            </a:r>
            <a:endParaRPr/>
          </a:p>
        </p:txBody>
      </p:sp>
      <p:cxnSp>
        <p:nvCxnSpPr>
          <p:cNvPr id="301" name="Google Shape;301;p22"/>
          <p:cNvCxnSpPr/>
          <p:nvPr/>
        </p:nvCxnSpPr>
        <p:spPr>
          <a:xfrm>
            <a:off x="1600200" y="1600200"/>
            <a:ext cx="5638800" cy="0"/>
          </a:xfrm>
          <a:prstGeom prst="straightConnector1">
            <a:avLst/>
          </a:prstGeom>
          <a:noFill/>
          <a:ln cap="flat" cmpd="sng" w="9525">
            <a:solidFill>
              <a:schemeClr val="dk1"/>
            </a:solidFill>
            <a:prstDash val="solid"/>
            <a:round/>
            <a:headEnd len="med" w="med" type="none"/>
            <a:tailEnd len="med" w="med" type="triangle"/>
          </a:ln>
        </p:spPr>
      </p:cxnSp>
      <p:cxnSp>
        <p:nvCxnSpPr>
          <p:cNvPr id="302" name="Google Shape;302;p22"/>
          <p:cNvCxnSpPr/>
          <p:nvPr/>
        </p:nvCxnSpPr>
        <p:spPr>
          <a:xfrm>
            <a:off x="2895600" y="1600200"/>
            <a:ext cx="0" cy="2209800"/>
          </a:xfrm>
          <a:prstGeom prst="straightConnector1">
            <a:avLst/>
          </a:prstGeom>
          <a:noFill/>
          <a:ln cap="flat" cmpd="sng" w="9525">
            <a:solidFill>
              <a:schemeClr val="dk1"/>
            </a:solidFill>
            <a:prstDash val="solid"/>
            <a:round/>
            <a:headEnd len="med" w="med" type="none"/>
            <a:tailEnd len="med" w="med" type="none"/>
          </a:ln>
        </p:spPr>
      </p:cxnSp>
      <p:cxnSp>
        <p:nvCxnSpPr>
          <p:cNvPr id="303" name="Google Shape;303;p22"/>
          <p:cNvCxnSpPr/>
          <p:nvPr/>
        </p:nvCxnSpPr>
        <p:spPr>
          <a:xfrm>
            <a:off x="5867400" y="1600200"/>
            <a:ext cx="0" cy="2209800"/>
          </a:xfrm>
          <a:prstGeom prst="straightConnector1">
            <a:avLst/>
          </a:prstGeom>
          <a:noFill/>
          <a:ln cap="flat" cmpd="sng" w="9525">
            <a:solidFill>
              <a:schemeClr val="dk1"/>
            </a:solidFill>
            <a:prstDash val="solid"/>
            <a:round/>
            <a:headEnd len="med" w="med" type="none"/>
            <a:tailEnd len="med" w="med" type="none"/>
          </a:ln>
        </p:spPr>
      </p:cxnSp>
      <p:sp>
        <p:nvSpPr>
          <p:cNvPr id="304" name="Google Shape;304;p22"/>
          <p:cNvSpPr txBox="1"/>
          <p:nvPr/>
        </p:nvSpPr>
        <p:spPr>
          <a:xfrm>
            <a:off x="2803525" y="1230313"/>
            <a:ext cx="42227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i="1" lang="en-US" sz="2000">
                <a:solidFill>
                  <a:schemeClr val="dk1"/>
                </a:solidFill>
                <a:latin typeface="Helvetica Neue"/>
                <a:ea typeface="Helvetica Neue"/>
                <a:cs typeface="Helvetica Neue"/>
                <a:sym typeface="Helvetica Neue"/>
              </a:rPr>
              <a:t>c</a:t>
            </a:r>
            <a:endParaRPr i="1" sz="2000">
              <a:solidFill>
                <a:schemeClr val="dk1"/>
              </a:solidFill>
              <a:latin typeface="Helvetica Neue"/>
              <a:ea typeface="Helvetica Neue"/>
              <a:cs typeface="Helvetica Neue"/>
              <a:sym typeface="Helvetica Neue"/>
            </a:endParaRPr>
          </a:p>
        </p:txBody>
      </p:sp>
      <p:sp>
        <p:nvSpPr>
          <p:cNvPr id="305" name="Google Shape;305;p22"/>
          <p:cNvSpPr txBox="1"/>
          <p:nvPr/>
        </p:nvSpPr>
        <p:spPr>
          <a:xfrm>
            <a:off x="5645150" y="1206500"/>
            <a:ext cx="38576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f</a:t>
            </a:r>
            <a:endParaRPr i="1" sz="2000">
              <a:solidFill>
                <a:schemeClr val="dk1"/>
              </a:solidFill>
              <a:latin typeface="Helvetica Neue"/>
              <a:ea typeface="Helvetica Neue"/>
              <a:cs typeface="Helvetica Neue"/>
              <a:sym typeface="Helvetica Neue"/>
            </a:endParaRPr>
          </a:p>
        </p:txBody>
      </p:sp>
      <p:cxnSp>
        <p:nvCxnSpPr>
          <p:cNvPr id="306" name="Google Shape;306;p22"/>
          <p:cNvCxnSpPr/>
          <p:nvPr/>
        </p:nvCxnSpPr>
        <p:spPr>
          <a:xfrm>
            <a:off x="1676400" y="1981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22"/>
          <p:cNvCxnSpPr/>
          <p:nvPr/>
        </p:nvCxnSpPr>
        <p:spPr>
          <a:xfrm>
            <a:off x="1676400" y="2057400"/>
            <a:ext cx="762000" cy="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22"/>
          <p:cNvCxnSpPr/>
          <p:nvPr/>
        </p:nvCxnSpPr>
        <p:spPr>
          <a:xfrm>
            <a:off x="2438400" y="1981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309" name="Google Shape;309;p22"/>
          <p:cNvCxnSpPr/>
          <p:nvPr/>
        </p:nvCxnSpPr>
        <p:spPr>
          <a:xfrm>
            <a:off x="2743200" y="2362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310" name="Google Shape;310;p22"/>
          <p:cNvCxnSpPr/>
          <p:nvPr/>
        </p:nvCxnSpPr>
        <p:spPr>
          <a:xfrm>
            <a:off x="2743200" y="2438400"/>
            <a:ext cx="762000" cy="0"/>
          </a:xfrm>
          <a:prstGeom prst="straightConnector1">
            <a:avLst/>
          </a:prstGeom>
          <a:noFill/>
          <a:ln cap="flat" cmpd="sng" w="9525">
            <a:solidFill>
              <a:schemeClr val="dk1"/>
            </a:solidFill>
            <a:prstDash val="solid"/>
            <a:round/>
            <a:headEnd len="med" w="med" type="none"/>
            <a:tailEnd len="med" w="med" type="none"/>
          </a:ln>
        </p:spPr>
      </p:cxnSp>
      <p:cxnSp>
        <p:nvCxnSpPr>
          <p:cNvPr id="311" name="Google Shape;311;p22"/>
          <p:cNvCxnSpPr/>
          <p:nvPr/>
        </p:nvCxnSpPr>
        <p:spPr>
          <a:xfrm>
            <a:off x="3505200" y="2362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312" name="Google Shape;312;p22"/>
          <p:cNvCxnSpPr/>
          <p:nvPr/>
        </p:nvCxnSpPr>
        <p:spPr>
          <a:xfrm>
            <a:off x="3962400" y="2743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313" name="Google Shape;313;p22"/>
          <p:cNvCxnSpPr/>
          <p:nvPr/>
        </p:nvCxnSpPr>
        <p:spPr>
          <a:xfrm>
            <a:off x="3962400" y="2819400"/>
            <a:ext cx="762000" cy="0"/>
          </a:xfrm>
          <a:prstGeom prst="straightConnector1">
            <a:avLst/>
          </a:prstGeom>
          <a:noFill/>
          <a:ln cap="flat" cmpd="sng" w="9525">
            <a:solidFill>
              <a:schemeClr val="dk1"/>
            </a:solidFill>
            <a:prstDash val="solid"/>
            <a:round/>
            <a:headEnd len="med" w="med" type="none"/>
            <a:tailEnd len="med" w="med" type="none"/>
          </a:ln>
        </p:spPr>
      </p:cxnSp>
      <p:cxnSp>
        <p:nvCxnSpPr>
          <p:cNvPr id="314" name="Google Shape;314;p22"/>
          <p:cNvCxnSpPr/>
          <p:nvPr/>
        </p:nvCxnSpPr>
        <p:spPr>
          <a:xfrm>
            <a:off x="4724400" y="2743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315" name="Google Shape;315;p22"/>
          <p:cNvCxnSpPr/>
          <p:nvPr/>
        </p:nvCxnSpPr>
        <p:spPr>
          <a:xfrm>
            <a:off x="5105400" y="32004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316" name="Google Shape;316;p22"/>
          <p:cNvCxnSpPr/>
          <p:nvPr/>
        </p:nvCxnSpPr>
        <p:spPr>
          <a:xfrm>
            <a:off x="5105400" y="3276600"/>
            <a:ext cx="762000" cy="0"/>
          </a:xfrm>
          <a:prstGeom prst="straightConnector1">
            <a:avLst/>
          </a:prstGeom>
          <a:noFill/>
          <a:ln cap="flat" cmpd="sng" w="9525">
            <a:solidFill>
              <a:schemeClr val="dk1"/>
            </a:solidFill>
            <a:prstDash val="solid"/>
            <a:round/>
            <a:headEnd len="med" w="med" type="none"/>
            <a:tailEnd len="med" w="med" type="none"/>
          </a:ln>
        </p:spPr>
      </p:cxnSp>
      <p:cxnSp>
        <p:nvCxnSpPr>
          <p:cNvPr id="317" name="Google Shape;317;p22"/>
          <p:cNvCxnSpPr/>
          <p:nvPr/>
        </p:nvCxnSpPr>
        <p:spPr>
          <a:xfrm>
            <a:off x="5867400" y="3200400"/>
            <a:ext cx="0" cy="152400"/>
          </a:xfrm>
          <a:prstGeom prst="straightConnector1">
            <a:avLst/>
          </a:prstGeom>
          <a:noFill/>
          <a:ln cap="flat" cmpd="sng" w="9525">
            <a:solidFill>
              <a:schemeClr val="dk1"/>
            </a:solidFill>
            <a:prstDash val="solid"/>
            <a:round/>
            <a:headEnd len="med" w="med" type="none"/>
            <a:tailEnd len="med" w="med" type="none"/>
          </a:ln>
        </p:spPr>
      </p:cxnSp>
      <p:sp>
        <p:nvSpPr>
          <p:cNvPr id="318" name="Google Shape;318;p22"/>
          <p:cNvSpPr txBox="1"/>
          <p:nvPr/>
        </p:nvSpPr>
        <p:spPr>
          <a:xfrm>
            <a:off x="1965325" y="1687513"/>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1</a:t>
            </a:r>
            <a:endParaRPr i="1" sz="2000">
              <a:solidFill>
                <a:schemeClr val="dk1"/>
              </a:solidFill>
              <a:latin typeface="Helvetica Neue"/>
              <a:ea typeface="Helvetica Neue"/>
              <a:cs typeface="Helvetica Neue"/>
              <a:sym typeface="Helvetica Neue"/>
            </a:endParaRPr>
          </a:p>
        </p:txBody>
      </p:sp>
      <p:sp>
        <p:nvSpPr>
          <p:cNvPr id="319" name="Google Shape;319;p22"/>
          <p:cNvSpPr txBox="1"/>
          <p:nvPr/>
        </p:nvSpPr>
        <p:spPr>
          <a:xfrm>
            <a:off x="2898775" y="2051050"/>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2</a:t>
            </a:r>
            <a:endParaRPr i="1" sz="2000">
              <a:solidFill>
                <a:schemeClr val="dk1"/>
              </a:solidFill>
              <a:latin typeface="Helvetica Neue"/>
              <a:ea typeface="Helvetica Neue"/>
              <a:cs typeface="Helvetica Neue"/>
              <a:sym typeface="Helvetica Neue"/>
            </a:endParaRPr>
          </a:p>
        </p:txBody>
      </p:sp>
      <p:sp>
        <p:nvSpPr>
          <p:cNvPr id="320" name="Google Shape;320;p22"/>
          <p:cNvSpPr txBox="1"/>
          <p:nvPr/>
        </p:nvSpPr>
        <p:spPr>
          <a:xfrm>
            <a:off x="4117975" y="2432050"/>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3</a:t>
            </a:r>
            <a:endParaRPr i="1" sz="2000">
              <a:solidFill>
                <a:schemeClr val="dk1"/>
              </a:solidFill>
              <a:latin typeface="Helvetica Neue"/>
              <a:ea typeface="Helvetica Neue"/>
              <a:cs typeface="Helvetica Neue"/>
              <a:sym typeface="Helvetica Neue"/>
            </a:endParaRPr>
          </a:p>
        </p:txBody>
      </p:sp>
      <p:sp>
        <p:nvSpPr>
          <p:cNvPr id="321" name="Google Shape;321;p22"/>
          <p:cNvSpPr txBox="1"/>
          <p:nvPr/>
        </p:nvSpPr>
        <p:spPr>
          <a:xfrm>
            <a:off x="5337175" y="2889250"/>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4</a:t>
            </a:r>
            <a:endParaRPr i="1" sz="2000">
              <a:solidFill>
                <a:schemeClr val="dk1"/>
              </a:solidFill>
              <a:latin typeface="Helvetica Neue"/>
              <a:ea typeface="Helvetica Neue"/>
              <a:cs typeface="Helvetica Neue"/>
              <a:sym typeface="Helvetica Neue"/>
            </a:endParaRPr>
          </a:p>
        </p:txBody>
      </p:sp>
      <p:sp>
        <p:nvSpPr>
          <p:cNvPr id="322" name="Google Shape;322;p22"/>
          <p:cNvSpPr txBox="1"/>
          <p:nvPr/>
        </p:nvSpPr>
        <p:spPr>
          <a:xfrm>
            <a:off x="2362200" y="3821113"/>
            <a:ext cx="139858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checkpoint</a:t>
            </a:r>
            <a:endParaRPr/>
          </a:p>
        </p:txBody>
      </p:sp>
      <p:sp>
        <p:nvSpPr>
          <p:cNvPr id="323" name="Google Shape;323;p22"/>
          <p:cNvSpPr txBox="1"/>
          <p:nvPr/>
        </p:nvSpPr>
        <p:spPr>
          <a:xfrm>
            <a:off x="5105400" y="3797300"/>
            <a:ext cx="17494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system failure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4"/>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Sample Page Table</a:t>
            </a:r>
            <a:endParaRPr/>
          </a:p>
        </p:txBody>
      </p:sp>
      <p:pic>
        <p:nvPicPr>
          <p:cNvPr id="329" name="Google Shape;329;p24"/>
          <p:cNvPicPr preferRelativeResize="0"/>
          <p:nvPr/>
        </p:nvPicPr>
        <p:blipFill rotWithShape="1">
          <a:blip r:embed="rId3">
            <a:alphaModFix/>
          </a:blip>
          <a:srcRect b="2930" l="23627" r="23626" t="1099"/>
          <a:stretch/>
        </p:blipFill>
        <p:spPr>
          <a:xfrm>
            <a:off x="2184400" y="603250"/>
            <a:ext cx="4305300" cy="5876925"/>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5"/>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Shadow Paging</a:t>
            </a:r>
            <a:endParaRPr/>
          </a:p>
        </p:txBody>
      </p:sp>
      <p:sp>
        <p:nvSpPr>
          <p:cNvPr id="335" name="Google Shape;335;p25"/>
          <p:cNvSpPr txBox="1"/>
          <p:nvPr/>
        </p:nvSpPr>
        <p:spPr>
          <a:xfrm>
            <a:off x="1270000" y="596900"/>
            <a:ext cx="620871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Shadow and current page tables after write to page 4 </a:t>
            </a:r>
            <a:endParaRPr/>
          </a:p>
        </p:txBody>
      </p:sp>
      <p:pic>
        <p:nvPicPr>
          <p:cNvPr id="336" name="Google Shape;336;p25"/>
          <p:cNvPicPr preferRelativeResize="0"/>
          <p:nvPr/>
        </p:nvPicPr>
        <p:blipFill rotWithShape="1">
          <a:blip r:embed="rId3">
            <a:alphaModFix/>
          </a:blip>
          <a:srcRect b="617" l="9027" r="9723" t="1543"/>
          <a:stretch/>
        </p:blipFill>
        <p:spPr>
          <a:xfrm>
            <a:off x="1435100" y="1003300"/>
            <a:ext cx="6210300" cy="5608638"/>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Shadow Paging (Cont.)</a:t>
            </a:r>
            <a:endParaRPr/>
          </a:p>
        </p:txBody>
      </p:sp>
      <p:sp>
        <p:nvSpPr>
          <p:cNvPr id="342" name="Google Shape;342;p26"/>
          <p:cNvSpPr txBox="1"/>
          <p:nvPr>
            <p:ph idx="4294967295" type="body"/>
          </p:nvPr>
        </p:nvSpPr>
        <p:spPr>
          <a:xfrm>
            <a:off x="685800" y="838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sz="1800"/>
              <a:t>To commit a transaction :</a:t>
            </a:r>
            <a:endParaRPr/>
          </a:p>
          <a:p>
            <a:pPr indent="-342900" lvl="0" marL="342900" rtl="0" algn="l">
              <a:spcBef>
                <a:spcPts val="630"/>
              </a:spcBef>
              <a:spcAft>
                <a:spcPts val="0"/>
              </a:spcAft>
              <a:buSzPts val="1620"/>
              <a:buFont typeface="Arial"/>
              <a:buNone/>
            </a:pPr>
            <a:r>
              <a:rPr lang="en-US" sz="1800"/>
              <a:t>  1.  Flush all modified pages in main memory to disk</a:t>
            </a:r>
            <a:endParaRPr/>
          </a:p>
          <a:p>
            <a:pPr indent="-342900" lvl="0" marL="342900" rtl="0" algn="l">
              <a:spcBef>
                <a:spcPts val="630"/>
              </a:spcBef>
              <a:spcAft>
                <a:spcPts val="0"/>
              </a:spcAft>
              <a:buSzPts val="1620"/>
              <a:buFont typeface="Arial"/>
              <a:buNone/>
            </a:pPr>
            <a:r>
              <a:rPr lang="en-US" sz="1800"/>
              <a:t>  2.  Output current page table to disk</a:t>
            </a:r>
            <a:endParaRPr/>
          </a:p>
          <a:p>
            <a:pPr indent="-342900" lvl="0" marL="342900" rtl="0" algn="l">
              <a:spcBef>
                <a:spcPts val="630"/>
              </a:spcBef>
              <a:spcAft>
                <a:spcPts val="0"/>
              </a:spcAft>
              <a:buSzPts val="1620"/>
              <a:buFont typeface="Arial"/>
              <a:buNone/>
            </a:pPr>
            <a:r>
              <a:rPr lang="en-US" sz="1800"/>
              <a:t>  3.  Make the current page table the new shadow page table, as follows:</a:t>
            </a:r>
            <a:endParaRPr/>
          </a:p>
          <a:p>
            <a:pPr indent="-285750" lvl="1" marL="742950" rtl="0" algn="l">
              <a:spcBef>
                <a:spcPts val="560"/>
              </a:spcBef>
              <a:spcAft>
                <a:spcPts val="0"/>
              </a:spcAft>
              <a:buSzPts val="1680"/>
              <a:buChar char="★"/>
            </a:pPr>
            <a:r>
              <a:rPr lang="en-US" sz="1600"/>
              <a:t>keep a pointer to the shadow page table at a fixed (known) location on disk.</a:t>
            </a:r>
            <a:endParaRPr/>
          </a:p>
          <a:p>
            <a:pPr indent="-285750" lvl="1" marL="742950" rtl="0" algn="l">
              <a:spcBef>
                <a:spcPts val="560"/>
              </a:spcBef>
              <a:spcAft>
                <a:spcPts val="0"/>
              </a:spcAft>
              <a:buSzPts val="1680"/>
              <a:buChar char="★"/>
            </a:pPr>
            <a:r>
              <a:rPr lang="en-US" sz="1600"/>
              <a:t>to make the current page table the new shadow page table, simply update the pointer to point to current page table on disk</a:t>
            </a:r>
            <a:endParaRPr/>
          </a:p>
          <a:p>
            <a:pPr indent="-342900" lvl="0" marL="342900" rtl="0" algn="l">
              <a:spcBef>
                <a:spcPts val="630"/>
              </a:spcBef>
              <a:spcAft>
                <a:spcPts val="0"/>
              </a:spcAft>
              <a:buSzPts val="1620"/>
              <a:buChar char="●"/>
            </a:pPr>
            <a:r>
              <a:rPr lang="en-US" sz="1800"/>
              <a:t>Once pointer to shadow page table has been written, transaction is committed.</a:t>
            </a:r>
            <a:endParaRPr/>
          </a:p>
          <a:p>
            <a:pPr indent="-342900" lvl="0" marL="342900" rtl="0" algn="l">
              <a:spcBef>
                <a:spcPts val="630"/>
              </a:spcBef>
              <a:spcAft>
                <a:spcPts val="0"/>
              </a:spcAft>
              <a:buSzPts val="1620"/>
              <a:buChar char="●"/>
            </a:pPr>
            <a:r>
              <a:rPr lang="en-US" sz="1800"/>
              <a:t>No recovery is needed after a crash — new transactions can start right away, using the shadow page table.</a:t>
            </a:r>
            <a:endParaRPr/>
          </a:p>
          <a:p>
            <a:pPr indent="-342900" lvl="0" marL="342900" rtl="0" algn="l">
              <a:spcBef>
                <a:spcPts val="630"/>
              </a:spcBef>
              <a:spcAft>
                <a:spcPts val="0"/>
              </a:spcAft>
              <a:buSzPts val="1620"/>
              <a:buChar char="●"/>
            </a:pPr>
            <a:r>
              <a:rPr lang="en-US" sz="1800"/>
              <a:t>Pages not pointed to from current/shadow page table should be freed (garbage collected).</a:t>
            </a:r>
            <a:endParaRPr/>
          </a:p>
          <a:p>
            <a:pPr indent="-240030" lvl="0" marL="342900" rtl="0" algn="l">
              <a:spcBef>
                <a:spcPts val="630"/>
              </a:spcBef>
              <a:spcAft>
                <a:spcPts val="0"/>
              </a:spcAft>
              <a:buSzPts val="1620"/>
              <a:buNone/>
            </a:pPr>
            <a:r>
              <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7"/>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Show Paging (Cont.)</a:t>
            </a:r>
            <a:endParaRPr/>
          </a:p>
        </p:txBody>
      </p:sp>
      <p:sp>
        <p:nvSpPr>
          <p:cNvPr id="348" name="Google Shape;348;p27"/>
          <p:cNvSpPr txBox="1"/>
          <p:nvPr>
            <p:ph idx="4294967295" type="body"/>
          </p:nvPr>
        </p:nvSpPr>
        <p:spPr>
          <a:xfrm>
            <a:off x="469900" y="990600"/>
            <a:ext cx="8051800" cy="51181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Advantages of shadow-paging over log-based schemes</a:t>
            </a:r>
            <a:endParaRPr/>
          </a:p>
          <a:p>
            <a:pPr indent="-285750" lvl="1" marL="742950" rtl="0" algn="l">
              <a:lnSpc>
                <a:spcPct val="90000"/>
              </a:lnSpc>
              <a:spcBef>
                <a:spcPts val="630"/>
              </a:spcBef>
              <a:spcAft>
                <a:spcPts val="0"/>
              </a:spcAft>
              <a:buSzPts val="1890"/>
              <a:buChar char="★"/>
            </a:pPr>
            <a:r>
              <a:rPr lang="en-US"/>
              <a:t>no overhead of writing log records</a:t>
            </a:r>
            <a:endParaRPr/>
          </a:p>
          <a:p>
            <a:pPr indent="-285750" lvl="1" marL="742950" rtl="0" algn="l">
              <a:lnSpc>
                <a:spcPct val="90000"/>
              </a:lnSpc>
              <a:spcBef>
                <a:spcPts val="630"/>
              </a:spcBef>
              <a:spcAft>
                <a:spcPts val="0"/>
              </a:spcAft>
              <a:buSzPts val="1890"/>
              <a:buChar char="★"/>
            </a:pPr>
            <a:r>
              <a:rPr lang="en-US"/>
              <a:t>recovery is trivial</a:t>
            </a:r>
            <a:endParaRPr/>
          </a:p>
          <a:p>
            <a:pPr indent="-342900" lvl="0" marL="342900" rtl="0" algn="l">
              <a:lnSpc>
                <a:spcPct val="90000"/>
              </a:lnSpc>
              <a:spcBef>
                <a:spcPts val="700"/>
              </a:spcBef>
              <a:spcAft>
                <a:spcPts val="0"/>
              </a:spcAft>
              <a:buSzPts val="1800"/>
              <a:buChar char="●"/>
            </a:pPr>
            <a:r>
              <a:rPr lang="en-US"/>
              <a:t>Disadvantages :</a:t>
            </a:r>
            <a:endParaRPr/>
          </a:p>
          <a:p>
            <a:pPr indent="-285750" lvl="1" marL="742950" rtl="0" algn="l">
              <a:lnSpc>
                <a:spcPct val="90000"/>
              </a:lnSpc>
              <a:spcBef>
                <a:spcPts val="630"/>
              </a:spcBef>
              <a:spcAft>
                <a:spcPts val="0"/>
              </a:spcAft>
              <a:buSzPts val="1890"/>
              <a:buChar char="★"/>
            </a:pPr>
            <a:r>
              <a:rPr lang="en-US"/>
              <a:t>Copying the entire page table is very expensive</a:t>
            </a:r>
            <a:endParaRPr/>
          </a:p>
          <a:p>
            <a:pPr indent="-228600" lvl="2" marL="1085850" rtl="0" algn="l">
              <a:lnSpc>
                <a:spcPct val="90000"/>
              </a:lnSpc>
              <a:spcBef>
                <a:spcPts val="700"/>
              </a:spcBef>
              <a:spcAft>
                <a:spcPts val="0"/>
              </a:spcAft>
              <a:buSzPts val="1530"/>
              <a:buChar char="⮚"/>
            </a:pPr>
            <a:r>
              <a:rPr lang="en-US"/>
              <a:t>Can be reduced by using a page table structured like a B</a:t>
            </a:r>
            <a:r>
              <a:rPr baseline="30000" lang="en-US" sz="2000"/>
              <a:t>+</a:t>
            </a:r>
            <a:r>
              <a:rPr lang="en-US"/>
              <a:t>-tree</a:t>
            </a:r>
            <a:endParaRPr/>
          </a:p>
          <a:p>
            <a:pPr indent="-228600" lvl="3" marL="1428750" rtl="0" algn="l">
              <a:lnSpc>
                <a:spcPct val="90000"/>
              </a:lnSpc>
              <a:spcBef>
                <a:spcPts val="630"/>
              </a:spcBef>
              <a:spcAft>
                <a:spcPts val="0"/>
              </a:spcAft>
              <a:buSzPts val="1800"/>
              <a:buFont typeface="Helvetica Neue"/>
              <a:buChar char="–"/>
            </a:pPr>
            <a:r>
              <a:rPr lang="en-US"/>
              <a:t>No need to copy entire tree, only need to copy paths in the tree that lead to updated leaf nodes</a:t>
            </a:r>
            <a:endParaRPr/>
          </a:p>
          <a:p>
            <a:pPr indent="-285750" lvl="1" marL="742950" rtl="0" algn="l">
              <a:lnSpc>
                <a:spcPct val="90000"/>
              </a:lnSpc>
              <a:spcBef>
                <a:spcPts val="630"/>
              </a:spcBef>
              <a:spcAft>
                <a:spcPts val="0"/>
              </a:spcAft>
              <a:buSzPts val="1890"/>
              <a:buChar char="★"/>
            </a:pPr>
            <a:r>
              <a:rPr lang="en-US"/>
              <a:t>Commit overhead is high even with above extension</a:t>
            </a:r>
            <a:endParaRPr/>
          </a:p>
          <a:p>
            <a:pPr indent="-228600" lvl="2" marL="1085850" rtl="0" algn="l">
              <a:lnSpc>
                <a:spcPct val="90000"/>
              </a:lnSpc>
              <a:spcBef>
                <a:spcPts val="630"/>
              </a:spcBef>
              <a:spcAft>
                <a:spcPts val="0"/>
              </a:spcAft>
              <a:buSzPts val="1530"/>
              <a:buChar char="⮚"/>
            </a:pPr>
            <a:r>
              <a:rPr lang="en-US"/>
              <a:t>Need to flush every updated page, and page table</a:t>
            </a:r>
            <a:endParaRPr/>
          </a:p>
          <a:p>
            <a:pPr indent="-285750" lvl="1" marL="742950" rtl="0" algn="l">
              <a:lnSpc>
                <a:spcPct val="90000"/>
              </a:lnSpc>
              <a:spcBef>
                <a:spcPts val="630"/>
              </a:spcBef>
              <a:spcAft>
                <a:spcPts val="0"/>
              </a:spcAft>
              <a:buSzPts val="1890"/>
              <a:buChar char="★"/>
            </a:pPr>
            <a:r>
              <a:rPr lang="en-US"/>
              <a:t>Data gets fragmented (related pages get separated on disk)</a:t>
            </a:r>
            <a:endParaRPr/>
          </a:p>
          <a:p>
            <a:pPr indent="-285750" lvl="1" marL="742950" rtl="0" algn="l">
              <a:lnSpc>
                <a:spcPct val="90000"/>
              </a:lnSpc>
              <a:spcBef>
                <a:spcPts val="630"/>
              </a:spcBef>
              <a:spcAft>
                <a:spcPts val="0"/>
              </a:spcAft>
              <a:buSzPts val="1890"/>
              <a:buChar char="★"/>
            </a:pPr>
            <a:r>
              <a:rPr lang="en-US"/>
              <a:t>After every transaction completion, the database pages containing old versions of modified data need to be garbage collected </a:t>
            </a:r>
            <a:endParaRPr/>
          </a:p>
          <a:p>
            <a:pPr indent="-285750" lvl="1" marL="742950" rtl="0" algn="l">
              <a:lnSpc>
                <a:spcPct val="90000"/>
              </a:lnSpc>
              <a:spcBef>
                <a:spcPts val="630"/>
              </a:spcBef>
              <a:spcAft>
                <a:spcPts val="0"/>
              </a:spcAft>
              <a:buSzPts val="1890"/>
              <a:buChar char="★"/>
            </a:pPr>
            <a:r>
              <a:rPr lang="en-US"/>
              <a:t>Hard to extend algorithm to allow transactions to run concurrently</a:t>
            </a:r>
            <a:endParaRPr/>
          </a:p>
          <a:p>
            <a:pPr indent="-228600" lvl="2" marL="1085850" rtl="0" algn="l">
              <a:lnSpc>
                <a:spcPct val="90000"/>
              </a:lnSpc>
              <a:spcBef>
                <a:spcPts val="630"/>
              </a:spcBef>
              <a:spcAft>
                <a:spcPts val="0"/>
              </a:spcAft>
              <a:buSzPts val="1530"/>
              <a:buChar char="⮚"/>
            </a:pPr>
            <a:r>
              <a:rPr lang="en-US"/>
              <a:t>Easier to extend log based schemes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2db74319bd4_0_0"/>
          <p:cNvSpPr txBox="1"/>
          <p:nvPr>
            <p:ph type="title"/>
          </p:nvPr>
        </p:nvSpPr>
        <p:spPr>
          <a:xfrm>
            <a:off x="533400" y="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354" name="Google Shape;354;g2db74319bd4_0_0"/>
          <p:cNvPicPr preferRelativeResize="0"/>
          <p:nvPr/>
        </p:nvPicPr>
        <p:blipFill>
          <a:blip r:embed="rId3">
            <a:alphaModFix/>
          </a:blip>
          <a:stretch>
            <a:fillRect/>
          </a:stretch>
        </p:blipFill>
        <p:spPr>
          <a:xfrm>
            <a:off x="152400" y="762000"/>
            <a:ext cx="8839200" cy="4972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2db74319bd4_0_4"/>
          <p:cNvSpPr txBox="1"/>
          <p:nvPr>
            <p:ph type="title"/>
          </p:nvPr>
        </p:nvSpPr>
        <p:spPr>
          <a:xfrm>
            <a:off x="533400" y="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360" name="Google Shape;360;g2db74319bd4_0_4"/>
          <p:cNvPicPr preferRelativeResize="0"/>
          <p:nvPr/>
        </p:nvPicPr>
        <p:blipFill>
          <a:blip r:embed="rId3">
            <a:alphaModFix/>
          </a:blip>
          <a:stretch>
            <a:fillRect/>
          </a:stretch>
        </p:blipFill>
        <p:spPr>
          <a:xfrm>
            <a:off x="152400" y="762000"/>
            <a:ext cx="8839200" cy="4972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2db74319bd4_0_8"/>
          <p:cNvSpPr txBox="1"/>
          <p:nvPr>
            <p:ph type="title"/>
          </p:nvPr>
        </p:nvSpPr>
        <p:spPr>
          <a:xfrm>
            <a:off x="533400" y="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366" name="Google Shape;366;g2db74319bd4_0_8"/>
          <p:cNvPicPr preferRelativeResize="0"/>
          <p:nvPr/>
        </p:nvPicPr>
        <p:blipFill>
          <a:blip r:embed="rId3">
            <a:alphaModFix/>
          </a:blip>
          <a:stretch>
            <a:fillRect/>
          </a:stretch>
        </p:blipFill>
        <p:spPr>
          <a:xfrm>
            <a:off x="152400" y="762000"/>
            <a:ext cx="8839200" cy="4972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2db74319bd4_0_15"/>
          <p:cNvSpPr txBox="1"/>
          <p:nvPr>
            <p:ph type="title"/>
          </p:nvPr>
        </p:nvSpPr>
        <p:spPr>
          <a:xfrm>
            <a:off x="533400" y="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372" name="Google Shape;372;g2db74319bd4_0_15"/>
          <p:cNvPicPr preferRelativeResize="0"/>
          <p:nvPr/>
        </p:nvPicPr>
        <p:blipFill>
          <a:blip r:embed="rId3">
            <a:alphaModFix/>
          </a:blip>
          <a:stretch>
            <a:fillRect/>
          </a:stretch>
        </p:blipFill>
        <p:spPr>
          <a:xfrm>
            <a:off x="152400" y="762000"/>
            <a:ext cx="8839200" cy="49720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8"/>
          <p:cNvSpPr txBox="1"/>
          <p:nvPr>
            <p:ph type="title"/>
          </p:nvPr>
        </p:nvSpPr>
        <p:spPr>
          <a:xfrm>
            <a:off x="901700" y="2413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Recovery With Concurrent Transactions</a:t>
            </a:r>
            <a:endParaRPr/>
          </a:p>
        </p:txBody>
      </p:sp>
      <p:sp>
        <p:nvSpPr>
          <p:cNvPr id="378" name="Google Shape;378;p28"/>
          <p:cNvSpPr txBox="1"/>
          <p:nvPr>
            <p:ph idx="4294967295" type="body"/>
          </p:nvPr>
        </p:nvSpPr>
        <p:spPr>
          <a:xfrm>
            <a:off x="571500" y="1371600"/>
            <a:ext cx="7924800" cy="49657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sz="1800"/>
              <a:t>We modify the log-based recovery schemes to allow multiple transactions to execute concurrently.</a:t>
            </a:r>
            <a:endParaRPr/>
          </a:p>
          <a:p>
            <a:pPr indent="-285750" lvl="1" marL="742950" rtl="0" algn="l">
              <a:spcBef>
                <a:spcPts val="560"/>
              </a:spcBef>
              <a:spcAft>
                <a:spcPts val="0"/>
              </a:spcAft>
              <a:buSzPts val="1680"/>
              <a:buChar char="★"/>
            </a:pPr>
            <a:r>
              <a:rPr lang="en-US" sz="1600"/>
              <a:t>All transactions share a single disk buffer and a single log</a:t>
            </a:r>
            <a:endParaRPr/>
          </a:p>
          <a:p>
            <a:pPr indent="-285750" lvl="1" marL="742950" rtl="0" algn="l">
              <a:spcBef>
                <a:spcPts val="560"/>
              </a:spcBef>
              <a:spcAft>
                <a:spcPts val="0"/>
              </a:spcAft>
              <a:buSzPts val="1680"/>
              <a:buChar char="★"/>
            </a:pPr>
            <a:r>
              <a:rPr lang="en-US" sz="1600"/>
              <a:t>A buffer block can have data items updated by one or more transactions</a:t>
            </a:r>
            <a:endParaRPr/>
          </a:p>
          <a:p>
            <a:pPr indent="-342900" lvl="0" marL="342900" rtl="0" algn="l">
              <a:spcBef>
                <a:spcPts val="630"/>
              </a:spcBef>
              <a:spcAft>
                <a:spcPts val="0"/>
              </a:spcAft>
              <a:buSzPts val="1620"/>
              <a:buChar char="●"/>
            </a:pPr>
            <a:r>
              <a:rPr lang="en-US" sz="1800"/>
              <a:t>We assume concurrency control using strict two-phase locking;</a:t>
            </a:r>
            <a:endParaRPr/>
          </a:p>
          <a:p>
            <a:pPr indent="-285750" lvl="1" marL="742950" rtl="0" algn="l">
              <a:spcBef>
                <a:spcPts val="560"/>
              </a:spcBef>
              <a:spcAft>
                <a:spcPts val="0"/>
              </a:spcAft>
              <a:buSzPts val="1680"/>
              <a:buChar char="★"/>
            </a:pPr>
            <a:r>
              <a:rPr lang="en-US" sz="1600"/>
              <a:t>i.e. the updates of uncommitted transactions should not be visible to other transactions</a:t>
            </a:r>
            <a:endParaRPr/>
          </a:p>
          <a:p>
            <a:pPr indent="-228600" lvl="2" marL="1085850" rtl="0" algn="l">
              <a:spcBef>
                <a:spcPts val="560"/>
              </a:spcBef>
              <a:spcAft>
                <a:spcPts val="0"/>
              </a:spcAft>
              <a:buSzPts val="1360"/>
              <a:buChar char="⮚"/>
            </a:pPr>
            <a:r>
              <a:rPr lang="en-US" sz="1600"/>
              <a:t>Otherwise how to perform undo if T1 updates A, then T2 updates A and commits, and finally T1 has to abort?</a:t>
            </a:r>
            <a:endParaRPr/>
          </a:p>
          <a:p>
            <a:pPr indent="-342900" lvl="0" marL="342900" rtl="0" algn="l">
              <a:spcBef>
                <a:spcPts val="630"/>
              </a:spcBef>
              <a:spcAft>
                <a:spcPts val="0"/>
              </a:spcAft>
              <a:buSzPts val="1620"/>
              <a:buChar char="●"/>
            </a:pPr>
            <a:r>
              <a:rPr lang="en-US" sz="1800"/>
              <a:t>Logging is done as described earlier. </a:t>
            </a:r>
            <a:endParaRPr/>
          </a:p>
          <a:p>
            <a:pPr indent="-285750" lvl="1" marL="742950" rtl="0" algn="l">
              <a:spcBef>
                <a:spcPts val="560"/>
              </a:spcBef>
              <a:spcAft>
                <a:spcPts val="0"/>
              </a:spcAft>
              <a:buSzPts val="1680"/>
              <a:buChar char="★"/>
            </a:pPr>
            <a:r>
              <a:rPr lang="en-US" sz="1600"/>
              <a:t>Log records of different transactions may be interspersed in the log.</a:t>
            </a:r>
            <a:endParaRPr/>
          </a:p>
          <a:p>
            <a:pPr indent="-342900" lvl="0" marL="342900" rtl="0" algn="l">
              <a:spcBef>
                <a:spcPts val="630"/>
              </a:spcBef>
              <a:spcAft>
                <a:spcPts val="0"/>
              </a:spcAft>
              <a:buSzPts val="1620"/>
              <a:buChar char="●"/>
            </a:pPr>
            <a:r>
              <a:rPr lang="en-US" sz="1800"/>
              <a:t>The checkpointing technique and actions taken on recovery have to be changed</a:t>
            </a:r>
            <a:endParaRPr/>
          </a:p>
          <a:p>
            <a:pPr indent="-285750" lvl="1" marL="742950" rtl="0" algn="l">
              <a:spcBef>
                <a:spcPts val="560"/>
              </a:spcBef>
              <a:spcAft>
                <a:spcPts val="0"/>
              </a:spcAft>
              <a:buSzPts val="1680"/>
              <a:buChar char="★"/>
            </a:pPr>
            <a:r>
              <a:rPr lang="en-US" sz="1600"/>
              <a:t>since several transactions may be active when a checkpoint is performed.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9"/>
          <p:cNvSpPr txBox="1"/>
          <p:nvPr>
            <p:ph type="title"/>
          </p:nvPr>
        </p:nvSpPr>
        <p:spPr>
          <a:xfrm>
            <a:off x="806450" y="257175"/>
            <a:ext cx="8286750" cy="504825"/>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Recovery With Concurrent Transactions (Cont.)</a:t>
            </a:r>
            <a:endParaRPr/>
          </a:p>
        </p:txBody>
      </p:sp>
      <p:sp>
        <p:nvSpPr>
          <p:cNvPr id="384" name="Google Shape;384;p29"/>
          <p:cNvSpPr txBox="1"/>
          <p:nvPr>
            <p:ph idx="4294967295" type="body"/>
          </p:nvPr>
        </p:nvSpPr>
        <p:spPr>
          <a:xfrm>
            <a:off x="419100" y="1092200"/>
            <a:ext cx="8343900" cy="4876800"/>
          </a:xfrm>
          <a:prstGeom prst="rect">
            <a:avLst/>
          </a:prstGeom>
          <a:noFill/>
          <a:ln>
            <a:noFill/>
          </a:ln>
        </p:spPr>
        <p:txBody>
          <a:bodyPr anchorCtr="0" anchor="t" bIns="45700" lIns="91425" spcFirstLastPara="1" rIns="91425" wrap="square" tIns="45700">
            <a:noAutofit/>
          </a:bodyPr>
          <a:lstStyle/>
          <a:p>
            <a:pPr indent="-381000" lvl="0" marL="381000" rtl="0" algn="l">
              <a:lnSpc>
                <a:spcPct val="90000"/>
              </a:lnSpc>
              <a:spcBef>
                <a:spcPts val="0"/>
              </a:spcBef>
              <a:spcAft>
                <a:spcPts val="0"/>
              </a:spcAft>
              <a:buSzPts val="1800"/>
              <a:buChar char="●"/>
            </a:pPr>
            <a:r>
              <a:rPr lang="en-US"/>
              <a:t>Checkpoints are performed as before, except that the checkpoint log record is now of the form </a:t>
            </a:r>
            <a:br>
              <a:rPr lang="en-US"/>
            </a:br>
            <a:r>
              <a:rPr lang="en-US"/>
              <a:t>	&lt;</a:t>
            </a:r>
            <a:r>
              <a:rPr b="1" lang="en-US"/>
              <a:t> checkpoint</a:t>
            </a:r>
            <a:r>
              <a:rPr lang="en-US"/>
              <a:t> </a:t>
            </a:r>
            <a:r>
              <a:rPr i="1" lang="en-US"/>
              <a:t>L</a:t>
            </a:r>
            <a:r>
              <a:rPr lang="en-US"/>
              <a:t>&gt;</a:t>
            </a:r>
            <a:br>
              <a:rPr lang="en-US"/>
            </a:br>
            <a:r>
              <a:rPr lang="en-US"/>
              <a:t>where </a:t>
            </a:r>
            <a:r>
              <a:rPr i="1" lang="en-US"/>
              <a:t>L</a:t>
            </a:r>
            <a:r>
              <a:rPr lang="en-US"/>
              <a:t> is the list of transactions active at the time of the checkpoint</a:t>
            </a:r>
            <a:endParaRPr/>
          </a:p>
          <a:p>
            <a:pPr indent="-342900" lvl="1" marL="800100" rtl="0" algn="l">
              <a:lnSpc>
                <a:spcPct val="90000"/>
              </a:lnSpc>
              <a:spcBef>
                <a:spcPts val="630"/>
              </a:spcBef>
              <a:spcAft>
                <a:spcPts val="0"/>
              </a:spcAft>
              <a:buSzPts val="1890"/>
              <a:buChar char="★"/>
            </a:pPr>
            <a:r>
              <a:rPr lang="en-US"/>
              <a:t>We assume no updates are in progress while the checkpoint is carried out (will relax this later)</a:t>
            </a:r>
            <a:endParaRPr/>
          </a:p>
          <a:p>
            <a:pPr indent="-381000" lvl="0" marL="381000" rtl="0" algn="l">
              <a:lnSpc>
                <a:spcPct val="90000"/>
              </a:lnSpc>
              <a:spcBef>
                <a:spcPts val="700"/>
              </a:spcBef>
              <a:spcAft>
                <a:spcPts val="0"/>
              </a:spcAft>
              <a:buSzPts val="1800"/>
              <a:buChar char="●"/>
            </a:pPr>
            <a:r>
              <a:rPr lang="en-US"/>
              <a:t>When the system recovers from a crash, it first does the following:</a:t>
            </a:r>
            <a:endParaRPr/>
          </a:p>
          <a:p>
            <a:pPr indent="-342900" lvl="1" marL="800100" rtl="0" algn="l">
              <a:lnSpc>
                <a:spcPct val="90000"/>
              </a:lnSpc>
              <a:spcBef>
                <a:spcPts val="630"/>
              </a:spcBef>
              <a:spcAft>
                <a:spcPts val="0"/>
              </a:spcAft>
              <a:buSzPts val="1890"/>
              <a:buFont typeface="Arial"/>
              <a:buAutoNum type="arabicPeriod"/>
            </a:pPr>
            <a:r>
              <a:rPr lang="en-US"/>
              <a:t>Initialize </a:t>
            </a:r>
            <a:r>
              <a:rPr i="1" lang="en-US"/>
              <a:t> undo-list</a:t>
            </a:r>
            <a:r>
              <a:rPr lang="en-US"/>
              <a:t> and </a:t>
            </a:r>
            <a:r>
              <a:rPr i="1" lang="en-US"/>
              <a:t> redo-list</a:t>
            </a:r>
            <a:r>
              <a:rPr lang="en-US"/>
              <a:t> to empty</a:t>
            </a:r>
            <a:endParaRPr/>
          </a:p>
          <a:p>
            <a:pPr indent="-342900" lvl="1" marL="800100" rtl="0" algn="l">
              <a:lnSpc>
                <a:spcPct val="90000"/>
              </a:lnSpc>
              <a:spcBef>
                <a:spcPts val="630"/>
              </a:spcBef>
              <a:spcAft>
                <a:spcPts val="0"/>
              </a:spcAft>
              <a:buSzPts val="1890"/>
              <a:buFont typeface="Arial"/>
              <a:buAutoNum type="arabicPeriod"/>
            </a:pPr>
            <a:r>
              <a:rPr lang="en-US"/>
              <a:t>Scan the log backwards from the end, stopping when the first &lt;</a:t>
            </a:r>
            <a:r>
              <a:rPr b="1" lang="en-US"/>
              <a:t>checkpoint</a:t>
            </a:r>
            <a:r>
              <a:rPr lang="en-US"/>
              <a:t> </a:t>
            </a:r>
            <a:r>
              <a:rPr i="1" lang="en-US"/>
              <a:t>L</a:t>
            </a:r>
            <a:r>
              <a:rPr lang="en-US"/>
              <a:t>&gt; record is found.  </a:t>
            </a:r>
            <a:br>
              <a:rPr lang="en-US"/>
            </a:br>
            <a:r>
              <a:rPr lang="en-US"/>
              <a:t>For each record found during the backward scan:</a:t>
            </a:r>
            <a:endParaRPr/>
          </a:p>
          <a:p>
            <a:pPr indent="-342900" lvl="2" marL="1200150" rtl="0" algn="l">
              <a:lnSpc>
                <a:spcPct val="90000"/>
              </a:lnSpc>
              <a:spcBef>
                <a:spcPts val="630"/>
              </a:spcBef>
              <a:spcAft>
                <a:spcPts val="0"/>
              </a:spcAft>
              <a:buSzPts val="1530"/>
              <a:buFont typeface="Arial"/>
              <a:buChar char="●"/>
            </a:pPr>
            <a:r>
              <a:rPr lang="en-US"/>
              <a:t>if the record is &lt;</a:t>
            </a:r>
            <a:r>
              <a:rPr i="1" lang="en-US"/>
              <a:t>T</a:t>
            </a:r>
            <a:r>
              <a:rPr baseline="-25000" i="1" lang="en-US"/>
              <a:t>i</a:t>
            </a:r>
            <a:r>
              <a:rPr baseline="-25000" lang="en-US"/>
              <a:t> </a:t>
            </a:r>
            <a:r>
              <a:rPr b="1" lang="en-US"/>
              <a:t>commit</a:t>
            </a:r>
            <a:r>
              <a:rPr lang="en-US"/>
              <a:t>&gt;, add</a:t>
            </a:r>
            <a:r>
              <a:rPr i="1" lang="en-US"/>
              <a:t> T</a:t>
            </a:r>
            <a:r>
              <a:rPr baseline="-25000" i="1" lang="en-US"/>
              <a:t>i</a:t>
            </a:r>
            <a:r>
              <a:rPr i="1" lang="en-US"/>
              <a:t> </a:t>
            </a:r>
            <a:r>
              <a:rPr lang="en-US"/>
              <a:t>to </a:t>
            </a:r>
            <a:r>
              <a:rPr i="1" lang="en-US"/>
              <a:t>redo-list</a:t>
            </a:r>
            <a:endParaRPr/>
          </a:p>
          <a:p>
            <a:pPr indent="-342900" lvl="2" marL="1200150" rtl="0" algn="l">
              <a:lnSpc>
                <a:spcPct val="90000"/>
              </a:lnSpc>
              <a:spcBef>
                <a:spcPts val="630"/>
              </a:spcBef>
              <a:spcAft>
                <a:spcPts val="0"/>
              </a:spcAft>
              <a:buSzPts val="1530"/>
              <a:buFont typeface="Arial"/>
              <a:buChar char="●"/>
            </a:pPr>
            <a:r>
              <a:rPr lang="en-US"/>
              <a:t>if the record is &lt;</a:t>
            </a:r>
            <a:r>
              <a:rPr i="1" lang="en-US"/>
              <a:t>T</a:t>
            </a:r>
            <a:r>
              <a:rPr baseline="-25000" i="1" lang="en-US"/>
              <a:t>i</a:t>
            </a:r>
            <a:r>
              <a:rPr i="1" lang="en-US"/>
              <a:t> </a:t>
            </a:r>
            <a:r>
              <a:rPr b="1" lang="en-US"/>
              <a:t> start</a:t>
            </a:r>
            <a:r>
              <a:rPr lang="en-US"/>
              <a:t>&gt;, then if </a:t>
            </a:r>
            <a:r>
              <a:rPr i="1" lang="en-US"/>
              <a:t>T</a:t>
            </a:r>
            <a:r>
              <a:rPr baseline="-25000" i="1" lang="en-US"/>
              <a:t>i </a:t>
            </a:r>
            <a:r>
              <a:rPr lang="en-US"/>
              <a:t>is not in </a:t>
            </a:r>
            <a:r>
              <a:rPr i="1" lang="en-US"/>
              <a:t> redo-list</a:t>
            </a:r>
            <a:r>
              <a:rPr lang="en-US"/>
              <a:t>, add </a:t>
            </a:r>
            <a:r>
              <a:rPr i="1" lang="en-US"/>
              <a:t>T</a:t>
            </a:r>
            <a:r>
              <a:rPr baseline="-25000" i="1" lang="en-US"/>
              <a:t>i </a:t>
            </a:r>
            <a:r>
              <a:rPr lang="en-US"/>
              <a:t>to </a:t>
            </a:r>
            <a:r>
              <a:rPr i="1" lang="en-US"/>
              <a:t>undo-list</a:t>
            </a:r>
            <a:endParaRPr/>
          </a:p>
          <a:p>
            <a:pPr indent="-342900" lvl="1" marL="800100" rtl="0" algn="l">
              <a:lnSpc>
                <a:spcPct val="90000"/>
              </a:lnSpc>
              <a:spcBef>
                <a:spcPts val="630"/>
              </a:spcBef>
              <a:spcAft>
                <a:spcPts val="0"/>
              </a:spcAft>
              <a:buSzPts val="1890"/>
              <a:buFont typeface="Arial"/>
              <a:buAutoNum type="arabicPeriod"/>
            </a:pPr>
            <a:r>
              <a:rPr lang="en-US"/>
              <a:t>For every </a:t>
            </a:r>
            <a:r>
              <a:rPr i="1" lang="en-US"/>
              <a:t>T</a:t>
            </a:r>
            <a:r>
              <a:rPr baseline="-25000" i="1" lang="en-US"/>
              <a:t>i </a:t>
            </a:r>
            <a:r>
              <a:rPr lang="en-US"/>
              <a:t>in </a:t>
            </a:r>
            <a:r>
              <a:rPr i="1" lang="en-US"/>
              <a:t>L</a:t>
            </a:r>
            <a:r>
              <a:rPr lang="en-US"/>
              <a:t>, if </a:t>
            </a:r>
            <a:r>
              <a:rPr i="1" lang="en-US"/>
              <a:t>T</a:t>
            </a:r>
            <a:r>
              <a:rPr baseline="-25000" lang="en-US"/>
              <a:t>i </a:t>
            </a:r>
            <a:r>
              <a:rPr lang="en-US"/>
              <a:t>is not in </a:t>
            </a:r>
            <a:r>
              <a:rPr i="1" lang="en-US"/>
              <a:t> redo-list</a:t>
            </a:r>
            <a:r>
              <a:rPr lang="en-US"/>
              <a:t>, add </a:t>
            </a:r>
            <a:r>
              <a:rPr i="1" lang="en-US"/>
              <a:t>T</a:t>
            </a:r>
            <a:r>
              <a:rPr baseline="-25000" i="1" lang="en-US"/>
              <a:t>i</a:t>
            </a:r>
            <a:r>
              <a:rPr i="1" lang="en-US"/>
              <a:t> </a:t>
            </a:r>
            <a:r>
              <a:rPr lang="en-US"/>
              <a:t>to </a:t>
            </a:r>
            <a:r>
              <a:rPr i="1" lang="en-US"/>
              <a:t>undo-list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0"/>
          <p:cNvSpPr txBox="1"/>
          <p:nvPr>
            <p:ph type="title"/>
          </p:nvPr>
        </p:nvSpPr>
        <p:spPr>
          <a:xfrm>
            <a:off x="685800" y="76200"/>
            <a:ext cx="83820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Recovery With Concurrent Transactions (Cont.)</a:t>
            </a:r>
            <a:endParaRPr/>
          </a:p>
        </p:txBody>
      </p:sp>
      <p:sp>
        <p:nvSpPr>
          <p:cNvPr id="390" name="Google Shape;390;p30"/>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Char char="●"/>
            </a:pPr>
            <a:r>
              <a:rPr lang="en-US"/>
              <a:t>At this point </a:t>
            </a:r>
            <a:r>
              <a:rPr i="1" lang="en-US"/>
              <a:t>undo-list</a:t>
            </a:r>
            <a:r>
              <a:rPr lang="en-US"/>
              <a:t> consists of incomplete transactions which must be undone, and </a:t>
            </a:r>
            <a:r>
              <a:rPr i="1" lang="en-US"/>
              <a:t>redo-list</a:t>
            </a:r>
            <a:r>
              <a:rPr lang="en-US"/>
              <a:t> consists of finished transactions that must be redone.</a:t>
            </a:r>
            <a:endParaRPr/>
          </a:p>
          <a:p>
            <a:pPr indent="-381000" lvl="0" marL="381000" rtl="0" algn="l">
              <a:spcBef>
                <a:spcPts val="700"/>
              </a:spcBef>
              <a:spcAft>
                <a:spcPts val="0"/>
              </a:spcAft>
              <a:buSzPts val="1800"/>
              <a:buChar char="●"/>
            </a:pPr>
            <a:r>
              <a:rPr lang="en-US"/>
              <a:t>Recovery now continues as follows:</a:t>
            </a:r>
            <a:endParaRPr/>
          </a:p>
          <a:p>
            <a:pPr indent="-342900" lvl="1" marL="800100" rtl="0" algn="l">
              <a:spcBef>
                <a:spcPts val="630"/>
              </a:spcBef>
              <a:spcAft>
                <a:spcPts val="0"/>
              </a:spcAft>
              <a:buSzPts val="1890"/>
              <a:buFont typeface="Arial"/>
              <a:buAutoNum type="arabicPeriod"/>
            </a:pPr>
            <a:r>
              <a:rPr lang="en-US"/>
              <a:t>Scan log backwards from most recent record, stopping when </a:t>
            </a:r>
            <a:br>
              <a:rPr lang="en-US"/>
            </a:br>
            <a:r>
              <a:rPr lang="en-US"/>
              <a:t>&lt;</a:t>
            </a:r>
            <a:r>
              <a:rPr i="1" lang="en-US"/>
              <a:t>T</a:t>
            </a:r>
            <a:r>
              <a:rPr baseline="-25000" i="1" lang="en-US"/>
              <a:t>i</a:t>
            </a:r>
            <a:r>
              <a:rPr i="1" lang="en-US"/>
              <a:t> </a:t>
            </a:r>
            <a:r>
              <a:rPr b="1" lang="en-US"/>
              <a:t>start</a:t>
            </a:r>
            <a:r>
              <a:rPr lang="en-US"/>
              <a:t>&gt; records have been encountered for every </a:t>
            </a:r>
            <a:r>
              <a:rPr i="1" lang="en-US"/>
              <a:t>T</a:t>
            </a:r>
            <a:r>
              <a:rPr baseline="-25000" i="1" lang="en-US"/>
              <a:t>i</a:t>
            </a:r>
            <a:r>
              <a:rPr lang="en-US"/>
              <a:t> in </a:t>
            </a:r>
            <a:r>
              <a:rPr i="1" lang="en-US"/>
              <a:t>undo-list</a:t>
            </a:r>
            <a:r>
              <a:rPr lang="en-US"/>
              <a:t>.</a:t>
            </a:r>
            <a:endParaRPr/>
          </a:p>
          <a:p>
            <a:pPr indent="-342900" lvl="2" marL="1200150" rtl="0" algn="l">
              <a:spcBef>
                <a:spcPts val="630"/>
              </a:spcBef>
              <a:spcAft>
                <a:spcPts val="0"/>
              </a:spcAft>
              <a:buSzPts val="1530"/>
              <a:buFont typeface="Arial"/>
              <a:buChar char="●"/>
            </a:pPr>
            <a:r>
              <a:rPr lang="en-US"/>
              <a:t>During the scan, perform </a:t>
            </a:r>
            <a:r>
              <a:rPr b="1" lang="en-US"/>
              <a:t>undo</a:t>
            </a:r>
            <a:r>
              <a:rPr lang="en-US"/>
              <a:t> for each log record that belongs to a transaction in </a:t>
            </a:r>
            <a:r>
              <a:rPr i="1" lang="en-US"/>
              <a:t> undo-list</a:t>
            </a:r>
            <a:r>
              <a:rPr lang="en-US"/>
              <a:t>.</a:t>
            </a:r>
            <a:endParaRPr/>
          </a:p>
          <a:p>
            <a:pPr indent="-342900" lvl="1" marL="800100" rtl="0" algn="l">
              <a:spcBef>
                <a:spcPts val="630"/>
              </a:spcBef>
              <a:spcAft>
                <a:spcPts val="0"/>
              </a:spcAft>
              <a:buSzPts val="1890"/>
              <a:buFont typeface="Arial"/>
              <a:buAutoNum type="arabicPeriod"/>
            </a:pPr>
            <a:r>
              <a:rPr lang="en-US"/>
              <a:t>Locate the most recent &lt;</a:t>
            </a:r>
            <a:r>
              <a:rPr b="1" lang="en-US"/>
              <a:t>checkpoint </a:t>
            </a:r>
            <a:r>
              <a:rPr i="1" lang="en-US"/>
              <a:t>L</a:t>
            </a:r>
            <a:r>
              <a:rPr lang="en-US"/>
              <a:t>&gt; record.</a:t>
            </a:r>
            <a:endParaRPr/>
          </a:p>
          <a:p>
            <a:pPr indent="-342900" lvl="1" marL="800100" rtl="0" algn="l">
              <a:spcBef>
                <a:spcPts val="630"/>
              </a:spcBef>
              <a:spcAft>
                <a:spcPts val="0"/>
              </a:spcAft>
              <a:buSzPts val="1890"/>
              <a:buFont typeface="Arial"/>
              <a:buAutoNum type="arabicPeriod"/>
            </a:pPr>
            <a:r>
              <a:rPr lang="en-US"/>
              <a:t>Scan log forwards from the &lt;</a:t>
            </a:r>
            <a:r>
              <a:rPr b="1" lang="en-US"/>
              <a:t>checkpoint</a:t>
            </a:r>
            <a:r>
              <a:rPr i="1" lang="en-US"/>
              <a:t> L</a:t>
            </a:r>
            <a:r>
              <a:rPr lang="en-US"/>
              <a:t>&gt; record  till the end of the log.</a:t>
            </a:r>
            <a:endParaRPr/>
          </a:p>
          <a:p>
            <a:pPr indent="-342900" lvl="2" marL="1200150" rtl="0" algn="l">
              <a:spcBef>
                <a:spcPts val="630"/>
              </a:spcBef>
              <a:spcAft>
                <a:spcPts val="0"/>
              </a:spcAft>
              <a:buSzPts val="1530"/>
              <a:buFont typeface="Arial"/>
              <a:buChar char="●"/>
            </a:pPr>
            <a:r>
              <a:rPr lang="en-US"/>
              <a:t>During the scan, perform </a:t>
            </a:r>
            <a:r>
              <a:rPr b="1" lang="en-US"/>
              <a:t>redo</a:t>
            </a:r>
            <a:r>
              <a:rPr lang="en-US"/>
              <a:t> for each log record that belongs to a transaction on </a:t>
            </a:r>
            <a:r>
              <a:rPr i="1" lang="en-US"/>
              <a:t> redo-list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1"/>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Recovery</a:t>
            </a:r>
            <a:endParaRPr/>
          </a:p>
        </p:txBody>
      </p:sp>
      <p:sp>
        <p:nvSpPr>
          <p:cNvPr id="396" name="Google Shape;396;p31"/>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Go over the steps of the recovery algorithm on the following log:</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0</a:t>
            </a:r>
            <a:r>
              <a:rPr i="1" lang="en-US"/>
              <a:t> </a:t>
            </a:r>
            <a:r>
              <a:rPr b="1" lang="en-US"/>
              <a:t>star</a:t>
            </a:r>
            <a:r>
              <a:rPr lang="en-US"/>
              <a:t>t&gt;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0</a:t>
            </a:r>
            <a:r>
              <a:rPr lang="en-US"/>
              <a:t>, </a:t>
            </a:r>
            <a:r>
              <a:rPr i="1" lang="en-US"/>
              <a:t>A</a:t>
            </a:r>
            <a:r>
              <a:rPr lang="en-US"/>
              <a:t>, 0, 10&gt;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0</a:t>
            </a:r>
            <a:r>
              <a:rPr lang="en-US"/>
              <a:t> </a:t>
            </a:r>
            <a:r>
              <a:rPr b="1" lang="en-US"/>
              <a:t>commit</a:t>
            </a:r>
            <a:r>
              <a:rPr lang="en-US"/>
              <a:t>&gt;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1</a:t>
            </a:r>
            <a:r>
              <a:rPr lang="en-US"/>
              <a:t> </a:t>
            </a:r>
            <a:r>
              <a:rPr b="1" lang="en-US"/>
              <a:t>start</a:t>
            </a:r>
            <a:r>
              <a:rPr lang="en-US"/>
              <a:t>&gt;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1</a:t>
            </a:r>
            <a:r>
              <a:rPr lang="en-US"/>
              <a:t>, </a:t>
            </a:r>
            <a:r>
              <a:rPr i="1" lang="en-US"/>
              <a:t>B</a:t>
            </a:r>
            <a:r>
              <a:rPr lang="en-US"/>
              <a:t>, 0, 10&gt;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2</a:t>
            </a:r>
            <a:r>
              <a:rPr lang="en-US"/>
              <a:t> </a:t>
            </a:r>
            <a:r>
              <a:rPr b="1" lang="en-US"/>
              <a:t>start</a:t>
            </a:r>
            <a:r>
              <a:rPr lang="en-US"/>
              <a:t>&gt;                   /* Scan in Step 4 stops here */</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2</a:t>
            </a:r>
            <a:r>
              <a:rPr lang="en-US"/>
              <a:t>, </a:t>
            </a:r>
            <a:r>
              <a:rPr i="1" lang="en-US"/>
              <a:t>C</a:t>
            </a:r>
            <a:r>
              <a:rPr lang="en-US"/>
              <a:t>, 0, 10&gt;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2</a:t>
            </a:r>
            <a:r>
              <a:rPr lang="en-US"/>
              <a:t>, </a:t>
            </a:r>
            <a:r>
              <a:rPr i="1" lang="en-US"/>
              <a:t>C</a:t>
            </a:r>
            <a:r>
              <a:rPr lang="en-US"/>
              <a:t>, 10, 20&gt;</a:t>
            </a:r>
            <a:endParaRPr/>
          </a:p>
          <a:p>
            <a:pPr indent="-228600" lvl="4" marL="1771650" rtl="0" algn="l">
              <a:lnSpc>
                <a:spcPct val="90000"/>
              </a:lnSpc>
              <a:spcBef>
                <a:spcPts val="630"/>
              </a:spcBef>
              <a:spcAft>
                <a:spcPts val="0"/>
              </a:spcAft>
              <a:buSzPts val="1800"/>
              <a:buFont typeface="Helvetica Neue"/>
              <a:buNone/>
            </a:pPr>
            <a:r>
              <a:rPr lang="en-US"/>
              <a:t>&lt;checkpoint {</a:t>
            </a:r>
            <a:r>
              <a:rPr i="1" lang="en-US"/>
              <a:t>T</a:t>
            </a:r>
            <a:r>
              <a:rPr baseline="-25000" lang="en-US"/>
              <a:t>1</a:t>
            </a:r>
            <a:r>
              <a:rPr lang="en-US"/>
              <a:t>, </a:t>
            </a:r>
            <a:r>
              <a:rPr i="1" lang="en-US"/>
              <a:t>T</a:t>
            </a:r>
            <a:r>
              <a:rPr baseline="-25000" lang="en-US"/>
              <a:t>2</a:t>
            </a:r>
            <a:r>
              <a:rPr lang="en-US"/>
              <a:t>}&gt;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3</a:t>
            </a:r>
            <a:r>
              <a:rPr lang="en-US"/>
              <a:t> </a:t>
            </a:r>
            <a:r>
              <a:rPr b="1" lang="en-US"/>
              <a:t>start</a:t>
            </a:r>
            <a:r>
              <a:rPr lang="en-US"/>
              <a:t>&gt;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3</a:t>
            </a:r>
            <a:r>
              <a:rPr lang="en-US"/>
              <a:t>,</a:t>
            </a:r>
            <a:r>
              <a:rPr i="1" lang="en-US"/>
              <a:t> A</a:t>
            </a:r>
            <a:r>
              <a:rPr lang="en-US"/>
              <a:t>, 10, 20&gt;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3</a:t>
            </a:r>
            <a:r>
              <a:rPr lang="en-US"/>
              <a:t>, </a:t>
            </a:r>
            <a:r>
              <a:rPr i="1" lang="en-US"/>
              <a:t>D</a:t>
            </a:r>
            <a:r>
              <a:rPr lang="en-US"/>
              <a:t>, 0, 10&gt;</a:t>
            </a:r>
            <a:endParaRPr/>
          </a:p>
          <a:p>
            <a:pPr indent="-228600" lvl="4" marL="1771650" rtl="0" algn="l">
              <a:lnSpc>
                <a:spcPct val="90000"/>
              </a:lnSpc>
              <a:spcBef>
                <a:spcPts val="630"/>
              </a:spcBef>
              <a:spcAft>
                <a:spcPts val="0"/>
              </a:spcAft>
              <a:buSzPts val="1800"/>
              <a:buFont typeface="Helvetica Neue"/>
              <a:buNone/>
            </a:pPr>
            <a:r>
              <a:rPr lang="en-US"/>
              <a:t>&lt;</a:t>
            </a:r>
            <a:r>
              <a:rPr i="1" lang="en-US"/>
              <a:t>T</a:t>
            </a:r>
            <a:r>
              <a:rPr baseline="-25000" lang="en-US"/>
              <a:t>3</a:t>
            </a:r>
            <a:r>
              <a:rPr lang="en-US"/>
              <a:t> </a:t>
            </a:r>
            <a:r>
              <a:rPr b="1" lang="en-US"/>
              <a:t>commit</a:t>
            </a:r>
            <a:r>
              <a:rPr lang="en-US"/>
              <a:t>&gt;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Log Record Buffering</a:t>
            </a:r>
            <a:endParaRPr/>
          </a:p>
        </p:txBody>
      </p:sp>
      <p:sp>
        <p:nvSpPr>
          <p:cNvPr id="402" name="Google Shape;402;p32"/>
          <p:cNvSpPr txBox="1"/>
          <p:nvPr>
            <p:ph idx="4294967295" type="body"/>
          </p:nvPr>
        </p:nvSpPr>
        <p:spPr>
          <a:xfrm>
            <a:off x="419100" y="1079500"/>
            <a:ext cx="8039100" cy="52197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1" lang="en-US">
                <a:solidFill>
                  <a:schemeClr val="dk2"/>
                </a:solidFill>
              </a:rPr>
              <a:t>Log record buffering</a:t>
            </a:r>
            <a:r>
              <a:rPr lang="en-US"/>
              <a:t>: log records are buffered in main memory, instead of of being output directly to stable storage.</a:t>
            </a:r>
            <a:endParaRPr/>
          </a:p>
          <a:p>
            <a:pPr indent="-285750" lvl="1" marL="742950" rtl="0" algn="l">
              <a:spcBef>
                <a:spcPts val="630"/>
              </a:spcBef>
              <a:spcAft>
                <a:spcPts val="0"/>
              </a:spcAft>
              <a:buSzPts val="1890"/>
              <a:buChar char="★"/>
            </a:pPr>
            <a:r>
              <a:rPr lang="en-US"/>
              <a:t>Log records are output to stable storage when a block of log records in the buffer is full, or a </a:t>
            </a:r>
            <a:r>
              <a:rPr b="1" lang="en-US">
                <a:solidFill>
                  <a:schemeClr val="dk2"/>
                </a:solidFill>
              </a:rPr>
              <a:t>log force</a:t>
            </a:r>
            <a:r>
              <a:rPr lang="en-US"/>
              <a:t> operation is executed.</a:t>
            </a:r>
            <a:endParaRPr/>
          </a:p>
          <a:p>
            <a:pPr indent="-342900" lvl="0" marL="342900" rtl="0" algn="l">
              <a:spcBef>
                <a:spcPts val="700"/>
              </a:spcBef>
              <a:spcAft>
                <a:spcPts val="0"/>
              </a:spcAft>
              <a:buSzPts val="1800"/>
              <a:buChar char="●"/>
            </a:pPr>
            <a:r>
              <a:rPr lang="en-US"/>
              <a:t>Log force is performed to commit a transaction by forcing all its log records (including the commit record) to stable storage.</a:t>
            </a:r>
            <a:endParaRPr/>
          </a:p>
          <a:p>
            <a:pPr indent="-342900" lvl="0" marL="342900" rtl="0" algn="l">
              <a:spcBef>
                <a:spcPts val="700"/>
              </a:spcBef>
              <a:spcAft>
                <a:spcPts val="0"/>
              </a:spcAft>
              <a:buSzPts val="1800"/>
              <a:buChar char="●"/>
            </a:pPr>
            <a:r>
              <a:rPr lang="en-US"/>
              <a:t>Several log records can thus be output using a single output operation, reducing the I/O cost.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3"/>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Log Record Buffering (Cont.)</a:t>
            </a:r>
            <a:endParaRPr/>
          </a:p>
        </p:txBody>
      </p:sp>
      <p:sp>
        <p:nvSpPr>
          <p:cNvPr id="408" name="Google Shape;408;p33"/>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rules below must be followed if log records are buffered:</a:t>
            </a:r>
            <a:endParaRPr/>
          </a:p>
          <a:p>
            <a:pPr indent="-285750" lvl="1" marL="742950" rtl="0" algn="l">
              <a:spcBef>
                <a:spcPts val="630"/>
              </a:spcBef>
              <a:spcAft>
                <a:spcPts val="0"/>
              </a:spcAft>
              <a:buSzPts val="1890"/>
              <a:buChar char="★"/>
            </a:pPr>
            <a:r>
              <a:rPr lang="en-US"/>
              <a:t>Log records are output to stable storage in the order in which they are created. </a:t>
            </a:r>
            <a:endParaRPr/>
          </a:p>
          <a:p>
            <a:pPr indent="-285750" lvl="1" marL="742950" rtl="0" algn="l">
              <a:spcBef>
                <a:spcPts val="630"/>
              </a:spcBef>
              <a:spcAft>
                <a:spcPts val="0"/>
              </a:spcAft>
              <a:buSzPts val="1890"/>
              <a:buChar char="★"/>
            </a:pPr>
            <a:r>
              <a:rPr lang="en-US"/>
              <a:t>Transaction </a:t>
            </a:r>
            <a:r>
              <a:rPr i="1" lang="en-US"/>
              <a:t>T</a:t>
            </a:r>
            <a:r>
              <a:rPr baseline="-25000" i="1" lang="en-US"/>
              <a:t>i</a:t>
            </a:r>
            <a:r>
              <a:rPr lang="en-US"/>
              <a:t> enters the commit state only when the log record </a:t>
            </a:r>
            <a:br>
              <a:rPr lang="en-US"/>
            </a:br>
            <a:r>
              <a:rPr lang="en-US"/>
              <a:t>&lt;</a:t>
            </a:r>
            <a:r>
              <a:rPr i="1" lang="en-US"/>
              <a:t>T</a:t>
            </a:r>
            <a:r>
              <a:rPr baseline="-25000" i="1" lang="en-US"/>
              <a:t>i</a:t>
            </a:r>
            <a:r>
              <a:rPr i="1" lang="en-US"/>
              <a:t> </a:t>
            </a:r>
            <a:r>
              <a:rPr b="1" lang="en-US"/>
              <a:t>commit</a:t>
            </a:r>
            <a:r>
              <a:rPr lang="en-US"/>
              <a:t>&gt; has been output to stable storage.</a:t>
            </a:r>
            <a:endParaRPr/>
          </a:p>
          <a:p>
            <a:pPr indent="-285750" lvl="1" marL="742950" rtl="0" algn="l">
              <a:spcBef>
                <a:spcPts val="630"/>
              </a:spcBef>
              <a:spcAft>
                <a:spcPts val="0"/>
              </a:spcAft>
              <a:buSzPts val="1890"/>
              <a:buChar char="★"/>
            </a:pPr>
            <a:r>
              <a:rPr lang="en-US"/>
              <a:t>Before a block of data in main memory is output to the database, all log records pertaining to data in that block must have been output to stable storage. </a:t>
            </a:r>
            <a:endParaRPr/>
          </a:p>
          <a:p>
            <a:pPr indent="-228600" lvl="2" marL="1085850" rtl="0" algn="l">
              <a:spcBef>
                <a:spcPts val="630"/>
              </a:spcBef>
              <a:spcAft>
                <a:spcPts val="0"/>
              </a:spcAft>
              <a:buSzPts val="1530"/>
              <a:buChar char="⮚"/>
            </a:pPr>
            <a:r>
              <a:rPr lang="en-US"/>
              <a:t>This rule is called the </a:t>
            </a:r>
            <a:r>
              <a:rPr b="1" lang="en-US">
                <a:solidFill>
                  <a:schemeClr val="dk2"/>
                </a:solidFill>
              </a:rPr>
              <a:t>write-ahead logging</a:t>
            </a:r>
            <a:r>
              <a:rPr lang="en-US"/>
              <a:t> or </a:t>
            </a:r>
            <a:r>
              <a:rPr b="1" lang="en-US">
                <a:solidFill>
                  <a:schemeClr val="dk2"/>
                </a:solidFill>
              </a:rPr>
              <a:t>WAL</a:t>
            </a:r>
            <a:r>
              <a:rPr b="1" lang="en-US"/>
              <a:t> </a:t>
            </a:r>
            <a:r>
              <a:rPr lang="en-US"/>
              <a:t>rule</a:t>
            </a:r>
            <a:endParaRPr/>
          </a:p>
          <a:p>
            <a:pPr indent="-228600" lvl="3" marL="1428750" rtl="0" algn="l">
              <a:spcBef>
                <a:spcPts val="630"/>
              </a:spcBef>
              <a:spcAft>
                <a:spcPts val="0"/>
              </a:spcAft>
              <a:buSzPts val="1800"/>
              <a:buFont typeface="Helvetica Neue"/>
              <a:buChar char="–"/>
            </a:pPr>
            <a:r>
              <a:rPr lang="en-US"/>
              <a:t>Strictly speaking WAL only requires undo information to be output</a:t>
            </a:r>
            <a:endParaRPr/>
          </a:p>
          <a:p>
            <a:pPr indent="-228600" lvl="0" marL="342900" rtl="0" algn="l">
              <a:spcBef>
                <a:spcPts val="700"/>
              </a:spcBef>
              <a:spcAft>
                <a:spcPts val="0"/>
              </a:spcAft>
              <a:buSzPts val="1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4"/>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Database Buffering</a:t>
            </a:r>
            <a:endParaRPr/>
          </a:p>
        </p:txBody>
      </p:sp>
      <p:sp>
        <p:nvSpPr>
          <p:cNvPr id="414" name="Google Shape;414;p34"/>
          <p:cNvSpPr txBox="1"/>
          <p:nvPr>
            <p:ph idx="4294967295" type="body"/>
          </p:nvPr>
        </p:nvSpPr>
        <p:spPr>
          <a:xfrm>
            <a:off x="482600" y="1003300"/>
            <a:ext cx="8293100" cy="5283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sz="1800"/>
              <a:t>Database maintains an in-memory buffer of data blocks</a:t>
            </a:r>
            <a:endParaRPr/>
          </a:p>
          <a:p>
            <a:pPr indent="-285750" lvl="1" marL="742950" rtl="0" algn="l">
              <a:spcBef>
                <a:spcPts val="560"/>
              </a:spcBef>
              <a:spcAft>
                <a:spcPts val="0"/>
              </a:spcAft>
              <a:buSzPts val="1680"/>
              <a:buChar char="★"/>
            </a:pPr>
            <a:r>
              <a:rPr lang="en-US" sz="1600"/>
              <a:t>When a new block is needed, if buffer is full an existing block needs to be removed from buffer</a:t>
            </a:r>
            <a:endParaRPr/>
          </a:p>
          <a:p>
            <a:pPr indent="-285750" lvl="1" marL="742950" rtl="0" algn="l">
              <a:spcBef>
                <a:spcPts val="560"/>
              </a:spcBef>
              <a:spcAft>
                <a:spcPts val="0"/>
              </a:spcAft>
              <a:buSzPts val="1680"/>
              <a:buChar char="★"/>
            </a:pPr>
            <a:r>
              <a:rPr lang="en-US" sz="1600"/>
              <a:t>If the block chosen for removal has been updated, it must be output to disk</a:t>
            </a:r>
            <a:endParaRPr/>
          </a:p>
          <a:p>
            <a:pPr indent="-342900" lvl="0" marL="342900" rtl="0" algn="l">
              <a:spcBef>
                <a:spcPts val="630"/>
              </a:spcBef>
              <a:spcAft>
                <a:spcPts val="0"/>
              </a:spcAft>
              <a:buSzPts val="1620"/>
              <a:buChar char="●"/>
            </a:pPr>
            <a:r>
              <a:rPr lang="en-US" sz="1800"/>
              <a:t>As a result of the write-ahead logging rule, if a block with uncommitted updates is output to disk, log records with undo information for the updates are output to the log on stable storage first.</a:t>
            </a:r>
            <a:endParaRPr/>
          </a:p>
          <a:p>
            <a:pPr indent="-342900" lvl="0" marL="342900" rtl="0" algn="l">
              <a:spcBef>
                <a:spcPts val="630"/>
              </a:spcBef>
              <a:spcAft>
                <a:spcPts val="0"/>
              </a:spcAft>
              <a:buSzPts val="1620"/>
              <a:buChar char="●"/>
            </a:pPr>
            <a:r>
              <a:rPr lang="en-US" sz="1800"/>
              <a:t>No updates should be in progress on a block when it is output to disk.  Can be ensured as follows.</a:t>
            </a:r>
            <a:endParaRPr/>
          </a:p>
          <a:p>
            <a:pPr indent="-285750" lvl="1" marL="742950" rtl="0" algn="l">
              <a:spcBef>
                <a:spcPts val="560"/>
              </a:spcBef>
              <a:spcAft>
                <a:spcPts val="0"/>
              </a:spcAft>
              <a:buSzPts val="1680"/>
              <a:buChar char="★"/>
            </a:pPr>
            <a:r>
              <a:rPr lang="en-US" sz="1600"/>
              <a:t>Before writing a data item, transaction acquires exclusive lock on block containing the data item</a:t>
            </a:r>
            <a:endParaRPr/>
          </a:p>
          <a:p>
            <a:pPr indent="-285750" lvl="1" marL="742950" rtl="0" algn="l">
              <a:spcBef>
                <a:spcPts val="560"/>
              </a:spcBef>
              <a:spcAft>
                <a:spcPts val="0"/>
              </a:spcAft>
              <a:buSzPts val="1680"/>
              <a:buChar char="★"/>
            </a:pPr>
            <a:r>
              <a:rPr lang="en-US" sz="1600"/>
              <a:t>Lock can be released once the write is completed. </a:t>
            </a:r>
            <a:endParaRPr/>
          </a:p>
          <a:p>
            <a:pPr indent="-228600" lvl="2" marL="1085850" rtl="0" algn="l">
              <a:spcBef>
                <a:spcPts val="560"/>
              </a:spcBef>
              <a:spcAft>
                <a:spcPts val="0"/>
              </a:spcAft>
              <a:buSzPts val="1360"/>
              <a:buChar char="⮚"/>
            </a:pPr>
            <a:r>
              <a:rPr lang="en-US" sz="1600"/>
              <a:t>Such locks held for short duration are called </a:t>
            </a:r>
            <a:r>
              <a:rPr b="1" lang="en-US" sz="1600">
                <a:solidFill>
                  <a:schemeClr val="dk2"/>
                </a:solidFill>
              </a:rPr>
              <a:t>latches</a:t>
            </a:r>
            <a:r>
              <a:rPr lang="en-US" sz="1600"/>
              <a:t>.</a:t>
            </a:r>
            <a:endParaRPr/>
          </a:p>
          <a:p>
            <a:pPr indent="-285750" lvl="1" marL="742950" rtl="0" algn="l">
              <a:spcBef>
                <a:spcPts val="560"/>
              </a:spcBef>
              <a:spcAft>
                <a:spcPts val="0"/>
              </a:spcAft>
              <a:buSzPts val="1680"/>
              <a:buChar char="★"/>
            </a:pPr>
            <a:r>
              <a:rPr lang="en-US" sz="1600"/>
              <a:t>Before a block is output to disk, the system acquires an exclusive latch on the block</a:t>
            </a:r>
            <a:endParaRPr/>
          </a:p>
          <a:p>
            <a:pPr indent="-228600" lvl="2" marL="1085850" rtl="0" algn="l">
              <a:spcBef>
                <a:spcPts val="560"/>
              </a:spcBef>
              <a:spcAft>
                <a:spcPts val="0"/>
              </a:spcAft>
              <a:buSzPts val="1360"/>
              <a:buChar char="⮚"/>
            </a:pPr>
            <a:r>
              <a:rPr lang="en-US" sz="1600"/>
              <a:t>Ensures no update can be in progress on the block</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5"/>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Buffer Management (Cont.)</a:t>
            </a:r>
            <a:endParaRPr/>
          </a:p>
        </p:txBody>
      </p:sp>
      <p:sp>
        <p:nvSpPr>
          <p:cNvPr id="420" name="Google Shape;420;p35"/>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Database buffer can be implemented either</a:t>
            </a:r>
            <a:endParaRPr/>
          </a:p>
          <a:p>
            <a:pPr indent="-285750" lvl="1" marL="742950" rtl="0" algn="l">
              <a:spcBef>
                <a:spcPts val="630"/>
              </a:spcBef>
              <a:spcAft>
                <a:spcPts val="0"/>
              </a:spcAft>
              <a:buSzPts val="1890"/>
              <a:buChar char="★"/>
            </a:pPr>
            <a:r>
              <a:rPr lang="en-US"/>
              <a:t>in an area of real main-memory reserved for the database, or</a:t>
            </a:r>
            <a:endParaRPr/>
          </a:p>
          <a:p>
            <a:pPr indent="-285750" lvl="1" marL="742950" rtl="0" algn="l">
              <a:spcBef>
                <a:spcPts val="630"/>
              </a:spcBef>
              <a:spcAft>
                <a:spcPts val="0"/>
              </a:spcAft>
              <a:buSzPts val="1890"/>
              <a:buChar char="★"/>
            </a:pPr>
            <a:r>
              <a:rPr lang="en-US"/>
              <a:t>in virtual memory</a:t>
            </a:r>
            <a:endParaRPr/>
          </a:p>
          <a:p>
            <a:pPr indent="-342900" lvl="0" marL="342900" rtl="0" algn="l">
              <a:spcBef>
                <a:spcPts val="700"/>
              </a:spcBef>
              <a:spcAft>
                <a:spcPts val="0"/>
              </a:spcAft>
              <a:buSzPts val="1800"/>
              <a:buChar char="●"/>
            </a:pPr>
            <a:r>
              <a:rPr lang="en-US"/>
              <a:t>Implementing buffer in reserved main-memory has drawbacks:</a:t>
            </a:r>
            <a:endParaRPr/>
          </a:p>
          <a:p>
            <a:pPr indent="-285750" lvl="1" marL="742950" rtl="0" algn="l">
              <a:spcBef>
                <a:spcPts val="630"/>
              </a:spcBef>
              <a:spcAft>
                <a:spcPts val="0"/>
              </a:spcAft>
              <a:buSzPts val="1890"/>
              <a:buChar char="★"/>
            </a:pPr>
            <a:r>
              <a:rPr lang="en-US"/>
              <a:t>Memory is partitioned before-hand between database buffer and applications, limiting flexibility.  </a:t>
            </a:r>
            <a:endParaRPr/>
          </a:p>
          <a:p>
            <a:pPr indent="-285750" lvl="1" marL="742950" rtl="0" algn="l">
              <a:spcBef>
                <a:spcPts val="630"/>
              </a:spcBef>
              <a:spcAft>
                <a:spcPts val="0"/>
              </a:spcAft>
              <a:buSzPts val="1890"/>
              <a:buChar char="★"/>
            </a:pPr>
            <a:r>
              <a:rPr lang="en-US"/>
              <a:t>Needs may change, and although operating system knows best how memory should be divided up at any time, it cannot change the partitioning of memory.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6"/>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Buffer Management (Cont.)</a:t>
            </a:r>
            <a:endParaRPr/>
          </a:p>
        </p:txBody>
      </p:sp>
      <p:sp>
        <p:nvSpPr>
          <p:cNvPr id="426" name="Google Shape;426;p36"/>
          <p:cNvSpPr txBox="1"/>
          <p:nvPr>
            <p:ph idx="4294967295" type="body"/>
          </p:nvPr>
        </p:nvSpPr>
        <p:spPr>
          <a:xfrm>
            <a:off x="533400" y="11811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Database buffers are generally implemented in virtual memory in spite of some drawbacks: </a:t>
            </a:r>
            <a:endParaRPr/>
          </a:p>
          <a:p>
            <a:pPr indent="-285750" lvl="1" marL="742950" rtl="0" algn="l">
              <a:spcBef>
                <a:spcPts val="630"/>
              </a:spcBef>
              <a:spcAft>
                <a:spcPts val="0"/>
              </a:spcAft>
              <a:buSzPts val="1890"/>
              <a:buChar char="★"/>
            </a:pPr>
            <a:r>
              <a:rPr lang="en-US"/>
              <a:t>When operating system needs to evict a page that has been modified,  to make space for another page, the page is written to swap space on disk.</a:t>
            </a:r>
            <a:endParaRPr/>
          </a:p>
          <a:p>
            <a:pPr indent="-285750" lvl="1" marL="742950" rtl="0" algn="l">
              <a:spcBef>
                <a:spcPts val="630"/>
              </a:spcBef>
              <a:spcAft>
                <a:spcPts val="0"/>
              </a:spcAft>
              <a:buSzPts val="1890"/>
              <a:buChar char="★"/>
            </a:pPr>
            <a:r>
              <a:rPr lang="en-US"/>
              <a:t>When database decides to write buffer page to disk, buffer page may be in swap space, and may have to be  read from swap space on disk and output to the database on disk, resulting in extra I/O! </a:t>
            </a:r>
            <a:endParaRPr/>
          </a:p>
          <a:p>
            <a:pPr indent="-228600" lvl="2" marL="1085850" rtl="0" algn="l">
              <a:spcBef>
                <a:spcPts val="630"/>
              </a:spcBef>
              <a:spcAft>
                <a:spcPts val="0"/>
              </a:spcAft>
              <a:buSzPts val="1530"/>
              <a:buChar char="⮚"/>
            </a:pPr>
            <a:r>
              <a:rPr lang="en-US"/>
              <a:t>Known as </a:t>
            </a:r>
            <a:r>
              <a:rPr b="1" lang="en-US">
                <a:solidFill>
                  <a:schemeClr val="dk2"/>
                </a:solidFill>
              </a:rPr>
              <a:t>dual paging</a:t>
            </a:r>
            <a:r>
              <a:rPr lang="en-US"/>
              <a:t> problem.</a:t>
            </a:r>
            <a:endParaRPr/>
          </a:p>
          <a:p>
            <a:pPr indent="-285750" lvl="1" marL="742950" rtl="0" algn="l">
              <a:spcBef>
                <a:spcPts val="630"/>
              </a:spcBef>
              <a:spcAft>
                <a:spcPts val="0"/>
              </a:spcAft>
              <a:buSzPts val="1890"/>
              <a:buChar char="★"/>
            </a:pPr>
            <a:r>
              <a:rPr lang="en-US"/>
              <a:t>Ideally when swapping out a database buffer page, operating system should pass control to database, which in turn outputs page to database instead of to swap space (making sure to output log records first)</a:t>
            </a:r>
            <a:endParaRPr/>
          </a:p>
          <a:p>
            <a:pPr indent="-228600" lvl="2" marL="1085850" rtl="0" algn="l">
              <a:spcBef>
                <a:spcPts val="630"/>
              </a:spcBef>
              <a:spcAft>
                <a:spcPts val="0"/>
              </a:spcAft>
              <a:buSzPts val="1530"/>
              <a:buChar char="⮚"/>
            </a:pPr>
            <a:r>
              <a:rPr lang="en-US"/>
              <a:t>Dual paging can thus be avoided, but common operating systems do not support such functionality.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7"/>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Failure with Loss of Nonvolatile Storage</a:t>
            </a:r>
            <a:endParaRPr/>
          </a:p>
        </p:txBody>
      </p:sp>
      <p:sp>
        <p:nvSpPr>
          <p:cNvPr id="432" name="Google Shape;432;p37"/>
          <p:cNvSpPr txBox="1"/>
          <p:nvPr>
            <p:ph idx="4294967295" type="body"/>
          </p:nvPr>
        </p:nvSpPr>
        <p:spPr>
          <a:xfrm>
            <a:off x="571500" y="1168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sz="1800"/>
              <a:t>So far we assumed no loss of non-volatile storage</a:t>
            </a:r>
            <a:endParaRPr/>
          </a:p>
          <a:p>
            <a:pPr indent="-342900" lvl="0" marL="342900" rtl="0" algn="l">
              <a:lnSpc>
                <a:spcPct val="90000"/>
              </a:lnSpc>
              <a:spcBef>
                <a:spcPts val="630"/>
              </a:spcBef>
              <a:spcAft>
                <a:spcPts val="0"/>
              </a:spcAft>
              <a:buSzPts val="1620"/>
              <a:buChar char="●"/>
            </a:pPr>
            <a:r>
              <a:rPr lang="en-US" sz="1800"/>
              <a:t>Technique similar to checkpointing used to deal with loss of non-volatile storage</a:t>
            </a:r>
            <a:endParaRPr/>
          </a:p>
          <a:p>
            <a:pPr indent="-285750" lvl="1" marL="742950" rtl="0" algn="l">
              <a:lnSpc>
                <a:spcPct val="90000"/>
              </a:lnSpc>
              <a:spcBef>
                <a:spcPts val="560"/>
              </a:spcBef>
              <a:spcAft>
                <a:spcPts val="0"/>
              </a:spcAft>
              <a:buSzPts val="1680"/>
              <a:buChar char="★"/>
            </a:pPr>
            <a:r>
              <a:rPr lang="en-US" sz="1600"/>
              <a:t>Periodically </a:t>
            </a:r>
            <a:r>
              <a:rPr b="1" lang="en-US" sz="1600">
                <a:solidFill>
                  <a:schemeClr val="dk2"/>
                </a:solidFill>
              </a:rPr>
              <a:t>dump</a:t>
            </a:r>
            <a:r>
              <a:rPr lang="en-US" sz="1600"/>
              <a:t> the entire content of the database to stable storage</a:t>
            </a:r>
            <a:endParaRPr/>
          </a:p>
          <a:p>
            <a:pPr indent="-285750" lvl="1" marL="742950" rtl="0" algn="l">
              <a:lnSpc>
                <a:spcPct val="90000"/>
              </a:lnSpc>
              <a:spcBef>
                <a:spcPts val="560"/>
              </a:spcBef>
              <a:spcAft>
                <a:spcPts val="0"/>
              </a:spcAft>
              <a:buSzPts val="1680"/>
              <a:buChar char="★"/>
            </a:pPr>
            <a:r>
              <a:rPr lang="en-US" sz="1600"/>
              <a:t>No transaction may be active during the dump procedure; a procedure similar to checkpointing must take place</a:t>
            </a:r>
            <a:endParaRPr/>
          </a:p>
          <a:p>
            <a:pPr indent="-228600" lvl="2" marL="1085850" rtl="0" algn="l">
              <a:lnSpc>
                <a:spcPct val="90000"/>
              </a:lnSpc>
              <a:spcBef>
                <a:spcPts val="560"/>
              </a:spcBef>
              <a:spcAft>
                <a:spcPts val="0"/>
              </a:spcAft>
              <a:buSzPts val="1360"/>
              <a:buChar char="⮚"/>
            </a:pPr>
            <a:r>
              <a:rPr lang="en-US" sz="1600"/>
              <a:t>Output all log records currently residing in main memory onto stable storage.</a:t>
            </a:r>
            <a:endParaRPr/>
          </a:p>
          <a:p>
            <a:pPr indent="-228600" lvl="2" marL="1085850" rtl="0" algn="l">
              <a:lnSpc>
                <a:spcPct val="90000"/>
              </a:lnSpc>
              <a:spcBef>
                <a:spcPts val="560"/>
              </a:spcBef>
              <a:spcAft>
                <a:spcPts val="0"/>
              </a:spcAft>
              <a:buSzPts val="1360"/>
              <a:buChar char="⮚"/>
            </a:pPr>
            <a:r>
              <a:rPr lang="en-US" sz="1600"/>
              <a:t>Output all buffer blocks onto the disk.</a:t>
            </a:r>
            <a:endParaRPr/>
          </a:p>
          <a:p>
            <a:pPr indent="-228600" lvl="2" marL="1085850" rtl="0" algn="l">
              <a:lnSpc>
                <a:spcPct val="90000"/>
              </a:lnSpc>
              <a:spcBef>
                <a:spcPts val="560"/>
              </a:spcBef>
              <a:spcAft>
                <a:spcPts val="0"/>
              </a:spcAft>
              <a:buSzPts val="1360"/>
              <a:buChar char="⮚"/>
            </a:pPr>
            <a:r>
              <a:rPr lang="en-US" sz="1600"/>
              <a:t>Copy the contents of the database to stable storage.</a:t>
            </a:r>
            <a:endParaRPr/>
          </a:p>
          <a:p>
            <a:pPr indent="-228600" lvl="2" marL="1085850" rtl="0" algn="l">
              <a:lnSpc>
                <a:spcPct val="90000"/>
              </a:lnSpc>
              <a:spcBef>
                <a:spcPts val="560"/>
              </a:spcBef>
              <a:spcAft>
                <a:spcPts val="0"/>
              </a:spcAft>
              <a:buSzPts val="1360"/>
              <a:buChar char="⮚"/>
            </a:pPr>
            <a:r>
              <a:rPr lang="en-US" sz="1600"/>
              <a:t>Output a record &lt;</a:t>
            </a:r>
            <a:r>
              <a:rPr b="1" lang="en-US" sz="1600"/>
              <a:t>dump</a:t>
            </a:r>
            <a:r>
              <a:rPr lang="en-US" sz="1600"/>
              <a:t>&gt; to log on stable storage.</a:t>
            </a:r>
            <a:endParaRPr/>
          </a:p>
          <a:p>
            <a:pPr indent="-285750" lvl="1" marL="742950" rtl="0" algn="l">
              <a:lnSpc>
                <a:spcPct val="90000"/>
              </a:lnSpc>
              <a:spcBef>
                <a:spcPts val="560"/>
              </a:spcBef>
              <a:spcAft>
                <a:spcPts val="0"/>
              </a:spcAft>
              <a:buSzPts val="1680"/>
              <a:buChar char="★"/>
            </a:pPr>
            <a:r>
              <a:rPr lang="en-US" sz="1600"/>
              <a:t>To recover from disk failure</a:t>
            </a:r>
            <a:endParaRPr/>
          </a:p>
          <a:p>
            <a:pPr indent="-228600" lvl="2" marL="1085850" rtl="0" algn="l">
              <a:lnSpc>
                <a:spcPct val="90000"/>
              </a:lnSpc>
              <a:spcBef>
                <a:spcPts val="560"/>
              </a:spcBef>
              <a:spcAft>
                <a:spcPts val="0"/>
              </a:spcAft>
              <a:buSzPts val="1360"/>
              <a:buChar char="⮚"/>
            </a:pPr>
            <a:r>
              <a:rPr lang="en-US" sz="1600"/>
              <a:t>restore database from  most recent dump. </a:t>
            </a:r>
            <a:endParaRPr/>
          </a:p>
          <a:p>
            <a:pPr indent="-228600" lvl="2" marL="1085850" rtl="0" algn="l">
              <a:lnSpc>
                <a:spcPct val="90000"/>
              </a:lnSpc>
              <a:spcBef>
                <a:spcPts val="560"/>
              </a:spcBef>
              <a:spcAft>
                <a:spcPts val="0"/>
              </a:spcAft>
              <a:buSzPts val="1360"/>
              <a:buChar char="⮚"/>
            </a:pPr>
            <a:r>
              <a:rPr lang="en-US" sz="1600"/>
              <a:t>Consult the log and redo all transactions that committed after the dump</a:t>
            </a:r>
            <a:endParaRPr/>
          </a:p>
          <a:p>
            <a:pPr indent="-342900" lvl="0" marL="342900" rtl="0" algn="l">
              <a:lnSpc>
                <a:spcPct val="90000"/>
              </a:lnSpc>
              <a:spcBef>
                <a:spcPts val="630"/>
              </a:spcBef>
              <a:spcAft>
                <a:spcPts val="0"/>
              </a:spcAft>
              <a:buSzPts val="1620"/>
              <a:buChar char="●"/>
            </a:pPr>
            <a:r>
              <a:rPr lang="en-US" sz="1800"/>
              <a:t>Can be extended to allow transactions to be active during dump; </a:t>
            </a:r>
            <a:br>
              <a:rPr lang="en-US" sz="1800"/>
            </a:br>
            <a:r>
              <a:rPr lang="en-US" sz="1800"/>
              <a:t>known as </a:t>
            </a:r>
            <a:r>
              <a:rPr b="1" lang="en-US" sz="1800">
                <a:solidFill>
                  <a:schemeClr val="dk2"/>
                </a:solidFill>
              </a:rPr>
              <a:t>fuzzy dump</a:t>
            </a:r>
            <a:r>
              <a:rPr lang="en-US" sz="1800"/>
              <a:t> or </a:t>
            </a:r>
            <a:r>
              <a:rPr b="1" lang="en-US" sz="1800">
                <a:solidFill>
                  <a:schemeClr val="dk2"/>
                </a:solidFill>
              </a:rPr>
              <a:t>online dump</a:t>
            </a:r>
            <a:endParaRPr/>
          </a:p>
          <a:p>
            <a:pPr indent="-285750" lvl="1" marL="742950" rtl="0" algn="l">
              <a:lnSpc>
                <a:spcPct val="90000"/>
              </a:lnSpc>
              <a:spcBef>
                <a:spcPts val="560"/>
              </a:spcBef>
              <a:spcAft>
                <a:spcPts val="0"/>
              </a:spcAft>
              <a:buSzPts val="1680"/>
              <a:buChar char="★"/>
            </a:pPr>
            <a:r>
              <a:rPr lang="en-US" sz="1600"/>
              <a:t>Will study fuzzy checkpointing later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8"/>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Algorithm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9"/>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a:t>
            </a:r>
            <a:endParaRPr/>
          </a:p>
        </p:txBody>
      </p:sp>
      <p:sp>
        <p:nvSpPr>
          <p:cNvPr id="443" name="Google Shape;443;p39"/>
          <p:cNvSpPr txBox="1"/>
          <p:nvPr>
            <p:ph idx="4294967295" type="body"/>
          </p:nvPr>
        </p:nvSpPr>
        <p:spPr>
          <a:xfrm>
            <a:off x="482600" y="1016000"/>
            <a:ext cx="7962900" cy="51181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Support high-concurrency locking techniques, such as those used for B</a:t>
            </a:r>
            <a:r>
              <a:rPr baseline="30000" lang="en-US"/>
              <a:t>+</a:t>
            </a:r>
            <a:r>
              <a:rPr lang="en-US"/>
              <a:t>-tree concurrency control</a:t>
            </a:r>
            <a:endParaRPr/>
          </a:p>
          <a:p>
            <a:pPr indent="-342900" lvl="0" marL="342900" rtl="0" algn="l">
              <a:lnSpc>
                <a:spcPct val="90000"/>
              </a:lnSpc>
              <a:spcBef>
                <a:spcPts val="700"/>
              </a:spcBef>
              <a:spcAft>
                <a:spcPts val="0"/>
              </a:spcAft>
              <a:buSzPts val="1800"/>
              <a:buChar char="●"/>
            </a:pPr>
            <a:r>
              <a:rPr lang="en-US"/>
              <a:t>Operations like B</a:t>
            </a:r>
            <a:r>
              <a:rPr baseline="30000" lang="en-US"/>
              <a:t>+</a:t>
            </a:r>
            <a:r>
              <a:rPr lang="en-US"/>
              <a:t>-tree insertions and deletions release locks early. </a:t>
            </a:r>
            <a:endParaRPr/>
          </a:p>
          <a:p>
            <a:pPr indent="-285750" lvl="1" marL="742950" rtl="0" algn="l">
              <a:lnSpc>
                <a:spcPct val="90000"/>
              </a:lnSpc>
              <a:spcBef>
                <a:spcPts val="630"/>
              </a:spcBef>
              <a:spcAft>
                <a:spcPts val="0"/>
              </a:spcAft>
              <a:buSzPts val="1890"/>
              <a:buChar char="★"/>
            </a:pPr>
            <a:r>
              <a:rPr lang="en-US"/>
              <a:t>They cannot be undone by restoring old values (</a:t>
            </a:r>
            <a:r>
              <a:rPr b="1" lang="en-US">
                <a:solidFill>
                  <a:schemeClr val="dk2"/>
                </a:solidFill>
              </a:rPr>
              <a:t>physical undo</a:t>
            </a:r>
            <a:r>
              <a:rPr lang="en-US"/>
              <a:t>), since once a lock is released, other transactions may have updated  the B</a:t>
            </a:r>
            <a:r>
              <a:rPr baseline="30000" lang="en-US"/>
              <a:t>+</a:t>
            </a:r>
            <a:r>
              <a:rPr lang="en-US"/>
              <a:t>-tree.</a:t>
            </a:r>
            <a:endParaRPr/>
          </a:p>
          <a:p>
            <a:pPr indent="-285750" lvl="1" marL="742950" rtl="0" algn="l">
              <a:lnSpc>
                <a:spcPct val="90000"/>
              </a:lnSpc>
              <a:spcBef>
                <a:spcPts val="630"/>
              </a:spcBef>
              <a:spcAft>
                <a:spcPts val="0"/>
              </a:spcAft>
              <a:buSzPts val="1890"/>
              <a:buChar char="★"/>
            </a:pPr>
            <a:r>
              <a:rPr lang="en-US"/>
              <a:t>Instead, insertions (resp. deletions) are undone  by executing a deletion (resp. insertion) operation (known as </a:t>
            </a:r>
            <a:r>
              <a:rPr b="1" lang="en-US">
                <a:solidFill>
                  <a:schemeClr val="dk2"/>
                </a:solidFill>
              </a:rPr>
              <a:t>logical undo</a:t>
            </a:r>
            <a:r>
              <a:rPr lang="en-US"/>
              <a:t>).  </a:t>
            </a:r>
            <a:endParaRPr/>
          </a:p>
          <a:p>
            <a:pPr indent="-342900" lvl="0" marL="342900" rtl="0" algn="l">
              <a:lnSpc>
                <a:spcPct val="90000"/>
              </a:lnSpc>
              <a:spcBef>
                <a:spcPts val="700"/>
              </a:spcBef>
              <a:spcAft>
                <a:spcPts val="0"/>
              </a:spcAft>
              <a:buSzPts val="1800"/>
              <a:buChar char="●"/>
            </a:pPr>
            <a:r>
              <a:rPr lang="en-US"/>
              <a:t>For such operations, undo log records should contain the undo operation to be executed</a:t>
            </a:r>
            <a:endParaRPr/>
          </a:p>
          <a:p>
            <a:pPr indent="-285750" lvl="1" marL="742950" rtl="0" algn="l">
              <a:lnSpc>
                <a:spcPct val="90000"/>
              </a:lnSpc>
              <a:spcBef>
                <a:spcPts val="630"/>
              </a:spcBef>
              <a:spcAft>
                <a:spcPts val="0"/>
              </a:spcAft>
              <a:buSzPts val="1890"/>
              <a:buChar char="★"/>
            </a:pPr>
            <a:r>
              <a:rPr lang="en-US"/>
              <a:t> called </a:t>
            </a:r>
            <a:r>
              <a:rPr b="1" lang="en-US">
                <a:solidFill>
                  <a:schemeClr val="dk2"/>
                </a:solidFill>
              </a:rPr>
              <a:t>logical undo logging</a:t>
            </a:r>
            <a:r>
              <a:rPr lang="en-US"/>
              <a:t>, in contrast to </a:t>
            </a:r>
            <a:r>
              <a:rPr b="1" lang="en-US">
                <a:solidFill>
                  <a:schemeClr val="dk2"/>
                </a:solidFill>
              </a:rPr>
              <a:t>physical undo logging</a:t>
            </a:r>
            <a:r>
              <a:rPr lang="en-US"/>
              <a:t>.</a:t>
            </a:r>
            <a:endParaRPr/>
          </a:p>
          <a:p>
            <a:pPr indent="-342900" lvl="0" marL="342900" rtl="0" algn="l">
              <a:lnSpc>
                <a:spcPct val="90000"/>
              </a:lnSpc>
              <a:spcBef>
                <a:spcPts val="700"/>
              </a:spcBef>
              <a:spcAft>
                <a:spcPts val="0"/>
              </a:spcAft>
              <a:buSzPts val="1800"/>
              <a:buChar char="●"/>
            </a:pPr>
            <a:r>
              <a:rPr lang="en-US"/>
              <a:t>Redo information is logged </a:t>
            </a:r>
            <a:r>
              <a:rPr b="1" lang="en-US">
                <a:solidFill>
                  <a:schemeClr val="dk2"/>
                </a:solidFill>
              </a:rPr>
              <a:t>physically</a:t>
            </a:r>
            <a:r>
              <a:rPr lang="en-US"/>
              <a:t> (that is, new value for each write) even for such operations</a:t>
            </a:r>
            <a:endParaRPr/>
          </a:p>
          <a:p>
            <a:pPr indent="-285750" lvl="1" marL="742950" rtl="0" algn="l">
              <a:lnSpc>
                <a:spcPct val="90000"/>
              </a:lnSpc>
              <a:spcBef>
                <a:spcPts val="630"/>
              </a:spcBef>
              <a:spcAft>
                <a:spcPts val="0"/>
              </a:spcAft>
              <a:buSzPts val="1890"/>
              <a:buChar char="★"/>
            </a:pPr>
            <a:r>
              <a:rPr lang="en-US"/>
              <a:t>Logical redo is very complicated since database state on disk may not be “operation consistent”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0"/>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 (Cont.)</a:t>
            </a:r>
            <a:endParaRPr/>
          </a:p>
        </p:txBody>
      </p:sp>
      <p:sp>
        <p:nvSpPr>
          <p:cNvPr id="449" name="Google Shape;449;p40"/>
          <p:cNvSpPr txBox="1"/>
          <p:nvPr>
            <p:ph idx="4294967295" type="body"/>
          </p:nvPr>
        </p:nvSpPr>
        <p:spPr>
          <a:xfrm>
            <a:off x="609600" y="762000"/>
            <a:ext cx="7937500" cy="5588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Operation logging is done as follows:</a:t>
            </a:r>
            <a:endParaRPr/>
          </a:p>
          <a:p>
            <a:pPr indent="-304800" lvl="1" marL="762000" rtl="0" algn="l">
              <a:lnSpc>
                <a:spcPct val="90000"/>
              </a:lnSpc>
              <a:spcBef>
                <a:spcPts val="630"/>
              </a:spcBef>
              <a:spcAft>
                <a:spcPts val="0"/>
              </a:spcAft>
              <a:buSzPts val="1890"/>
              <a:buFont typeface="Arial"/>
              <a:buAutoNum type="arabicPeriod"/>
            </a:pPr>
            <a:r>
              <a:rPr lang="en-US"/>
              <a:t>When operation starts, log &lt;</a:t>
            </a:r>
            <a:r>
              <a:rPr i="1" lang="en-US"/>
              <a:t>T</a:t>
            </a:r>
            <a:r>
              <a:rPr baseline="-25000" i="1" lang="en-US"/>
              <a:t>i</a:t>
            </a:r>
            <a:r>
              <a:rPr i="1" lang="en-US"/>
              <a:t>, O</a:t>
            </a:r>
            <a:r>
              <a:rPr baseline="-25000" i="1" lang="en-US"/>
              <a:t>j</a:t>
            </a:r>
            <a:r>
              <a:rPr i="1" lang="en-US"/>
              <a:t>,</a:t>
            </a:r>
            <a:r>
              <a:rPr lang="en-US"/>
              <a:t> </a:t>
            </a:r>
            <a:r>
              <a:rPr b="1" lang="en-US"/>
              <a:t> operation-begin</a:t>
            </a:r>
            <a:r>
              <a:rPr lang="en-US"/>
              <a:t>&gt;. Here</a:t>
            </a:r>
            <a:r>
              <a:rPr i="1" lang="en-US"/>
              <a:t> O</a:t>
            </a:r>
            <a:r>
              <a:rPr baseline="-25000" i="1" lang="en-US"/>
              <a:t>j</a:t>
            </a:r>
            <a:r>
              <a:rPr lang="en-US"/>
              <a:t> is a unique identifier of the operation instance.</a:t>
            </a:r>
            <a:endParaRPr/>
          </a:p>
          <a:p>
            <a:pPr indent="-304800" lvl="1" marL="762000" rtl="0" algn="l">
              <a:lnSpc>
                <a:spcPct val="90000"/>
              </a:lnSpc>
              <a:spcBef>
                <a:spcPts val="630"/>
              </a:spcBef>
              <a:spcAft>
                <a:spcPts val="0"/>
              </a:spcAft>
              <a:buSzPts val="1890"/>
              <a:buFont typeface="Arial"/>
              <a:buAutoNum type="arabicPeriod"/>
            </a:pPr>
            <a:r>
              <a:rPr lang="en-US"/>
              <a:t>While operation is executing, normal log records with physical redo and physical undo information are logged. </a:t>
            </a:r>
            <a:endParaRPr/>
          </a:p>
          <a:p>
            <a:pPr indent="-304800" lvl="1" marL="762000" rtl="0" algn="l">
              <a:lnSpc>
                <a:spcPct val="90000"/>
              </a:lnSpc>
              <a:spcBef>
                <a:spcPts val="630"/>
              </a:spcBef>
              <a:spcAft>
                <a:spcPts val="0"/>
              </a:spcAft>
              <a:buSzPts val="1890"/>
              <a:buFont typeface="Arial"/>
              <a:buAutoNum type="arabicPeriod"/>
            </a:pPr>
            <a:r>
              <a:rPr lang="en-US"/>
              <a:t>When operation completes, &lt;</a:t>
            </a:r>
            <a:r>
              <a:rPr i="1" lang="en-US"/>
              <a:t>T</a:t>
            </a:r>
            <a:r>
              <a:rPr baseline="-25000" i="1" lang="en-US"/>
              <a:t>i</a:t>
            </a:r>
            <a:r>
              <a:rPr i="1" lang="en-US"/>
              <a:t>, O</a:t>
            </a:r>
            <a:r>
              <a:rPr baseline="-25000" i="1" lang="en-US"/>
              <a:t>j</a:t>
            </a:r>
            <a:r>
              <a:rPr i="1" lang="en-US"/>
              <a:t>,</a:t>
            </a:r>
            <a:r>
              <a:rPr lang="en-US"/>
              <a:t> </a:t>
            </a:r>
            <a:r>
              <a:rPr b="1" lang="en-US"/>
              <a:t> operation-end</a:t>
            </a:r>
            <a:r>
              <a:rPr lang="en-US"/>
              <a:t>, </a:t>
            </a:r>
            <a:r>
              <a:rPr i="1" lang="en-US"/>
              <a:t>U&gt;</a:t>
            </a:r>
            <a:r>
              <a:rPr lang="en-US"/>
              <a:t> is logged, where </a:t>
            </a:r>
            <a:r>
              <a:rPr i="1" lang="en-US"/>
              <a:t>U</a:t>
            </a:r>
            <a:r>
              <a:rPr lang="en-US"/>
              <a:t> contains information  needed to perform a logical undo information.</a:t>
            </a:r>
            <a:endParaRPr/>
          </a:p>
          <a:p>
            <a:pPr indent="-342900" lvl="0" marL="342900" rtl="0" algn="l">
              <a:lnSpc>
                <a:spcPct val="90000"/>
              </a:lnSpc>
              <a:spcBef>
                <a:spcPts val="700"/>
              </a:spcBef>
              <a:spcAft>
                <a:spcPts val="0"/>
              </a:spcAft>
              <a:buSzPts val="1800"/>
              <a:buChar char="●"/>
            </a:pPr>
            <a:r>
              <a:rPr lang="en-US"/>
              <a:t>If crash/rollback occurs before operation completes:</a:t>
            </a:r>
            <a:endParaRPr/>
          </a:p>
          <a:p>
            <a:pPr indent="-304800" lvl="1" marL="762000" rtl="0" algn="l">
              <a:lnSpc>
                <a:spcPct val="90000"/>
              </a:lnSpc>
              <a:spcBef>
                <a:spcPts val="630"/>
              </a:spcBef>
              <a:spcAft>
                <a:spcPts val="0"/>
              </a:spcAft>
              <a:buSzPts val="1890"/>
              <a:buChar char="★"/>
            </a:pPr>
            <a:r>
              <a:rPr lang="en-US"/>
              <a:t>the </a:t>
            </a:r>
            <a:r>
              <a:rPr b="1" lang="en-US"/>
              <a:t>operation-end</a:t>
            </a:r>
            <a:r>
              <a:rPr lang="en-US"/>
              <a:t> log record is not found, and </a:t>
            </a:r>
            <a:endParaRPr/>
          </a:p>
          <a:p>
            <a:pPr indent="-304800" lvl="1" marL="762000" rtl="0" algn="l">
              <a:lnSpc>
                <a:spcPct val="90000"/>
              </a:lnSpc>
              <a:spcBef>
                <a:spcPts val="630"/>
              </a:spcBef>
              <a:spcAft>
                <a:spcPts val="0"/>
              </a:spcAft>
              <a:buSzPts val="1890"/>
              <a:buChar char="★"/>
            </a:pPr>
            <a:r>
              <a:rPr lang="en-US"/>
              <a:t>the physical undo information is used to undo operation.</a:t>
            </a:r>
            <a:endParaRPr/>
          </a:p>
          <a:p>
            <a:pPr indent="-342900" lvl="0" marL="342900" rtl="0" algn="l">
              <a:lnSpc>
                <a:spcPct val="90000"/>
              </a:lnSpc>
              <a:spcBef>
                <a:spcPts val="700"/>
              </a:spcBef>
              <a:spcAft>
                <a:spcPts val="0"/>
              </a:spcAft>
              <a:buSzPts val="1800"/>
              <a:buChar char="●"/>
            </a:pPr>
            <a:r>
              <a:rPr lang="en-US"/>
              <a:t>If crash/rollback occurs after the operation completes:</a:t>
            </a:r>
            <a:endParaRPr/>
          </a:p>
          <a:p>
            <a:pPr indent="-304800" lvl="1" marL="762000" rtl="0" algn="l">
              <a:lnSpc>
                <a:spcPct val="90000"/>
              </a:lnSpc>
              <a:spcBef>
                <a:spcPts val="630"/>
              </a:spcBef>
              <a:spcAft>
                <a:spcPts val="0"/>
              </a:spcAft>
              <a:buSzPts val="1890"/>
              <a:buChar char="★"/>
            </a:pPr>
            <a:r>
              <a:rPr lang="en-US"/>
              <a:t>the </a:t>
            </a:r>
            <a:r>
              <a:rPr b="1" lang="en-US"/>
              <a:t>operation-end</a:t>
            </a:r>
            <a:r>
              <a:rPr lang="en-US"/>
              <a:t> log record is found, and in this case</a:t>
            </a:r>
            <a:endParaRPr/>
          </a:p>
          <a:p>
            <a:pPr indent="-304800" lvl="1" marL="762000" rtl="0" algn="l">
              <a:lnSpc>
                <a:spcPct val="90000"/>
              </a:lnSpc>
              <a:spcBef>
                <a:spcPts val="630"/>
              </a:spcBef>
              <a:spcAft>
                <a:spcPts val="0"/>
              </a:spcAft>
              <a:buSzPts val="1890"/>
              <a:buChar char="★"/>
            </a:pPr>
            <a:r>
              <a:rPr lang="en-US"/>
              <a:t>logical undo is performed using </a:t>
            </a:r>
            <a:r>
              <a:rPr i="1" lang="en-US"/>
              <a:t>U</a:t>
            </a:r>
            <a:r>
              <a:rPr lang="en-US"/>
              <a:t>;  the physical undo information for the operation is ignored.</a:t>
            </a:r>
            <a:endParaRPr/>
          </a:p>
          <a:p>
            <a:pPr indent="-342900" lvl="0" marL="342900" rtl="0" algn="l">
              <a:lnSpc>
                <a:spcPct val="90000"/>
              </a:lnSpc>
              <a:spcBef>
                <a:spcPts val="700"/>
              </a:spcBef>
              <a:spcAft>
                <a:spcPts val="0"/>
              </a:spcAft>
              <a:buSzPts val="1800"/>
              <a:buChar char="●"/>
            </a:pPr>
            <a:r>
              <a:rPr lang="en-US" u="sng"/>
              <a:t>Redo of operation (after crash) still uses physical redo information</a:t>
            </a:r>
            <a:r>
              <a:rPr lang="en-US"/>
              <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1"/>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 (Cont.)</a:t>
            </a:r>
            <a:endParaRPr/>
          </a:p>
        </p:txBody>
      </p:sp>
      <p:sp>
        <p:nvSpPr>
          <p:cNvPr id="455" name="Google Shape;455;p41"/>
          <p:cNvSpPr txBox="1"/>
          <p:nvPr>
            <p:ph idx="4294967295" type="body"/>
          </p:nvPr>
        </p:nvSpPr>
        <p:spPr>
          <a:xfrm>
            <a:off x="546100" y="12065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Font typeface="Arial"/>
              <a:buNone/>
            </a:pPr>
            <a:r>
              <a:rPr lang="en-US"/>
              <a:t>Rollback of transaction </a:t>
            </a:r>
            <a:r>
              <a:rPr i="1" lang="en-US"/>
              <a:t>T</a:t>
            </a:r>
            <a:r>
              <a:rPr baseline="-25000" i="1" lang="en-US"/>
              <a:t>i</a:t>
            </a:r>
            <a:r>
              <a:rPr i="1" lang="en-US"/>
              <a:t> </a:t>
            </a:r>
            <a:r>
              <a:rPr lang="en-US"/>
              <a:t>is done as follows: </a:t>
            </a:r>
            <a:endParaRPr/>
          </a:p>
          <a:p>
            <a:pPr indent="-381000" lvl="0" marL="381000" rtl="0" algn="l">
              <a:spcBef>
                <a:spcPts val="700"/>
              </a:spcBef>
              <a:spcAft>
                <a:spcPts val="0"/>
              </a:spcAft>
              <a:buSzPts val="1800"/>
              <a:buChar char="●"/>
            </a:pPr>
            <a:r>
              <a:rPr lang="en-US"/>
              <a:t>Scan the log backwards </a:t>
            </a:r>
            <a:endParaRPr/>
          </a:p>
          <a:p>
            <a:pPr indent="-342900" lvl="1" marL="800100" rtl="0" algn="l">
              <a:spcBef>
                <a:spcPts val="630"/>
              </a:spcBef>
              <a:spcAft>
                <a:spcPts val="0"/>
              </a:spcAft>
              <a:buSzPts val="1890"/>
              <a:buFont typeface="Arial"/>
              <a:buAutoNum type="arabicPeriod"/>
            </a:pPr>
            <a:r>
              <a:rPr lang="en-US"/>
              <a:t>If a log record &lt;</a:t>
            </a:r>
            <a:r>
              <a:rPr i="1" lang="en-US"/>
              <a:t>T</a:t>
            </a:r>
            <a:r>
              <a:rPr baseline="-25000" i="1" lang="en-US"/>
              <a:t>i</a:t>
            </a:r>
            <a:r>
              <a:rPr i="1" lang="en-US"/>
              <a:t>, X, V</a:t>
            </a:r>
            <a:r>
              <a:rPr baseline="-25000" lang="en-US"/>
              <a:t>1</a:t>
            </a:r>
            <a:r>
              <a:rPr i="1" lang="en-US"/>
              <a:t>, V</a:t>
            </a:r>
            <a:r>
              <a:rPr baseline="-25000" lang="en-US"/>
              <a:t>2</a:t>
            </a:r>
            <a:r>
              <a:rPr lang="en-US"/>
              <a:t>&gt; is found, perform the undo and log a special </a:t>
            </a:r>
            <a:r>
              <a:rPr b="1" lang="en-US">
                <a:solidFill>
                  <a:schemeClr val="dk2"/>
                </a:solidFill>
              </a:rPr>
              <a:t>redo-only log record</a:t>
            </a:r>
            <a:r>
              <a:rPr lang="en-US"/>
              <a:t> &lt;</a:t>
            </a:r>
            <a:r>
              <a:rPr i="1" lang="en-US"/>
              <a:t>T</a:t>
            </a:r>
            <a:r>
              <a:rPr baseline="-25000" i="1" lang="en-US"/>
              <a:t>i</a:t>
            </a:r>
            <a:r>
              <a:rPr i="1" lang="en-US"/>
              <a:t>, X, V</a:t>
            </a:r>
            <a:r>
              <a:rPr baseline="-25000" i="1" lang="en-US"/>
              <a:t>1</a:t>
            </a:r>
            <a:r>
              <a:rPr lang="en-US"/>
              <a:t>&gt;.</a:t>
            </a:r>
            <a:endParaRPr/>
          </a:p>
          <a:p>
            <a:pPr indent="-342900" lvl="1" marL="800100" rtl="0" algn="l">
              <a:spcBef>
                <a:spcPts val="630"/>
              </a:spcBef>
              <a:spcAft>
                <a:spcPts val="0"/>
              </a:spcAft>
              <a:buSzPts val="1890"/>
              <a:buFont typeface="Arial"/>
              <a:buAutoNum type="arabicPeriod"/>
            </a:pPr>
            <a:r>
              <a:rPr lang="en-US"/>
              <a:t>If a &lt;</a:t>
            </a:r>
            <a:r>
              <a:rPr i="1" lang="en-US"/>
              <a:t>T</a:t>
            </a:r>
            <a:r>
              <a:rPr baseline="-25000" i="1" lang="en-US"/>
              <a:t>i</a:t>
            </a:r>
            <a:r>
              <a:rPr i="1" lang="en-US"/>
              <a:t>, O</a:t>
            </a:r>
            <a:r>
              <a:rPr baseline="-25000" i="1" lang="en-US"/>
              <a:t>j</a:t>
            </a:r>
            <a:r>
              <a:rPr i="1" lang="en-US"/>
              <a:t>,</a:t>
            </a:r>
            <a:r>
              <a:rPr lang="en-US"/>
              <a:t> </a:t>
            </a:r>
            <a:r>
              <a:rPr b="1" lang="en-US"/>
              <a:t> operation-end</a:t>
            </a:r>
            <a:r>
              <a:rPr lang="en-US"/>
              <a:t>, </a:t>
            </a:r>
            <a:r>
              <a:rPr i="1" lang="en-US"/>
              <a:t>U</a:t>
            </a:r>
            <a:r>
              <a:rPr lang="en-US"/>
              <a:t>&gt; record is found</a:t>
            </a:r>
            <a:endParaRPr/>
          </a:p>
          <a:p>
            <a:pPr indent="-342900" lvl="2" marL="1200150" rtl="0" algn="l">
              <a:spcBef>
                <a:spcPts val="630"/>
              </a:spcBef>
              <a:spcAft>
                <a:spcPts val="0"/>
              </a:spcAft>
              <a:buSzPts val="1530"/>
              <a:buChar char="⮚"/>
            </a:pPr>
            <a:r>
              <a:rPr lang="en-US"/>
              <a:t>Rollback the operation logically using  the undo information </a:t>
            </a:r>
            <a:r>
              <a:rPr i="1" lang="en-US"/>
              <a:t>U</a:t>
            </a:r>
            <a:r>
              <a:rPr lang="en-US"/>
              <a:t>. </a:t>
            </a:r>
            <a:endParaRPr/>
          </a:p>
          <a:p>
            <a:pPr indent="-342900" lvl="3" marL="1543050" rtl="0" algn="l">
              <a:spcBef>
                <a:spcPts val="630"/>
              </a:spcBef>
              <a:spcAft>
                <a:spcPts val="0"/>
              </a:spcAft>
              <a:buSzPts val="1800"/>
              <a:buFont typeface="Helvetica Neue"/>
              <a:buChar char="–"/>
            </a:pPr>
            <a:r>
              <a:rPr lang="en-US"/>
              <a:t>Updates performed during roll back are logged just like during normal operation execution.  </a:t>
            </a:r>
            <a:endParaRPr/>
          </a:p>
          <a:p>
            <a:pPr indent="-342900" lvl="3" marL="1543050" rtl="0" algn="l">
              <a:spcBef>
                <a:spcPts val="630"/>
              </a:spcBef>
              <a:spcAft>
                <a:spcPts val="0"/>
              </a:spcAft>
              <a:buSzPts val="1800"/>
              <a:buFont typeface="Helvetica Neue"/>
              <a:buChar char="–"/>
            </a:pPr>
            <a:r>
              <a:rPr lang="en-US"/>
              <a:t>At the end of the operation rollback, instead of logging an </a:t>
            </a:r>
            <a:r>
              <a:rPr b="1" lang="en-US"/>
              <a:t> operation-end</a:t>
            </a:r>
            <a:r>
              <a:rPr lang="en-US"/>
              <a:t> record, generate a record </a:t>
            </a:r>
            <a:endParaRPr/>
          </a:p>
          <a:p>
            <a:pPr indent="-342900" lvl="2" marL="1200150" rtl="0" algn="l">
              <a:spcBef>
                <a:spcPts val="630"/>
              </a:spcBef>
              <a:spcAft>
                <a:spcPts val="0"/>
              </a:spcAft>
              <a:buSzPts val="1530"/>
              <a:buFont typeface="Noto Sans Symbols"/>
              <a:buNone/>
            </a:pPr>
            <a:r>
              <a:rPr lang="en-US"/>
              <a:t>       	&lt;</a:t>
            </a:r>
            <a:r>
              <a:rPr i="1" lang="en-US"/>
              <a:t>T</a:t>
            </a:r>
            <a:r>
              <a:rPr baseline="-25000" i="1" lang="en-US"/>
              <a:t>i</a:t>
            </a:r>
            <a:r>
              <a:rPr i="1" lang="en-US"/>
              <a:t>, O</a:t>
            </a:r>
            <a:r>
              <a:rPr baseline="-25000" i="1" lang="en-US"/>
              <a:t>j</a:t>
            </a:r>
            <a:r>
              <a:rPr i="1" lang="en-US"/>
              <a:t>,</a:t>
            </a:r>
            <a:r>
              <a:rPr b="1" lang="en-US"/>
              <a:t> operation-abort</a:t>
            </a:r>
            <a:r>
              <a:rPr lang="en-US"/>
              <a:t>&gt;.</a:t>
            </a:r>
            <a:endParaRPr/>
          </a:p>
          <a:p>
            <a:pPr indent="-342900" lvl="2" marL="1200150" rtl="0" algn="l">
              <a:spcBef>
                <a:spcPts val="630"/>
              </a:spcBef>
              <a:spcAft>
                <a:spcPts val="0"/>
              </a:spcAft>
              <a:buSzPts val="1530"/>
              <a:buChar char="⮚"/>
            </a:pPr>
            <a:r>
              <a:rPr lang="en-US"/>
              <a:t>Skip all preceding log records for </a:t>
            </a:r>
            <a:r>
              <a:rPr i="1" lang="en-US"/>
              <a:t>T</a:t>
            </a:r>
            <a:r>
              <a:rPr baseline="-25000" i="1" lang="en-US"/>
              <a:t>i</a:t>
            </a:r>
            <a:r>
              <a:rPr lang="en-US"/>
              <a:t>  until the record &lt;</a:t>
            </a:r>
            <a:r>
              <a:rPr i="1" lang="en-US"/>
              <a:t>T</a:t>
            </a:r>
            <a:r>
              <a:rPr baseline="-25000" i="1" lang="en-US"/>
              <a:t>i</a:t>
            </a:r>
            <a:r>
              <a:rPr i="1" lang="en-US"/>
              <a:t>, O</a:t>
            </a:r>
            <a:r>
              <a:rPr baseline="-25000" i="1" lang="en-US"/>
              <a:t>j</a:t>
            </a:r>
            <a:r>
              <a:rPr i="1" lang="en-US"/>
              <a:t> </a:t>
            </a:r>
            <a:r>
              <a:rPr b="1" lang="en-US"/>
              <a:t>operation-begin</a:t>
            </a:r>
            <a:r>
              <a:rPr lang="en-US"/>
              <a:t>&gt;  is found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 (Cont.)</a:t>
            </a:r>
            <a:endParaRPr/>
          </a:p>
        </p:txBody>
      </p:sp>
      <p:sp>
        <p:nvSpPr>
          <p:cNvPr id="461" name="Google Shape;461;p42"/>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Char char="●"/>
            </a:pPr>
            <a:r>
              <a:rPr lang="en-US"/>
              <a:t>Scan the log backwards (cont.):</a:t>
            </a:r>
            <a:endParaRPr/>
          </a:p>
          <a:p>
            <a:pPr indent="-342900" lvl="1" marL="800100" rtl="0" algn="l">
              <a:spcBef>
                <a:spcPts val="630"/>
              </a:spcBef>
              <a:spcAft>
                <a:spcPts val="0"/>
              </a:spcAft>
              <a:buSzPts val="1890"/>
              <a:buFont typeface="Arial"/>
              <a:buAutoNum type="arabicPeriod" startAt="3"/>
            </a:pPr>
            <a:r>
              <a:rPr lang="en-US"/>
              <a:t>If a redo-only record is found ignore it</a:t>
            </a:r>
            <a:endParaRPr/>
          </a:p>
          <a:p>
            <a:pPr indent="-342900" lvl="1" marL="800100" rtl="0" algn="l">
              <a:spcBef>
                <a:spcPts val="630"/>
              </a:spcBef>
              <a:spcAft>
                <a:spcPts val="0"/>
              </a:spcAft>
              <a:buSzPts val="1890"/>
              <a:buFont typeface="Arial"/>
              <a:buAutoNum type="arabicPeriod" startAt="3"/>
            </a:pPr>
            <a:r>
              <a:rPr lang="en-US"/>
              <a:t>If a &lt;</a:t>
            </a:r>
            <a:r>
              <a:rPr i="1" lang="en-US"/>
              <a:t>T</a:t>
            </a:r>
            <a:r>
              <a:rPr baseline="-25000" i="1" lang="en-US"/>
              <a:t>i</a:t>
            </a:r>
            <a:r>
              <a:rPr i="1" lang="en-US"/>
              <a:t>, O</a:t>
            </a:r>
            <a:r>
              <a:rPr baseline="-25000" i="1" lang="en-US"/>
              <a:t>j</a:t>
            </a:r>
            <a:r>
              <a:rPr i="1" lang="en-US"/>
              <a:t>,</a:t>
            </a:r>
            <a:r>
              <a:rPr lang="en-US"/>
              <a:t> </a:t>
            </a:r>
            <a:r>
              <a:rPr b="1" lang="en-US"/>
              <a:t>operation-abort</a:t>
            </a:r>
            <a:r>
              <a:rPr lang="en-US"/>
              <a:t>&gt; record is found:</a:t>
            </a:r>
            <a:endParaRPr/>
          </a:p>
          <a:p>
            <a:pPr indent="-342900" lvl="2" marL="1200150" rtl="0" algn="l">
              <a:spcBef>
                <a:spcPts val="630"/>
              </a:spcBef>
              <a:spcAft>
                <a:spcPts val="0"/>
              </a:spcAft>
              <a:buSzPts val="1530"/>
              <a:buFont typeface="Arial"/>
              <a:buChar char="●"/>
            </a:pPr>
            <a:r>
              <a:rPr lang="en-US"/>
              <a:t>skip all preceding log records for </a:t>
            </a:r>
            <a:r>
              <a:rPr i="1" lang="en-US"/>
              <a:t>T</a:t>
            </a:r>
            <a:r>
              <a:rPr baseline="-25000" i="1" lang="en-US"/>
              <a:t>i</a:t>
            </a:r>
            <a:r>
              <a:rPr i="1" lang="en-US"/>
              <a:t> </a:t>
            </a:r>
            <a:r>
              <a:rPr lang="en-US"/>
              <a:t> until the record </a:t>
            </a:r>
            <a:br>
              <a:rPr lang="en-US"/>
            </a:br>
            <a:r>
              <a:rPr lang="en-US"/>
              <a:t>&lt;</a:t>
            </a:r>
            <a:r>
              <a:rPr i="1" lang="en-US"/>
              <a:t>T</a:t>
            </a:r>
            <a:r>
              <a:rPr baseline="-25000" i="1" lang="en-US"/>
              <a:t>i</a:t>
            </a:r>
            <a:r>
              <a:rPr i="1" lang="en-US"/>
              <a:t>, O</a:t>
            </a:r>
            <a:r>
              <a:rPr baseline="-25000" i="1" lang="en-US"/>
              <a:t>j</a:t>
            </a:r>
            <a:r>
              <a:rPr lang="en-US"/>
              <a:t>,</a:t>
            </a:r>
            <a:r>
              <a:rPr b="1" lang="en-US"/>
              <a:t> operation-begi</a:t>
            </a:r>
            <a:r>
              <a:rPr lang="en-US"/>
              <a:t>n&gt; is found.</a:t>
            </a:r>
            <a:endParaRPr/>
          </a:p>
          <a:p>
            <a:pPr indent="-342900" lvl="1" marL="800100" rtl="0" algn="l">
              <a:spcBef>
                <a:spcPts val="630"/>
              </a:spcBef>
              <a:spcAft>
                <a:spcPts val="0"/>
              </a:spcAft>
              <a:buSzPts val="1890"/>
              <a:buFont typeface="Arial"/>
              <a:buAutoNum type="arabicPeriod" startAt="3"/>
            </a:pPr>
            <a:r>
              <a:rPr lang="en-US"/>
              <a:t>Stop the scan when the record &lt;</a:t>
            </a:r>
            <a:r>
              <a:rPr i="1" lang="en-US"/>
              <a:t>T</a:t>
            </a:r>
            <a:r>
              <a:rPr baseline="-25000" i="1" lang="en-US"/>
              <a:t>i</a:t>
            </a:r>
            <a:r>
              <a:rPr i="1" lang="en-US"/>
              <a:t>,</a:t>
            </a:r>
            <a:r>
              <a:rPr lang="en-US"/>
              <a:t> start&gt; is found</a:t>
            </a:r>
            <a:endParaRPr/>
          </a:p>
          <a:p>
            <a:pPr indent="-342900" lvl="1" marL="800100" rtl="0" algn="l">
              <a:spcBef>
                <a:spcPts val="630"/>
              </a:spcBef>
              <a:spcAft>
                <a:spcPts val="0"/>
              </a:spcAft>
              <a:buSzPts val="1890"/>
              <a:buFont typeface="Arial"/>
              <a:buAutoNum type="arabicPeriod" startAt="3"/>
            </a:pPr>
            <a:r>
              <a:rPr lang="en-US"/>
              <a:t>Add a &lt;</a:t>
            </a:r>
            <a:r>
              <a:rPr i="1" lang="en-US"/>
              <a:t>T</a:t>
            </a:r>
            <a:r>
              <a:rPr baseline="-25000" i="1" lang="en-US"/>
              <a:t>i</a:t>
            </a:r>
            <a:r>
              <a:rPr i="1" lang="en-US"/>
              <a:t>,</a:t>
            </a:r>
            <a:r>
              <a:rPr lang="en-US"/>
              <a:t> </a:t>
            </a:r>
            <a:r>
              <a:rPr b="1" lang="en-US"/>
              <a:t> abort</a:t>
            </a:r>
            <a:r>
              <a:rPr lang="en-US"/>
              <a:t>&gt; record to the log</a:t>
            </a:r>
            <a:endParaRPr/>
          </a:p>
          <a:p>
            <a:pPr indent="-381000" lvl="0" marL="381000" rtl="0" algn="l">
              <a:spcBef>
                <a:spcPts val="700"/>
              </a:spcBef>
              <a:spcAft>
                <a:spcPts val="0"/>
              </a:spcAft>
              <a:buSzPts val="1800"/>
              <a:buFont typeface="Arial"/>
              <a:buNone/>
            </a:pPr>
            <a:r>
              <a:rPr lang="en-US"/>
              <a:t>Some points to note:</a:t>
            </a:r>
            <a:endParaRPr/>
          </a:p>
          <a:p>
            <a:pPr indent="-381000" lvl="0" marL="381000" rtl="0" algn="l">
              <a:spcBef>
                <a:spcPts val="700"/>
              </a:spcBef>
              <a:spcAft>
                <a:spcPts val="0"/>
              </a:spcAft>
              <a:buSzPts val="1800"/>
              <a:buChar char="●"/>
            </a:pPr>
            <a:r>
              <a:rPr lang="en-US"/>
              <a:t>Cases 3 and 4 above can occur only if the database crashes while a  transaction is being rolled back.</a:t>
            </a:r>
            <a:endParaRPr/>
          </a:p>
          <a:p>
            <a:pPr indent="-381000" lvl="0" marL="381000" rtl="0" algn="l">
              <a:spcBef>
                <a:spcPts val="700"/>
              </a:spcBef>
              <a:spcAft>
                <a:spcPts val="0"/>
              </a:spcAft>
              <a:buSzPts val="1800"/>
              <a:buChar char="●"/>
            </a:pPr>
            <a:r>
              <a:rPr lang="en-US"/>
              <a:t>Skipping of log records as in case 4 is important to prevent multiple rollback of the same operation.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3"/>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Techniques(Cont,)</a:t>
            </a:r>
            <a:endParaRPr/>
          </a:p>
        </p:txBody>
      </p:sp>
      <p:sp>
        <p:nvSpPr>
          <p:cNvPr id="467" name="Google Shape;467;p43"/>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Font typeface="Arial"/>
              <a:buNone/>
            </a:pPr>
            <a:r>
              <a:rPr lang="en-US"/>
              <a:t>The following actions are taken when recovering from  system crash</a:t>
            </a:r>
            <a:endParaRPr/>
          </a:p>
          <a:p>
            <a:pPr indent="-381000" lvl="0" marL="381000" rtl="0" algn="l">
              <a:spcBef>
                <a:spcPts val="700"/>
              </a:spcBef>
              <a:spcAft>
                <a:spcPts val="0"/>
              </a:spcAft>
              <a:buSzPts val="1800"/>
              <a:buFont typeface="Arial"/>
              <a:buAutoNum type="arabicPeriod"/>
            </a:pPr>
            <a:r>
              <a:rPr lang="en-US"/>
              <a:t>Scan log forward from last &lt; </a:t>
            </a:r>
            <a:r>
              <a:rPr b="1" lang="en-US"/>
              <a:t>checkpoint</a:t>
            </a:r>
            <a:r>
              <a:rPr i="1" lang="en-US"/>
              <a:t> L</a:t>
            </a:r>
            <a:r>
              <a:rPr lang="en-US"/>
              <a:t>&gt; record</a:t>
            </a:r>
            <a:endParaRPr/>
          </a:p>
          <a:p>
            <a:pPr indent="-342900" lvl="1" marL="800100" rtl="0" algn="l">
              <a:spcBef>
                <a:spcPts val="630"/>
              </a:spcBef>
              <a:spcAft>
                <a:spcPts val="0"/>
              </a:spcAft>
              <a:buSzPts val="1890"/>
              <a:buFont typeface="Arial"/>
              <a:buAutoNum type="arabicPeriod"/>
            </a:pPr>
            <a:r>
              <a:rPr b="1" lang="en-US">
                <a:solidFill>
                  <a:schemeClr val="dk2"/>
                </a:solidFill>
              </a:rPr>
              <a:t>Repeat history</a:t>
            </a:r>
            <a:r>
              <a:rPr lang="en-US"/>
              <a:t> by physically redoing all updates of  all transactions, </a:t>
            </a:r>
            <a:endParaRPr/>
          </a:p>
          <a:p>
            <a:pPr indent="-342900" lvl="1" marL="800100" rtl="0" algn="l">
              <a:spcBef>
                <a:spcPts val="630"/>
              </a:spcBef>
              <a:spcAft>
                <a:spcPts val="0"/>
              </a:spcAft>
              <a:buSzPts val="1890"/>
              <a:buFont typeface="Arial"/>
              <a:buAutoNum type="arabicPeriod"/>
            </a:pPr>
            <a:r>
              <a:rPr lang="en-US"/>
              <a:t>Create an undo-list during the scan as follows</a:t>
            </a:r>
            <a:endParaRPr/>
          </a:p>
          <a:p>
            <a:pPr indent="-342900" lvl="2" marL="1200150" rtl="0" algn="l">
              <a:spcBef>
                <a:spcPts val="630"/>
              </a:spcBef>
              <a:spcAft>
                <a:spcPts val="0"/>
              </a:spcAft>
              <a:buSzPts val="1530"/>
              <a:buChar char="⮚"/>
            </a:pPr>
            <a:r>
              <a:rPr i="1" lang="en-US"/>
              <a:t>undo-list</a:t>
            </a:r>
            <a:r>
              <a:rPr lang="en-US"/>
              <a:t> is set to </a:t>
            </a:r>
            <a:r>
              <a:rPr i="1" lang="en-US"/>
              <a:t>L</a:t>
            </a:r>
            <a:r>
              <a:rPr lang="en-US"/>
              <a:t> initially</a:t>
            </a:r>
            <a:endParaRPr/>
          </a:p>
          <a:p>
            <a:pPr indent="-342900" lvl="2" marL="1200150" rtl="0" algn="l">
              <a:spcBef>
                <a:spcPts val="630"/>
              </a:spcBef>
              <a:spcAft>
                <a:spcPts val="0"/>
              </a:spcAft>
              <a:buSzPts val="1530"/>
              <a:buChar char="⮚"/>
            </a:pPr>
            <a:r>
              <a:rPr lang="en-US"/>
              <a:t>Whenever &lt;</a:t>
            </a:r>
            <a:r>
              <a:rPr i="1" lang="en-US"/>
              <a:t>T</a:t>
            </a:r>
            <a:r>
              <a:rPr baseline="-25000" i="1" lang="en-US"/>
              <a:t>i</a:t>
            </a:r>
            <a:r>
              <a:rPr lang="en-US"/>
              <a:t> </a:t>
            </a:r>
            <a:r>
              <a:rPr b="1" lang="en-US"/>
              <a:t>start</a:t>
            </a:r>
            <a:r>
              <a:rPr lang="en-US"/>
              <a:t>&gt; is found </a:t>
            </a:r>
            <a:r>
              <a:rPr i="1" lang="en-US"/>
              <a:t>T</a:t>
            </a:r>
            <a:r>
              <a:rPr baseline="-25000" i="1" lang="en-US"/>
              <a:t>i</a:t>
            </a:r>
            <a:r>
              <a:rPr i="1" lang="en-US"/>
              <a:t> </a:t>
            </a:r>
            <a:r>
              <a:rPr lang="en-US"/>
              <a:t>is added to </a:t>
            </a:r>
            <a:r>
              <a:rPr i="1" lang="en-US"/>
              <a:t>undo-list</a:t>
            </a:r>
            <a:endParaRPr/>
          </a:p>
          <a:p>
            <a:pPr indent="-342900" lvl="2" marL="1200150" rtl="0" algn="l">
              <a:spcBef>
                <a:spcPts val="630"/>
              </a:spcBef>
              <a:spcAft>
                <a:spcPts val="0"/>
              </a:spcAft>
              <a:buSzPts val="1530"/>
              <a:buChar char="⮚"/>
            </a:pPr>
            <a:r>
              <a:rPr lang="en-US"/>
              <a:t>Whenever &lt;</a:t>
            </a:r>
            <a:r>
              <a:rPr i="1" lang="en-US"/>
              <a:t>T</a:t>
            </a:r>
            <a:r>
              <a:rPr baseline="-25000" lang="en-US"/>
              <a:t>i</a:t>
            </a:r>
            <a:r>
              <a:rPr lang="en-US"/>
              <a:t> </a:t>
            </a:r>
            <a:r>
              <a:rPr b="1" lang="en-US"/>
              <a:t>commit</a:t>
            </a:r>
            <a:r>
              <a:rPr lang="en-US"/>
              <a:t>&gt; or &lt;</a:t>
            </a:r>
            <a:r>
              <a:rPr i="1" lang="en-US"/>
              <a:t>T</a:t>
            </a:r>
            <a:r>
              <a:rPr baseline="-25000" i="1" lang="en-US"/>
              <a:t>i</a:t>
            </a:r>
            <a:r>
              <a:rPr lang="en-US"/>
              <a:t> </a:t>
            </a:r>
            <a:r>
              <a:rPr b="1" lang="en-US"/>
              <a:t>abort</a:t>
            </a:r>
            <a:r>
              <a:rPr lang="en-US"/>
              <a:t>&gt; is found, </a:t>
            </a:r>
            <a:r>
              <a:rPr i="1" lang="en-US"/>
              <a:t>T</a:t>
            </a:r>
            <a:r>
              <a:rPr baseline="-25000" i="1" lang="en-US"/>
              <a:t>i</a:t>
            </a:r>
            <a:r>
              <a:rPr lang="en-US"/>
              <a:t> is deleted from </a:t>
            </a:r>
            <a:r>
              <a:rPr i="1" lang="en-US"/>
              <a:t>undo-list</a:t>
            </a:r>
            <a:endParaRPr/>
          </a:p>
          <a:p>
            <a:pPr indent="-381000" lvl="0" marL="381000" rtl="0" algn="l">
              <a:spcBef>
                <a:spcPts val="700"/>
              </a:spcBef>
              <a:spcAft>
                <a:spcPts val="0"/>
              </a:spcAft>
              <a:buSzPts val="1800"/>
              <a:buFont typeface="Arial"/>
              <a:buNone/>
            </a:pPr>
            <a:r>
              <a:rPr lang="en-US"/>
              <a:t>	This brings database to state as of crash, with committed as well as uncommitted transactions having been redone.</a:t>
            </a:r>
            <a:endParaRPr/>
          </a:p>
          <a:p>
            <a:pPr indent="-381000" lvl="0" marL="381000" rtl="0" algn="l">
              <a:spcBef>
                <a:spcPts val="700"/>
              </a:spcBef>
              <a:spcAft>
                <a:spcPts val="0"/>
              </a:spcAft>
              <a:buSzPts val="1800"/>
              <a:buFont typeface="Arial"/>
              <a:buNone/>
            </a:pPr>
            <a:r>
              <a:rPr lang="en-US"/>
              <a:t>	Now </a:t>
            </a:r>
            <a:r>
              <a:rPr i="1" lang="en-US"/>
              <a:t> undo-list</a:t>
            </a:r>
            <a:r>
              <a:rPr lang="en-US"/>
              <a:t> contains transactions that are </a:t>
            </a:r>
            <a:r>
              <a:rPr b="1" lang="en-US">
                <a:solidFill>
                  <a:schemeClr val="dk2"/>
                </a:solidFill>
              </a:rPr>
              <a:t>incomplete</a:t>
            </a:r>
            <a:r>
              <a:rPr lang="en-US"/>
              <a:t>, that is, have neither committed nor been fully rolled back.</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4"/>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 (Cont.)</a:t>
            </a:r>
            <a:endParaRPr/>
          </a:p>
        </p:txBody>
      </p:sp>
      <p:sp>
        <p:nvSpPr>
          <p:cNvPr id="473" name="Google Shape;473;p44"/>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Font typeface="Arial"/>
              <a:buNone/>
            </a:pPr>
            <a:r>
              <a:rPr lang="en-US"/>
              <a:t>Recovery from system crash (cont.)</a:t>
            </a:r>
            <a:endParaRPr/>
          </a:p>
          <a:p>
            <a:pPr indent="-381000" lvl="0" marL="381000" rtl="0" algn="l">
              <a:spcBef>
                <a:spcPts val="700"/>
              </a:spcBef>
              <a:spcAft>
                <a:spcPts val="0"/>
              </a:spcAft>
              <a:buSzPts val="1800"/>
              <a:buFont typeface="Arial"/>
              <a:buAutoNum type="arabicPeriod" startAt="2"/>
            </a:pPr>
            <a:r>
              <a:rPr lang="en-US"/>
              <a:t>Scan log backwards, performing undo on log records of transactions found in</a:t>
            </a:r>
            <a:r>
              <a:rPr i="1" lang="en-US"/>
              <a:t> undo-list</a:t>
            </a:r>
            <a:r>
              <a:rPr lang="en-US"/>
              <a:t>.  </a:t>
            </a:r>
            <a:endParaRPr/>
          </a:p>
          <a:p>
            <a:pPr indent="-342900" lvl="1" marL="800100" rtl="0" algn="l">
              <a:spcBef>
                <a:spcPts val="630"/>
              </a:spcBef>
              <a:spcAft>
                <a:spcPts val="0"/>
              </a:spcAft>
              <a:buSzPts val="1890"/>
              <a:buChar char="★"/>
            </a:pPr>
            <a:r>
              <a:rPr lang="en-US"/>
              <a:t>Transactions are rolled back as described earlier.</a:t>
            </a:r>
            <a:endParaRPr/>
          </a:p>
          <a:p>
            <a:pPr indent="-342900" lvl="1" marL="800100" rtl="0" algn="l">
              <a:spcBef>
                <a:spcPts val="630"/>
              </a:spcBef>
              <a:spcAft>
                <a:spcPts val="0"/>
              </a:spcAft>
              <a:buSzPts val="1890"/>
              <a:buChar char="★"/>
            </a:pPr>
            <a:r>
              <a:rPr lang="en-US"/>
              <a:t>When &lt;</a:t>
            </a:r>
            <a:r>
              <a:rPr i="1" lang="en-US"/>
              <a:t>T</a:t>
            </a:r>
            <a:r>
              <a:rPr baseline="-25000" i="1" lang="en-US"/>
              <a:t>i</a:t>
            </a:r>
            <a:r>
              <a:rPr lang="en-US"/>
              <a:t> </a:t>
            </a:r>
            <a:r>
              <a:rPr b="1" lang="en-US"/>
              <a:t> start</a:t>
            </a:r>
            <a:r>
              <a:rPr lang="en-US"/>
              <a:t>&gt; is found for a transaction </a:t>
            </a:r>
            <a:r>
              <a:rPr i="1" lang="en-US"/>
              <a:t>T</a:t>
            </a:r>
            <a:r>
              <a:rPr baseline="-25000" lang="en-US"/>
              <a:t>i</a:t>
            </a:r>
            <a:r>
              <a:rPr lang="en-US"/>
              <a:t> in </a:t>
            </a:r>
            <a:r>
              <a:rPr i="1" lang="en-US"/>
              <a:t> undo-list</a:t>
            </a:r>
            <a:r>
              <a:rPr lang="en-US"/>
              <a:t>, write a &lt;</a:t>
            </a:r>
            <a:r>
              <a:rPr i="1" lang="en-US"/>
              <a:t>T</a:t>
            </a:r>
            <a:r>
              <a:rPr baseline="-25000" i="1" lang="en-US"/>
              <a:t>i</a:t>
            </a:r>
            <a:r>
              <a:rPr i="1" lang="en-US"/>
              <a:t> </a:t>
            </a:r>
            <a:r>
              <a:rPr b="1" lang="en-US"/>
              <a:t>abort</a:t>
            </a:r>
            <a:r>
              <a:rPr lang="en-US"/>
              <a:t>&gt; log record.</a:t>
            </a:r>
            <a:endParaRPr/>
          </a:p>
          <a:p>
            <a:pPr indent="-342900" lvl="1" marL="800100" rtl="0" algn="l">
              <a:spcBef>
                <a:spcPts val="630"/>
              </a:spcBef>
              <a:spcAft>
                <a:spcPts val="0"/>
              </a:spcAft>
              <a:buSzPts val="1890"/>
              <a:buChar char="★"/>
            </a:pPr>
            <a:r>
              <a:rPr lang="en-US"/>
              <a:t>Stop scan when &lt;</a:t>
            </a:r>
            <a:r>
              <a:rPr i="1" lang="en-US"/>
              <a:t>T</a:t>
            </a:r>
            <a:r>
              <a:rPr baseline="-25000" i="1" lang="en-US"/>
              <a:t>i</a:t>
            </a:r>
            <a:r>
              <a:rPr i="1" lang="en-US"/>
              <a:t> </a:t>
            </a:r>
            <a:r>
              <a:rPr b="1" lang="en-US"/>
              <a:t>start</a:t>
            </a:r>
            <a:r>
              <a:rPr lang="en-US"/>
              <a:t>&gt; records have been found for all </a:t>
            </a:r>
            <a:r>
              <a:rPr i="1" lang="en-US"/>
              <a:t>T</a:t>
            </a:r>
            <a:r>
              <a:rPr baseline="-25000" i="1" lang="en-US"/>
              <a:t>i</a:t>
            </a:r>
            <a:r>
              <a:rPr lang="en-US"/>
              <a:t> in </a:t>
            </a:r>
            <a:r>
              <a:rPr i="1" lang="en-US"/>
              <a:t> undo-list</a:t>
            </a:r>
            <a:endParaRPr/>
          </a:p>
          <a:p>
            <a:pPr indent="-381000" lvl="0" marL="381000" rtl="0" algn="l">
              <a:spcBef>
                <a:spcPts val="700"/>
              </a:spcBef>
              <a:spcAft>
                <a:spcPts val="0"/>
              </a:spcAft>
              <a:buSzPts val="1800"/>
              <a:buChar char="●"/>
            </a:pPr>
            <a:r>
              <a:rPr lang="en-US"/>
              <a:t>This undoes the effects of incomplete transactions (those with neither </a:t>
            </a:r>
            <a:r>
              <a:rPr b="1" lang="en-US"/>
              <a:t>commit</a:t>
            </a:r>
            <a:r>
              <a:rPr lang="en-US"/>
              <a:t> nor </a:t>
            </a:r>
            <a:r>
              <a:rPr b="1" lang="en-US"/>
              <a:t>abort</a:t>
            </a:r>
            <a:r>
              <a:rPr lang="en-US"/>
              <a:t> log records). Recovery is now complete.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5"/>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 (Cont.)</a:t>
            </a:r>
            <a:endParaRPr/>
          </a:p>
        </p:txBody>
      </p:sp>
      <p:sp>
        <p:nvSpPr>
          <p:cNvPr id="479" name="Google Shape;479;p45"/>
          <p:cNvSpPr txBox="1"/>
          <p:nvPr>
            <p:ph idx="4294967295"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Char char="●"/>
            </a:pPr>
            <a:r>
              <a:rPr b="1" lang="en-US"/>
              <a:t>Checkpointing</a:t>
            </a:r>
            <a:r>
              <a:rPr lang="en-US"/>
              <a:t> is done as follows:</a:t>
            </a:r>
            <a:endParaRPr/>
          </a:p>
          <a:p>
            <a:pPr indent="-342900" lvl="1" marL="800100" rtl="0" algn="l">
              <a:spcBef>
                <a:spcPts val="630"/>
              </a:spcBef>
              <a:spcAft>
                <a:spcPts val="0"/>
              </a:spcAft>
              <a:buSzPts val="1890"/>
              <a:buFont typeface="Arial"/>
              <a:buAutoNum type="arabicPeriod"/>
            </a:pPr>
            <a:r>
              <a:rPr lang="en-US"/>
              <a:t>Output all log records in memory to stable storage</a:t>
            </a:r>
            <a:endParaRPr/>
          </a:p>
          <a:p>
            <a:pPr indent="-342900" lvl="1" marL="800100" rtl="0" algn="l">
              <a:spcBef>
                <a:spcPts val="630"/>
              </a:spcBef>
              <a:spcAft>
                <a:spcPts val="0"/>
              </a:spcAft>
              <a:buSzPts val="1890"/>
              <a:buFont typeface="Arial"/>
              <a:buAutoNum type="arabicPeriod"/>
            </a:pPr>
            <a:r>
              <a:rPr lang="en-US"/>
              <a:t>Output to disk all modified buffer blocks</a:t>
            </a:r>
            <a:endParaRPr/>
          </a:p>
          <a:p>
            <a:pPr indent="-342900" lvl="1" marL="800100" rtl="0" algn="l">
              <a:spcBef>
                <a:spcPts val="630"/>
              </a:spcBef>
              <a:spcAft>
                <a:spcPts val="0"/>
              </a:spcAft>
              <a:buSzPts val="1890"/>
              <a:buFont typeface="Arial"/>
              <a:buAutoNum type="arabicPeriod"/>
            </a:pPr>
            <a:r>
              <a:rPr lang="en-US"/>
              <a:t>Output to log on stable storage a &lt;</a:t>
            </a:r>
            <a:r>
              <a:rPr b="1" lang="en-US"/>
              <a:t> checkpoint </a:t>
            </a:r>
            <a:r>
              <a:rPr i="1" lang="en-US"/>
              <a:t>L</a:t>
            </a:r>
            <a:r>
              <a:rPr lang="en-US"/>
              <a:t>&gt; record.</a:t>
            </a:r>
            <a:endParaRPr/>
          </a:p>
          <a:p>
            <a:pPr indent="-381000" lvl="0" marL="381000" rtl="0" algn="l">
              <a:spcBef>
                <a:spcPts val="700"/>
              </a:spcBef>
              <a:spcAft>
                <a:spcPts val="0"/>
              </a:spcAft>
              <a:buSzPts val="1800"/>
              <a:buFont typeface="Arial"/>
              <a:buNone/>
            </a:pPr>
            <a:r>
              <a:rPr lang="en-US"/>
              <a:t>   	Transactions are not allowed to perform any actions while checkpointing is in progress.</a:t>
            </a:r>
            <a:endParaRPr/>
          </a:p>
          <a:p>
            <a:pPr indent="-381000" lvl="0" marL="381000" rtl="0" algn="l">
              <a:spcBef>
                <a:spcPts val="700"/>
              </a:spcBef>
              <a:spcAft>
                <a:spcPts val="0"/>
              </a:spcAft>
              <a:buSzPts val="1800"/>
              <a:buChar char="●"/>
            </a:pPr>
            <a:r>
              <a:rPr lang="en-US"/>
              <a:t>Fuzzy checkpointing allows transactions to progress while the most time consuming parts of checkpointing are in progress</a:t>
            </a:r>
            <a:endParaRPr/>
          </a:p>
          <a:p>
            <a:pPr indent="-342900" lvl="1" marL="800100" rtl="0" algn="l">
              <a:spcBef>
                <a:spcPts val="630"/>
              </a:spcBef>
              <a:spcAft>
                <a:spcPts val="0"/>
              </a:spcAft>
              <a:buSzPts val="1890"/>
              <a:buChar char="★"/>
            </a:pPr>
            <a:r>
              <a:rPr lang="en-US"/>
              <a:t>Performed as described on next slide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6"/>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Advanced Recovery Techniques (Cont.)</a:t>
            </a:r>
            <a:endParaRPr/>
          </a:p>
        </p:txBody>
      </p:sp>
      <p:sp>
        <p:nvSpPr>
          <p:cNvPr id="485" name="Google Shape;485;p46"/>
          <p:cNvSpPr txBox="1"/>
          <p:nvPr>
            <p:ph idx="4294967295" type="body"/>
          </p:nvPr>
        </p:nvSpPr>
        <p:spPr>
          <a:xfrm>
            <a:off x="609600" y="838200"/>
            <a:ext cx="7912100" cy="54102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620"/>
              <a:buChar char="●"/>
            </a:pPr>
            <a:r>
              <a:rPr b="1" lang="en-US" sz="1800">
                <a:solidFill>
                  <a:schemeClr val="dk2"/>
                </a:solidFill>
              </a:rPr>
              <a:t>Fuzzy checkpointing</a:t>
            </a:r>
            <a:r>
              <a:rPr lang="en-US" sz="1800"/>
              <a:t> is done as follows:</a:t>
            </a:r>
            <a:endParaRPr/>
          </a:p>
          <a:p>
            <a:pPr indent="-342900" lvl="1" marL="800100" rtl="0" algn="l">
              <a:spcBef>
                <a:spcPts val="560"/>
              </a:spcBef>
              <a:spcAft>
                <a:spcPts val="0"/>
              </a:spcAft>
              <a:buSzPts val="1680"/>
              <a:buFont typeface="Arial"/>
              <a:buAutoNum type="arabicPeriod"/>
            </a:pPr>
            <a:r>
              <a:rPr lang="en-US" sz="1600"/>
              <a:t>Temporarily stop all updates by transactions</a:t>
            </a:r>
            <a:endParaRPr/>
          </a:p>
          <a:p>
            <a:pPr indent="-342900" lvl="1" marL="800100" rtl="0" algn="l">
              <a:spcBef>
                <a:spcPts val="560"/>
              </a:spcBef>
              <a:spcAft>
                <a:spcPts val="0"/>
              </a:spcAft>
              <a:buSzPts val="1680"/>
              <a:buFont typeface="Arial"/>
              <a:buAutoNum type="arabicPeriod"/>
            </a:pPr>
            <a:r>
              <a:rPr lang="en-US" sz="1600"/>
              <a:t>Write a &lt;</a:t>
            </a:r>
            <a:r>
              <a:rPr b="1" lang="en-US" sz="1600"/>
              <a:t>checkpoint</a:t>
            </a:r>
            <a:r>
              <a:rPr lang="en-US" sz="1600"/>
              <a:t> </a:t>
            </a:r>
            <a:r>
              <a:rPr i="1" lang="en-US" sz="1600"/>
              <a:t>L</a:t>
            </a:r>
            <a:r>
              <a:rPr lang="en-US" sz="1600"/>
              <a:t>&gt; log record and force log to stable storage</a:t>
            </a:r>
            <a:endParaRPr/>
          </a:p>
          <a:p>
            <a:pPr indent="-342900" lvl="1" marL="800100" rtl="0" algn="l">
              <a:spcBef>
                <a:spcPts val="560"/>
              </a:spcBef>
              <a:spcAft>
                <a:spcPts val="0"/>
              </a:spcAft>
              <a:buSzPts val="1680"/>
              <a:buFont typeface="Arial"/>
              <a:buAutoNum type="arabicPeriod"/>
            </a:pPr>
            <a:r>
              <a:rPr lang="en-US" sz="1600"/>
              <a:t>Note list </a:t>
            </a:r>
            <a:r>
              <a:rPr i="1" lang="en-US" sz="1600"/>
              <a:t>M</a:t>
            </a:r>
            <a:r>
              <a:rPr lang="en-US" sz="1600"/>
              <a:t> of modified buffer blocks</a:t>
            </a:r>
            <a:endParaRPr/>
          </a:p>
          <a:p>
            <a:pPr indent="-342900" lvl="1" marL="800100" rtl="0" algn="l">
              <a:spcBef>
                <a:spcPts val="560"/>
              </a:spcBef>
              <a:spcAft>
                <a:spcPts val="0"/>
              </a:spcAft>
              <a:buSzPts val="1680"/>
              <a:buFont typeface="Arial"/>
              <a:buAutoNum type="arabicPeriod"/>
            </a:pPr>
            <a:r>
              <a:rPr lang="en-US" sz="1600"/>
              <a:t>Now permit transactions to proceed with their actions</a:t>
            </a:r>
            <a:endParaRPr/>
          </a:p>
          <a:p>
            <a:pPr indent="-342900" lvl="1" marL="800100" rtl="0" algn="l">
              <a:spcBef>
                <a:spcPts val="560"/>
              </a:spcBef>
              <a:spcAft>
                <a:spcPts val="0"/>
              </a:spcAft>
              <a:buSzPts val="1680"/>
              <a:buFont typeface="Arial"/>
              <a:buAutoNum type="arabicPeriod"/>
            </a:pPr>
            <a:r>
              <a:rPr lang="en-US" sz="1600"/>
              <a:t>Output to disk all modified buffer blocks in list </a:t>
            </a:r>
            <a:r>
              <a:rPr i="1" lang="en-US" sz="1600"/>
              <a:t>M</a:t>
            </a:r>
            <a:endParaRPr sz="1600"/>
          </a:p>
          <a:p>
            <a:pPr indent="-342900" lvl="2" marL="1200150" rtl="0" algn="l">
              <a:spcBef>
                <a:spcPts val="560"/>
              </a:spcBef>
              <a:spcAft>
                <a:spcPts val="0"/>
              </a:spcAft>
              <a:buSzPts val="1360"/>
              <a:buFont typeface="Arial"/>
              <a:buChar char="●"/>
            </a:pPr>
            <a:r>
              <a:rPr lang="en-US" sz="1600"/>
              <a:t>blocks should not be updated while being output</a:t>
            </a:r>
            <a:endParaRPr/>
          </a:p>
          <a:p>
            <a:pPr indent="-342900" lvl="2" marL="1200150" rtl="0" algn="l">
              <a:spcBef>
                <a:spcPts val="560"/>
              </a:spcBef>
              <a:spcAft>
                <a:spcPts val="0"/>
              </a:spcAft>
              <a:buSzPts val="1360"/>
              <a:buFont typeface="Arial"/>
              <a:buChar char="●"/>
            </a:pPr>
            <a:r>
              <a:rPr lang="en-US" sz="1600"/>
              <a:t>Follow WAL: all log records pertaining to a block must be output before the block is output</a:t>
            </a:r>
            <a:endParaRPr/>
          </a:p>
          <a:p>
            <a:pPr indent="-342900" lvl="1" marL="800100" rtl="0" algn="l">
              <a:spcBef>
                <a:spcPts val="560"/>
              </a:spcBef>
              <a:spcAft>
                <a:spcPts val="0"/>
              </a:spcAft>
              <a:buSzPts val="1680"/>
              <a:buFont typeface="Arial"/>
              <a:buAutoNum type="arabicPeriod"/>
            </a:pPr>
            <a:r>
              <a:rPr lang="en-US" sz="1600"/>
              <a:t>Store a pointer to the </a:t>
            </a:r>
            <a:r>
              <a:rPr b="1" lang="en-US" sz="1600"/>
              <a:t>checkpoint</a:t>
            </a:r>
            <a:r>
              <a:rPr lang="en-US" sz="1600"/>
              <a:t> record in a fixed position </a:t>
            </a:r>
            <a:r>
              <a:rPr b="1" lang="en-US" sz="1600"/>
              <a:t>last</a:t>
            </a:r>
            <a:r>
              <a:rPr lang="en-US" sz="1600"/>
              <a:t>_</a:t>
            </a:r>
            <a:r>
              <a:rPr b="1" lang="en-US" sz="1600"/>
              <a:t>checkpoint</a:t>
            </a:r>
            <a:r>
              <a:rPr lang="en-US" sz="1600"/>
              <a:t> on disk</a:t>
            </a:r>
            <a:endParaRPr/>
          </a:p>
          <a:p>
            <a:pPr indent="-381000" lvl="0" marL="381000" rtl="0" algn="l">
              <a:spcBef>
                <a:spcPts val="630"/>
              </a:spcBef>
              <a:spcAft>
                <a:spcPts val="0"/>
              </a:spcAft>
              <a:buSzPts val="1620"/>
              <a:buChar char="●"/>
            </a:pPr>
            <a:r>
              <a:rPr lang="en-US" sz="1800"/>
              <a:t>When recovering using a fuzzy checkpoint, start scan from the </a:t>
            </a:r>
            <a:r>
              <a:rPr b="1" lang="en-US" sz="1800"/>
              <a:t>checkpoint</a:t>
            </a:r>
            <a:r>
              <a:rPr lang="en-US" sz="1800"/>
              <a:t> record pointed to by </a:t>
            </a:r>
            <a:r>
              <a:rPr b="1" lang="en-US" sz="1800"/>
              <a:t> last</a:t>
            </a:r>
            <a:r>
              <a:rPr lang="en-US" sz="1800"/>
              <a:t>_</a:t>
            </a:r>
            <a:r>
              <a:rPr b="1" lang="en-US" sz="1800"/>
              <a:t>checkpoint</a:t>
            </a:r>
            <a:endParaRPr/>
          </a:p>
          <a:p>
            <a:pPr indent="-342900" lvl="1" marL="800100" rtl="0" algn="l">
              <a:spcBef>
                <a:spcPts val="560"/>
              </a:spcBef>
              <a:spcAft>
                <a:spcPts val="0"/>
              </a:spcAft>
              <a:buSzPts val="1680"/>
              <a:buChar char="★"/>
            </a:pPr>
            <a:r>
              <a:rPr lang="en-US" sz="1600"/>
              <a:t>Log records before </a:t>
            </a:r>
            <a:r>
              <a:rPr b="1" lang="en-US" sz="1600"/>
              <a:t> last</a:t>
            </a:r>
            <a:r>
              <a:rPr lang="en-US" sz="1600"/>
              <a:t>_</a:t>
            </a:r>
            <a:r>
              <a:rPr b="1" lang="en-US" sz="1600"/>
              <a:t>checkpoint</a:t>
            </a:r>
            <a:r>
              <a:rPr lang="en-US" sz="1600"/>
              <a:t> have their updates reflected in database on disk, and need not be redone.</a:t>
            </a:r>
            <a:endParaRPr/>
          </a:p>
          <a:p>
            <a:pPr indent="-342900" lvl="1" marL="800100" rtl="0" algn="l">
              <a:spcBef>
                <a:spcPts val="560"/>
              </a:spcBef>
              <a:spcAft>
                <a:spcPts val="0"/>
              </a:spcAft>
              <a:buSzPts val="1680"/>
              <a:buChar char="★"/>
            </a:pPr>
            <a:r>
              <a:rPr lang="en-US" sz="1600"/>
              <a:t>Incomplete checkpoints, where system had crashed while performing </a:t>
            </a:r>
            <a:br>
              <a:rPr lang="en-US" sz="1600"/>
            </a:br>
            <a:r>
              <a:rPr lang="en-US" sz="1600"/>
              <a:t>checkpoint, are handled safely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7"/>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Recovery Algorithm</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8"/>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a:t>
            </a:r>
            <a:endParaRPr/>
          </a:p>
        </p:txBody>
      </p:sp>
      <p:sp>
        <p:nvSpPr>
          <p:cNvPr id="496" name="Google Shape;496;p48"/>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lnSpc>
                <a:spcPct val="90000"/>
              </a:lnSpc>
              <a:spcBef>
                <a:spcPts val="0"/>
              </a:spcBef>
              <a:spcAft>
                <a:spcPts val="0"/>
              </a:spcAft>
              <a:buSzPts val="1800"/>
              <a:buChar char="●"/>
            </a:pPr>
            <a:r>
              <a:rPr lang="en-US"/>
              <a:t>ARIES is a state of the art recovery method </a:t>
            </a:r>
            <a:endParaRPr/>
          </a:p>
          <a:p>
            <a:pPr indent="-342900" lvl="1" marL="800100" rtl="0" algn="l">
              <a:lnSpc>
                <a:spcPct val="90000"/>
              </a:lnSpc>
              <a:spcBef>
                <a:spcPts val="630"/>
              </a:spcBef>
              <a:spcAft>
                <a:spcPts val="0"/>
              </a:spcAft>
              <a:buSzPts val="1890"/>
              <a:buChar char="★"/>
            </a:pPr>
            <a:r>
              <a:rPr lang="en-US"/>
              <a:t>Incorporates numerous optimizations to reduce overheads during normal processing and to speed up recovery </a:t>
            </a:r>
            <a:endParaRPr/>
          </a:p>
          <a:p>
            <a:pPr indent="-342900" lvl="1" marL="800100" rtl="0" algn="l">
              <a:lnSpc>
                <a:spcPct val="90000"/>
              </a:lnSpc>
              <a:spcBef>
                <a:spcPts val="630"/>
              </a:spcBef>
              <a:spcAft>
                <a:spcPts val="0"/>
              </a:spcAft>
              <a:buSzPts val="1890"/>
              <a:buChar char="★"/>
            </a:pPr>
            <a:r>
              <a:rPr lang="en-US"/>
              <a:t>The “advanced recovery algorithm” we studied earlier is modeled after ARIES, but greatly simplified by removing optimizations</a:t>
            </a:r>
            <a:endParaRPr/>
          </a:p>
          <a:p>
            <a:pPr indent="-381000" lvl="0" marL="381000" rtl="0" algn="l">
              <a:lnSpc>
                <a:spcPct val="90000"/>
              </a:lnSpc>
              <a:spcBef>
                <a:spcPts val="700"/>
              </a:spcBef>
              <a:spcAft>
                <a:spcPts val="0"/>
              </a:spcAft>
              <a:buSzPts val="1800"/>
              <a:buChar char="●"/>
            </a:pPr>
            <a:r>
              <a:rPr lang="en-US"/>
              <a:t>Unlike the advanced recovery algorithm, ARIES </a:t>
            </a:r>
            <a:endParaRPr/>
          </a:p>
          <a:p>
            <a:pPr indent="-342900" lvl="1" marL="800100" rtl="0" algn="l">
              <a:lnSpc>
                <a:spcPct val="90000"/>
              </a:lnSpc>
              <a:spcBef>
                <a:spcPts val="630"/>
              </a:spcBef>
              <a:spcAft>
                <a:spcPts val="0"/>
              </a:spcAft>
              <a:buSzPts val="1890"/>
              <a:buFont typeface="Arial"/>
              <a:buAutoNum type="arabicPeriod"/>
            </a:pPr>
            <a:r>
              <a:rPr lang="en-US"/>
              <a:t>Uses </a:t>
            </a:r>
            <a:r>
              <a:rPr b="1" lang="en-US">
                <a:solidFill>
                  <a:schemeClr val="dk2"/>
                </a:solidFill>
              </a:rPr>
              <a:t>log sequence number (LSN)</a:t>
            </a:r>
            <a:r>
              <a:rPr lang="en-US"/>
              <a:t> to identify log records</a:t>
            </a:r>
            <a:endParaRPr/>
          </a:p>
          <a:p>
            <a:pPr indent="-342900" lvl="2" marL="1200150" rtl="0" algn="l">
              <a:lnSpc>
                <a:spcPct val="90000"/>
              </a:lnSpc>
              <a:spcBef>
                <a:spcPts val="630"/>
              </a:spcBef>
              <a:spcAft>
                <a:spcPts val="0"/>
              </a:spcAft>
              <a:buSzPts val="1530"/>
              <a:buChar char="⮚"/>
            </a:pPr>
            <a:r>
              <a:rPr lang="en-US"/>
              <a:t>Stores LSNs in pages to identify what updates have already been applied to a database page</a:t>
            </a:r>
            <a:endParaRPr/>
          </a:p>
          <a:p>
            <a:pPr indent="-342900" lvl="1" marL="800100" rtl="0" algn="l">
              <a:lnSpc>
                <a:spcPct val="90000"/>
              </a:lnSpc>
              <a:spcBef>
                <a:spcPts val="630"/>
              </a:spcBef>
              <a:spcAft>
                <a:spcPts val="0"/>
              </a:spcAft>
              <a:buSzPts val="1890"/>
              <a:buFont typeface="Arial"/>
              <a:buAutoNum type="arabicPeriod"/>
            </a:pPr>
            <a:r>
              <a:rPr lang="en-US"/>
              <a:t>Physiological redo</a:t>
            </a:r>
            <a:endParaRPr/>
          </a:p>
          <a:p>
            <a:pPr indent="-342900" lvl="1" marL="800100" rtl="0" algn="l">
              <a:lnSpc>
                <a:spcPct val="90000"/>
              </a:lnSpc>
              <a:spcBef>
                <a:spcPts val="630"/>
              </a:spcBef>
              <a:spcAft>
                <a:spcPts val="0"/>
              </a:spcAft>
              <a:buSzPts val="1890"/>
              <a:buFont typeface="Arial"/>
              <a:buAutoNum type="arabicPeriod"/>
            </a:pPr>
            <a:r>
              <a:rPr lang="en-US"/>
              <a:t>Dirty page table to avoid unnecessary redos during recovery</a:t>
            </a:r>
            <a:endParaRPr/>
          </a:p>
          <a:p>
            <a:pPr indent="-342900" lvl="1" marL="800100" rtl="0" algn="l">
              <a:lnSpc>
                <a:spcPct val="90000"/>
              </a:lnSpc>
              <a:spcBef>
                <a:spcPts val="630"/>
              </a:spcBef>
              <a:spcAft>
                <a:spcPts val="0"/>
              </a:spcAft>
              <a:buSzPts val="1890"/>
              <a:buFont typeface="Arial"/>
              <a:buAutoNum type="arabicPeriod"/>
            </a:pPr>
            <a:r>
              <a:rPr lang="en-US"/>
              <a:t>Fuzzy checkpointing that only records information about dirty pages, and does not require dirty pages to be written out at checkpoint time</a:t>
            </a:r>
            <a:endParaRPr/>
          </a:p>
          <a:p>
            <a:pPr indent="-342900" lvl="2" marL="1200150" rtl="0" algn="l">
              <a:lnSpc>
                <a:spcPct val="90000"/>
              </a:lnSpc>
              <a:spcBef>
                <a:spcPts val="630"/>
              </a:spcBef>
              <a:spcAft>
                <a:spcPts val="0"/>
              </a:spcAft>
              <a:buSzPts val="1530"/>
              <a:buChar char="⮚"/>
            </a:pPr>
            <a:r>
              <a:rPr lang="en-US"/>
              <a:t>More coming up on each of the above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9"/>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Optimizations</a:t>
            </a:r>
            <a:endParaRPr/>
          </a:p>
        </p:txBody>
      </p:sp>
      <p:sp>
        <p:nvSpPr>
          <p:cNvPr id="502" name="Google Shape;502;p49"/>
          <p:cNvSpPr txBox="1"/>
          <p:nvPr>
            <p:ph idx="1" type="body"/>
          </p:nvPr>
        </p:nvSpPr>
        <p:spPr>
          <a:xfrm>
            <a:off x="546100" y="1054100"/>
            <a:ext cx="8001000" cy="5219700"/>
          </a:xfrm>
          <a:prstGeom prst="rect">
            <a:avLst/>
          </a:prstGeom>
          <a:noFill/>
          <a:ln>
            <a:noFill/>
          </a:ln>
        </p:spPr>
        <p:txBody>
          <a:bodyPr anchorCtr="0" anchor="t" bIns="45700" lIns="91425" spcFirstLastPara="1" rIns="91425" wrap="square" tIns="45700">
            <a:noAutofit/>
          </a:bodyPr>
          <a:lstStyle/>
          <a:p>
            <a:pPr indent="-381000" lvl="0" marL="381000" rtl="0" algn="l">
              <a:lnSpc>
                <a:spcPct val="90000"/>
              </a:lnSpc>
              <a:spcBef>
                <a:spcPts val="0"/>
              </a:spcBef>
              <a:spcAft>
                <a:spcPts val="0"/>
              </a:spcAft>
              <a:buSzPts val="1800"/>
              <a:buChar char="●"/>
            </a:pPr>
            <a:r>
              <a:rPr b="1" lang="en-US">
                <a:solidFill>
                  <a:schemeClr val="dk2"/>
                </a:solidFill>
              </a:rPr>
              <a:t>Physiological redo</a:t>
            </a:r>
            <a:endParaRPr/>
          </a:p>
          <a:p>
            <a:pPr indent="-342900" lvl="1" marL="800100" rtl="0" algn="l">
              <a:lnSpc>
                <a:spcPct val="90000"/>
              </a:lnSpc>
              <a:spcBef>
                <a:spcPts val="630"/>
              </a:spcBef>
              <a:spcAft>
                <a:spcPts val="0"/>
              </a:spcAft>
              <a:buSzPts val="1890"/>
              <a:buChar char="★"/>
            </a:pPr>
            <a:r>
              <a:rPr lang="en-US"/>
              <a:t>Affected page is physically identified, action within page can be logical</a:t>
            </a:r>
            <a:endParaRPr/>
          </a:p>
          <a:p>
            <a:pPr indent="-342900" lvl="2" marL="1200150" rtl="0" algn="l">
              <a:lnSpc>
                <a:spcPct val="90000"/>
              </a:lnSpc>
              <a:spcBef>
                <a:spcPts val="630"/>
              </a:spcBef>
              <a:spcAft>
                <a:spcPts val="0"/>
              </a:spcAft>
              <a:buSzPts val="1530"/>
              <a:buChar char="⮚"/>
            </a:pPr>
            <a:r>
              <a:rPr lang="en-US"/>
              <a:t>Used to reduce logging overheads</a:t>
            </a:r>
            <a:endParaRPr/>
          </a:p>
          <a:p>
            <a:pPr indent="-342900" lvl="3" marL="1543050" rtl="0" algn="l">
              <a:lnSpc>
                <a:spcPct val="90000"/>
              </a:lnSpc>
              <a:spcBef>
                <a:spcPts val="630"/>
              </a:spcBef>
              <a:spcAft>
                <a:spcPts val="0"/>
              </a:spcAft>
              <a:buSzPts val="1800"/>
              <a:buFont typeface="Helvetica Neue"/>
              <a:buChar char="–"/>
            </a:pPr>
            <a:r>
              <a:rPr lang="en-US"/>
              <a:t> e.g. when a record is deleted and all other records have to be moved to fill hole</a:t>
            </a:r>
            <a:endParaRPr/>
          </a:p>
          <a:p>
            <a:pPr indent="-342900" lvl="4" marL="1885950" rtl="0" algn="l">
              <a:lnSpc>
                <a:spcPct val="90000"/>
              </a:lnSpc>
              <a:spcBef>
                <a:spcPts val="630"/>
              </a:spcBef>
              <a:spcAft>
                <a:spcPts val="0"/>
              </a:spcAft>
              <a:buSzPts val="1800"/>
              <a:buFont typeface="Helvetica Neue"/>
              <a:buChar char="»"/>
            </a:pPr>
            <a:r>
              <a:rPr lang="en-US"/>
              <a:t>Physiological redo can log just the record deletion </a:t>
            </a:r>
            <a:endParaRPr/>
          </a:p>
          <a:p>
            <a:pPr indent="-342900" lvl="4" marL="1885950" rtl="0" algn="l">
              <a:lnSpc>
                <a:spcPct val="90000"/>
              </a:lnSpc>
              <a:spcBef>
                <a:spcPts val="630"/>
              </a:spcBef>
              <a:spcAft>
                <a:spcPts val="0"/>
              </a:spcAft>
              <a:buSzPts val="1800"/>
              <a:buFont typeface="Helvetica Neue"/>
              <a:buChar char="»"/>
            </a:pPr>
            <a:r>
              <a:rPr lang="en-US"/>
              <a:t>Physical redo would require logging of old and new values for much of the page</a:t>
            </a:r>
            <a:endParaRPr/>
          </a:p>
          <a:p>
            <a:pPr indent="-342900" lvl="2" marL="1200150" rtl="0" algn="l">
              <a:lnSpc>
                <a:spcPct val="90000"/>
              </a:lnSpc>
              <a:spcBef>
                <a:spcPts val="630"/>
              </a:spcBef>
              <a:spcAft>
                <a:spcPts val="0"/>
              </a:spcAft>
              <a:buSzPts val="1530"/>
              <a:buChar char="⮚"/>
            </a:pPr>
            <a:r>
              <a:rPr lang="en-US"/>
              <a:t>Requires page to be output to disk atomically</a:t>
            </a:r>
            <a:endParaRPr/>
          </a:p>
          <a:p>
            <a:pPr indent="-342900" lvl="3" marL="1543050" rtl="0" algn="l">
              <a:lnSpc>
                <a:spcPct val="90000"/>
              </a:lnSpc>
              <a:spcBef>
                <a:spcPts val="630"/>
              </a:spcBef>
              <a:spcAft>
                <a:spcPts val="0"/>
              </a:spcAft>
              <a:buSzPts val="1800"/>
              <a:buFont typeface="Helvetica Neue"/>
              <a:buChar char="–"/>
            </a:pPr>
            <a:r>
              <a:rPr lang="en-US"/>
              <a:t>Easy to achieve with hardware RAID, also supported by some disk systems</a:t>
            </a:r>
            <a:endParaRPr/>
          </a:p>
          <a:p>
            <a:pPr indent="-342900" lvl="3" marL="1543050" rtl="0" algn="l">
              <a:lnSpc>
                <a:spcPct val="90000"/>
              </a:lnSpc>
              <a:spcBef>
                <a:spcPts val="630"/>
              </a:spcBef>
              <a:spcAft>
                <a:spcPts val="0"/>
              </a:spcAft>
              <a:buSzPts val="1800"/>
              <a:buFont typeface="Helvetica Neue"/>
              <a:buChar char="–"/>
            </a:pPr>
            <a:r>
              <a:rPr lang="en-US"/>
              <a:t>Incomplete page output can be detected by checksum techniques, </a:t>
            </a:r>
            <a:endParaRPr/>
          </a:p>
          <a:p>
            <a:pPr indent="-342900" lvl="4" marL="1885950" rtl="0" algn="l">
              <a:lnSpc>
                <a:spcPct val="90000"/>
              </a:lnSpc>
              <a:spcBef>
                <a:spcPts val="630"/>
              </a:spcBef>
              <a:spcAft>
                <a:spcPts val="0"/>
              </a:spcAft>
              <a:buSzPts val="1800"/>
              <a:buFont typeface="Helvetica Neue"/>
              <a:buChar char="»"/>
            </a:pPr>
            <a:r>
              <a:rPr lang="en-US"/>
              <a:t>But extra actions are required for recovery </a:t>
            </a:r>
            <a:endParaRPr/>
          </a:p>
          <a:p>
            <a:pPr indent="-342900" lvl="4" marL="1885950" rtl="0" algn="l">
              <a:lnSpc>
                <a:spcPct val="90000"/>
              </a:lnSpc>
              <a:spcBef>
                <a:spcPts val="630"/>
              </a:spcBef>
              <a:spcAft>
                <a:spcPts val="0"/>
              </a:spcAft>
              <a:buSzPts val="1800"/>
              <a:buFont typeface="Helvetica Neue"/>
              <a:buChar char="»"/>
            </a:pPr>
            <a:r>
              <a:rPr lang="en-US"/>
              <a:t>Treated as a media failure</a:t>
            </a:r>
            <a:endParaRPr/>
          </a:p>
          <a:p>
            <a:pPr indent="-266700" lvl="0" marL="381000" rtl="0" algn="l">
              <a:lnSpc>
                <a:spcPct val="90000"/>
              </a:lnSpc>
              <a:spcBef>
                <a:spcPts val="700"/>
              </a:spcBef>
              <a:spcAft>
                <a:spcPts val="0"/>
              </a:spcAft>
              <a:buSzPts val="1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0"/>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Data Structures</a:t>
            </a:r>
            <a:endParaRPr/>
          </a:p>
        </p:txBody>
      </p:sp>
      <p:sp>
        <p:nvSpPr>
          <p:cNvPr id="508" name="Google Shape;508;p50"/>
          <p:cNvSpPr txBox="1"/>
          <p:nvPr>
            <p:ph idx="1" type="body"/>
          </p:nvPr>
        </p:nvSpPr>
        <p:spPr>
          <a:xfrm>
            <a:off x="469900" y="939800"/>
            <a:ext cx="8166100" cy="55753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Log sequence number (LSN) identifies each log record</a:t>
            </a:r>
            <a:endParaRPr/>
          </a:p>
          <a:p>
            <a:pPr indent="-285750" lvl="1" marL="742950" rtl="0" algn="l">
              <a:lnSpc>
                <a:spcPct val="90000"/>
              </a:lnSpc>
              <a:spcBef>
                <a:spcPts val="630"/>
              </a:spcBef>
              <a:spcAft>
                <a:spcPts val="0"/>
              </a:spcAft>
              <a:buSzPts val="1890"/>
              <a:buChar char="★"/>
            </a:pPr>
            <a:r>
              <a:rPr lang="en-US"/>
              <a:t>Must be sequentially increasing</a:t>
            </a:r>
            <a:endParaRPr/>
          </a:p>
          <a:p>
            <a:pPr indent="-285750" lvl="1" marL="742950" rtl="0" algn="l">
              <a:lnSpc>
                <a:spcPct val="90000"/>
              </a:lnSpc>
              <a:spcBef>
                <a:spcPts val="630"/>
              </a:spcBef>
              <a:spcAft>
                <a:spcPts val="0"/>
              </a:spcAft>
              <a:buSzPts val="1890"/>
              <a:buChar char="★"/>
            </a:pPr>
            <a:r>
              <a:rPr lang="en-US"/>
              <a:t>Typically an offset from beginning of log file to allow fast access</a:t>
            </a:r>
            <a:endParaRPr/>
          </a:p>
          <a:p>
            <a:pPr indent="-228600" lvl="2" marL="1085850" rtl="0" algn="l">
              <a:lnSpc>
                <a:spcPct val="90000"/>
              </a:lnSpc>
              <a:spcBef>
                <a:spcPts val="630"/>
              </a:spcBef>
              <a:spcAft>
                <a:spcPts val="0"/>
              </a:spcAft>
              <a:buSzPts val="1530"/>
              <a:buChar char="⮚"/>
            </a:pPr>
            <a:r>
              <a:rPr lang="en-US"/>
              <a:t>Easily extended to handle multiple log files</a:t>
            </a:r>
            <a:endParaRPr/>
          </a:p>
          <a:p>
            <a:pPr indent="-342900" lvl="0" marL="342900" rtl="0" algn="l">
              <a:lnSpc>
                <a:spcPct val="90000"/>
              </a:lnSpc>
              <a:spcBef>
                <a:spcPts val="700"/>
              </a:spcBef>
              <a:spcAft>
                <a:spcPts val="0"/>
              </a:spcAft>
              <a:buSzPts val="1800"/>
              <a:buChar char="●"/>
            </a:pPr>
            <a:r>
              <a:rPr lang="en-US"/>
              <a:t>Each page contains a </a:t>
            </a:r>
            <a:r>
              <a:rPr b="1" lang="en-US">
                <a:solidFill>
                  <a:schemeClr val="dk2"/>
                </a:solidFill>
              </a:rPr>
              <a:t>PageLSN</a:t>
            </a:r>
            <a:r>
              <a:rPr lang="en-US"/>
              <a:t> which is the LSN of the last log record whose effects are reflected on the page</a:t>
            </a:r>
            <a:endParaRPr/>
          </a:p>
          <a:p>
            <a:pPr indent="-285750" lvl="1" marL="742950" rtl="0" algn="l">
              <a:lnSpc>
                <a:spcPct val="90000"/>
              </a:lnSpc>
              <a:spcBef>
                <a:spcPts val="630"/>
              </a:spcBef>
              <a:spcAft>
                <a:spcPts val="0"/>
              </a:spcAft>
              <a:buSzPts val="1890"/>
              <a:buChar char="★"/>
            </a:pPr>
            <a:r>
              <a:rPr lang="en-US"/>
              <a:t>To update a page:</a:t>
            </a:r>
            <a:endParaRPr/>
          </a:p>
          <a:p>
            <a:pPr indent="-228600" lvl="2" marL="1085850" rtl="0" algn="l">
              <a:lnSpc>
                <a:spcPct val="90000"/>
              </a:lnSpc>
              <a:spcBef>
                <a:spcPts val="630"/>
              </a:spcBef>
              <a:spcAft>
                <a:spcPts val="0"/>
              </a:spcAft>
              <a:buSzPts val="1530"/>
              <a:buChar char="⮚"/>
            </a:pPr>
            <a:r>
              <a:rPr lang="en-US"/>
              <a:t>X-latch the pag, and write the log record </a:t>
            </a:r>
            <a:endParaRPr/>
          </a:p>
          <a:p>
            <a:pPr indent="-228600" lvl="2" marL="1085850" rtl="0" algn="l">
              <a:lnSpc>
                <a:spcPct val="90000"/>
              </a:lnSpc>
              <a:spcBef>
                <a:spcPts val="630"/>
              </a:spcBef>
              <a:spcAft>
                <a:spcPts val="0"/>
              </a:spcAft>
              <a:buSzPts val="1530"/>
              <a:buChar char="⮚"/>
            </a:pPr>
            <a:r>
              <a:rPr lang="en-US"/>
              <a:t>Update the page</a:t>
            </a:r>
            <a:endParaRPr/>
          </a:p>
          <a:p>
            <a:pPr indent="-228600" lvl="2" marL="1085850" rtl="0" algn="l">
              <a:lnSpc>
                <a:spcPct val="90000"/>
              </a:lnSpc>
              <a:spcBef>
                <a:spcPts val="630"/>
              </a:spcBef>
              <a:spcAft>
                <a:spcPts val="0"/>
              </a:spcAft>
              <a:buSzPts val="1530"/>
              <a:buChar char="⮚"/>
            </a:pPr>
            <a:r>
              <a:rPr lang="en-US"/>
              <a:t>Record the LSN of the log record in PageLSN</a:t>
            </a:r>
            <a:endParaRPr/>
          </a:p>
          <a:p>
            <a:pPr indent="-228600" lvl="2" marL="1085850" rtl="0" algn="l">
              <a:lnSpc>
                <a:spcPct val="90000"/>
              </a:lnSpc>
              <a:spcBef>
                <a:spcPts val="630"/>
              </a:spcBef>
              <a:spcAft>
                <a:spcPts val="0"/>
              </a:spcAft>
              <a:buSzPts val="1530"/>
              <a:buChar char="⮚"/>
            </a:pPr>
            <a:r>
              <a:rPr lang="en-US"/>
              <a:t>Unlock page</a:t>
            </a:r>
            <a:endParaRPr/>
          </a:p>
          <a:p>
            <a:pPr indent="-285750" lvl="1" marL="742950" rtl="0" algn="l">
              <a:lnSpc>
                <a:spcPct val="90000"/>
              </a:lnSpc>
              <a:spcBef>
                <a:spcPts val="630"/>
              </a:spcBef>
              <a:spcAft>
                <a:spcPts val="0"/>
              </a:spcAft>
              <a:buSzPts val="1890"/>
              <a:buChar char="★"/>
            </a:pPr>
            <a:r>
              <a:rPr lang="en-US"/>
              <a:t>Page flush to disk S-latches page</a:t>
            </a:r>
            <a:endParaRPr/>
          </a:p>
          <a:p>
            <a:pPr indent="-228600" lvl="2" marL="1085850" rtl="0" algn="l">
              <a:lnSpc>
                <a:spcPct val="90000"/>
              </a:lnSpc>
              <a:spcBef>
                <a:spcPts val="630"/>
              </a:spcBef>
              <a:spcAft>
                <a:spcPts val="0"/>
              </a:spcAft>
              <a:buSzPts val="1530"/>
              <a:buChar char="⮚"/>
            </a:pPr>
            <a:r>
              <a:rPr lang="en-US"/>
              <a:t>Thus page state on disk is operation consistent</a:t>
            </a:r>
            <a:endParaRPr/>
          </a:p>
          <a:p>
            <a:pPr indent="-228600" lvl="3" marL="1428750" rtl="0" algn="l">
              <a:lnSpc>
                <a:spcPct val="90000"/>
              </a:lnSpc>
              <a:spcBef>
                <a:spcPts val="630"/>
              </a:spcBef>
              <a:spcAft>
                <a:spcPts val="0"/>
              </a:spcAft>
              <a:buSzPts val="1800"/>
              <a:buFont typeface="Helvetica Neue"/>
              <a:buChar char="–"/>
            </a:pPr>
            <a:r>
              <a:rPr lang="en-US"/>
              <a:t>Required to support physiological redo</a:t>
            </a:r>
            <a:endParaRPr/>
          </a:p>
          <a:p>
            <a:pPr indent="-285750" lvl="1" marL="742950" rtl="0" algn="l">
              <a:lnSpc>
                <a:spcPct val="90000"/>
              </a:lnSpc>
              <a:spcBef>
                <a:spcPts val="630"/>
              </a:spcBef>
              <a:spcAft>
                <a:spcPts val="0"/>
              </a:spcAft>
              <a:buSzPts val="1890"/>
              <a:buChar char="★"/>
            </a:pPr>
            <a:r>
              <a:rPr lang="en-US"/>
              <a:t>PageLSN is used during recovery to prevent repeated redo </a:t>
            </a:r>
            <a:endParaRPr/>
          </a:p>
          <a:p>
            <a:pPr indent="-228600" lvl="2" marL="1085850" rtl="0" algn="l">
              <a:lnSpc>
                <a:spcPct val="90000"/>
              </a:lnSpc>
              <a:spcBef>
                <a:spcPts val="630"/>
              </a:spcBef>
              <a:spcAft>
                <a:spcPts val="0"/>
              </a:spcAft>
              <a:buSzPts val="1530"/>
              <a:buChar char="⮚"/>
            </a:pPr>
            <a:r>
              <a:rPr lang="en-US"/>
              <a:t>Thus ensuring idempotence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1"/>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Data Structures (Cont.)</a:t>
            </a:r>
            <a:endParaRPr/>
          </a:p>
        </p:txBody>
      </p:sp>
      <p:sp>
        <p:nvSpPr>
          <p:cNvPr id="514" name="Google Shape;514;p51"/>
          <p:cNvSpPr txBox="1"/>
          <p:nvPr>
            <p:ph idx="1" type="body"/>
          </p:nvPr>
        </p:nvSpPr>
        <p:spPr>
          <a:xfrm>
            <a:off x="558800" y="1181100"/>
            <a:ext cx="8051800" cy="4902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Each log record contains LSN of previous log record of the same transaction</a:t>
            </a:r>
            <a:br>
              <a:rPr lang="en-US"/>
            </a:br>
            <a:br>
              <a:rPr lang="en-US"/>
            </a:br>
            <a:endParaRPr/>
          </a:p>
          <a:p>
            <a:pPr indent="-285750" lvl="1" marL="742950" rtl="0" algn="l">
              <a:spcBef>
                <a:spcPts val="630"/>
              </a:spcBef>
              <a:spcAft>
                <a:spcPts val="0"/>
              </a:spcAft>
              <a:buSzPts val="1890"/>
              <a:buChar char="★"/>
            </a:pPr>
            <a:r>
              <a:rPr lang="en-US"/>
              <a:t>LSN in log record may be implicit</a:t>
            </a:r>
            <a:endParaRPr/>
          </a:p>
          <a:p>
            <a:pPr indent="-342900" lvl="0" marL="342900" rtl="0" algn="l">
              <a:spcBef>
                <a:spcPts val="700"/>
              </a:spcBef>
              <a:spcAft>
                <a:spcPts val="0"/>
              </a:spcAft>
              <a:buSzPts val="1800"/>
              <a:buChar char="●"/>
            </a:pPr>
            <a:r>
              <a:rPr lang="en-US"/>
              <a:t>Special redo-only log record called </a:t>
            </a:r>
            <a:r>
              <a:rPr b="1" lang="en-US">
                <a:solidFill>
                  <a:schemeClr val="dk2"/>
                </a:solidFill>
              </a:rPr>
              <a:t>compensation log record (CLR) </a:t>
            </a:r>
            <a:r>
              <a:rPr lang="en-US"/>
              <a:t>used to log actions taken during recovery that never need to be undone</a:t>
            </a:r>
            <a:endParaRPr/>
          </a:p>
          <a:p>
            <a:pPr indent="-285750" lvl="1" marL="742950" rtl="0" algn="l">
              <a:spcBef>
                <a:spcPts val="630"/>
              </a:spcBef>
              <a:spcAft>
                <a:spcPts val="0"/>
              </a:spcAft>
              <a:buSzPts val="1890"/>
              <a:buChar char="★"/>
            </a:pPr>
            <a:r>
              <a:rPr lang="en-US"/>
              <a:t>Also serve the role of operation-abort log records used in advanced recovery algorithm</a:t>
            </a:r>
            <a:endParaRPr/>
          </a:p>
          <a:p>
            <a:pPr indent="-285750" lvl="1" marL="742950" rtl="0" algn="l">
              <a:spcBef>
                <a:spcPts val="630"/>
              </a:spcBef>
              <a:spcAft>
                <a:spcPts val="0"/>
              </a:spcAft>
              <a:buSzPts val="1890"/>
              <a:buChar char="★"/>
            </a:pPr>
            <a:r>
              <a:rPr lang="en-US"/>
              <a:t>Have a field UndoNextLSN to note next (earlier) record to be undone</a:t>
            </a:r>
            <a:endParaRPr/>
          </a:p>
          <a:p>
            <a:pPr indent="-228600" lvl="2" marL="1085850" rtl="0" algn="l">
              <a:spcBef>
                <a:spcPts val="630"/>
              </a:spcBef>
              <a:spcAft>
                <a:spcPts val="0"/>
              </a:spcAft>
              <a:buSzPts val="1530"/>
              <a:buChar char="⮚"/>
            </a:pPr>
            <a:r>
              <a:rPr lang="en-US"/>
              <a:t>Records in between would have already been undone</a:t>
            </a:r>
            <a:endParaRPr/>
          </a:p>
          <a:p>
            <a:pPr indent="-228600" lvl="2" marL="1085850" rtl="0" algn="l">
              <a:spcBef>
                <a:spcPts val="630"/>
              </a:spcBef>
              <a:spcAft>
                <a:spcPts val="0"/>
              </a:spcAft>
              <a:buSzPts val="1530"/>
              <a:buChar char="⮚"/>
            </a:pPr>
            <a:r>
              <a:rPr lang="en-US"/>
              <a:t>Required to avoid repeated undo of already undone actions</a:t>
            </a:r>
            <a:endParaRPr/>
          </a:p>
        </p:txBody>
      </p:sp>
      <p:sp>
        <p:nvSpPr>
          <p:cNvPr id="515" name="Google Shape;515;p51"/>
          <p:cNvSpPr txBox="1"/>
          <p:nvPr/>
        </p:nvSpPr>
        <p:spPr>
          <a:xfrm>
            <a:off x="2130425" y="1971675"/>
            <a:ext cx="6103938" cy="46672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LSN TransId   PrevLSN    RedoInfo    UndoInfo</a:t>
            </a:r>
            <a:endParaRPr/>
          </a:p>
        </p:txBody>
      </p:sp>
      <p:sp>
        <p:nvSpPr>
          <p:cNvPr id="516" name="Google Shape;516;p51"/>
          <p:cNvSpPr/>
          <p:nvPr/>
        </p:nvSpPr>
        <p:spPr>
          <a:xfrm>
            <a:off x="2341563" y="5694363"/>
            <a:ext cx="4735512" cy="4064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LSN  TransID  UndoNextLSN   RedoInfo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2"/>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Data Structures (Cont.)</a:t>
            </a:r>
            <a:endParaRPr/>
          </a:p>
        </p:txBody>
      </p:sp>
      <p:sp>
        <p:nvSpPr>
          <p:cNvPr id="522" name="Google Shape;522;p52"/>
          <p:cNvSpPr txBox="1"/>
          <p:nvPr>
            <p:ph idx="1" type="body"/>
          </p:nvPr>
        </p:nvSpPr>
        <p:spPr>
          <a:xfrm>
            <a:off x="457200" y="977900"/>
            <a:ext cx="7962900" cy="5232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b="1" lang="en-US">
                <a:solidFill>
                  <a:schemeClr val="dk2"/>
                </a:solidFill>
              </a:rPr>
              <a:t>DirtyPageTable</a:t>
            </a:r>
            <a:endParaRPr/>
          </a:p>
          <a:p>
            <a:pPr indent="-285750" lvl="1" marL="742950" rtl="0" algn="l">
              <a:lnSpc>
                <a:spcPct val="90000"/>
              </a:lnSpc>
              <a:spcBef>
                <a:spcPts val="630"/>
              </a:spcBef>
              <a:spcAft>
                <a:spcPts val="0"/>
              </a:spcAft>
              <a:buSzPts val="1890"/>
              <a:buChar char="★"/>
            </a:pPr>
            <a:r>
              <a:rPr lang="en-US"/>
              <a:t>List of pages in the buffer that have been updated</a:t>
            </a:r>
            <a:endParaRPr/>
          </a:p>
          <a:p>
            <a:pPr indent="-285750" lvl="1" marL="742950" rtl="0" algn="l">
              <a:lnSpc>
                <a:spcPct val="90000"/>
              </a:lnSpc>
              <a:spcBef>
                <a:spcPts val="630"/>
              </a:spcBef>
              <a:spcAft>
                <a:spcPts val="0"/>
              </a:spcAft>
              <a:buSzPts val="1890"/>
              <a:buChar char="★"/>
            </a:pPr>
            <a:r>
              <a:rPr lang="en-US"/>
              <a:t>Contains, for each such page</a:t>
            </a:r>
            <a:endParaRPr/>
          </a:p>
          <a:p>
            <a:pPr indent="-228600" lvl="2" marL="1085850" rtl="0" algn="l">
              <a:lnSpc>
                <a:spcPct val="90000"/>
              </a:lnSpc>
              <a:spcBef>
                <a:spcPts val="630"/>
              </a:spcBef>
              <a:spcAft>
                <a:spcPts val="0"/>
              </a:spcAft>
              <a:buSzPts val="1530"/>
              <a:buChar char="⮚"/>
            </a:pPr>
            <a:r>
              <a:rPr b="1" lang="en-US">
                <a:solidFill>
                  <a:schemeClr val="dk2"/>
                </a:solidFill>
              </a:rPr>
              <a:t>PageLSN</a:t>
            </a:r>
            <a:r>
              <a:rPr lang="en-US"/>
              <a:t> of the page</a:t>
            </a:r>
            <a:endParaRPr/>
          </a:p>
          <a:p>
            <a:pPr indent="-228600" lvl="2" marL="1085850" rtl="0" algn="l">
              <a:lnSpc>
                <a:spcPct val="90000"/>
              </a:lnSpc>
              <a:spcBef>
                <a:spcPts val="630"/>
              </a:spcBef>
              <a:spcAft>
                <a:spcPts val="0"/>
              </a:spcAft>
              <a:buSzPts val="1530"/>
              <a:buChar char="⮚"/>
            </a:pPr>
            <a:r>
              <a:rPr b="1" lang="en-US">
                <a:solidFill>
                  <a:schemeClr val="dk2"/>
                </a:solidFill>
              </a:rPr>
              <a:t>RecLSN </a:t>
            </a:r>
            <a:r>
              <a:rPr lang="en-US"/>
              <a:t>is an LSN such that log records before this LSN have already been applied to the page version on disk</a:t>
            </a:r>
            <a:endParaRPr/>
          </a:p>
          <a:p>
            <a:pPr indent="-228600" lvl="3" marL="1428750" rtl="0" algn="l">
              <a:lnSpc>
                <a:spcPct val="90000"/>
              </a:lnSpc>
              <a:spcBef>
                <a:spcPts val="630"/>
              </a:spcBef>
              <a:spcAft>
                <a:spcPts val="0"/>
              </a:spcAft>
              <a:buSzPts val="1800"/>
              <a:buFont typeface="Helvetica Neue"/>
              <a:buChar char="–"/>
            </a:pPr>
            <a:r>
              <a:rPr lang="en-US"/>
              <a:t>Set to current end of log when a page is inserted into dirty page table (just before being updated)</a:t>
            </a:r>
            <a:endParaRPr/>
          </a:p>
          <a:p>
            <a:pPr indent="-228600" lvl="3" marL="1428750" rtl="0" algn="l">
              <a:lnSpc>
                <a:spcPct val="90000"/>
              </a:lnSpc>
              <a:spcBef>
                <a:spcPts val="630"/>
              </a:spcBef>
              <a:spcAft>
                <a:spcPts val="0"/>
              </a:spcAft>
              <a:buSzPts val="1800"/>
              <a:buFont typeface="Helvetica Neue"/>
              <a:buChar char="–"/>
            </a:pPr>
            <a:r>
              <a:rPr lang="en-US"/>
              <a:t>Recorded in checkpoints, helps to minimize redo work</a:t>
            </a:r>
            <a:endParaRPr/>
          </a:p>
          <a:p>
            <a:pPr indent="-342900" lvl="0" marL="342900" rtl="0" algn="l">
              <a:lnSpc>
                <a:spcPct val="90000"/>
              </a:lnSpc>
              <a:spcBef>
                <a:spcPts val="700"/>
              </a:spcBef>
              <a:spcAft>
                <a:spcPts val="0"/>
              </a:spcAft>
              <a:buSzPts val="1800"/>
              <a:buChar char="●"/>
            </a:pPr>
            <a:r>
              <a:rPr b="1" lang="en-US">
                <a:solidFill>
                  <a:schemeClr val="dk2"/>
                </a:solidFill>
              </a:rPr>
              <a:t>Checkpoint log record</a:t>
            </a:r>
            <a:endParaRPr/>
          </a:p>
          <a:p>
            <a:pPr indent="-285750" lvl="1" marL="742950" rtl="0" algn="l">
              <a:lnSpc>
                <a:spcPct val="90000"/>
              </a:lnSpc>
              <a:spcBef>
                <a:spcPts val="630"/>
              </a:spcBef>
              <a:spcAft>
                <a:spcPts val="0"/>
              </a:spcAft>
              <a:buSzPts val="1890"/>
              <a:buChar char="★"/>
            </a:pPr>
            <a:r>
              <a:rPr lang="en-US"/>
              <a:t>Contains: </a:t>
            </a:r>
            <a:endParaRPr/>
          </a:p>
          <a:p>
            <a:pPr indent="-228600" lvl="2" marL="1085850" rtl="0" algn="l">
              <a:lnSpc>
                <a:spcPct val="90000"/>
              </a:lnSpc>
              <a:spcBef>
                <a:spcPts val="630"/>
              </a:spcBef>
              <a:spcAft>
                <a:spcPts val="0"/>
              </a:spcAft>
              <a:buSzPts val="1530"/>
              <a:buChar char="⮚"/>
            </a:pPr>
            <a:r>
              <a:rPr lang="en-US"/>
              <a:t>DirtyPageTable and list of active transactions</a:t>
            </a:r>
            <a:endParaRPr/>
          </a:p>
          <a:p>
            <a:pPr indent="-228600" lvl="2" marL="1085850" rtl="0" algn="l">
              <a:lnSpc>
                <a:spcPct val="90000"/>
              </a:lnSpc>
              <a:spcBef>
                <a:spcPts val="630"/>
              </a:spcBef>
              <a:spcAft>
                <a:spcPts val="0"/>
              </a:spcAft>
              <a:buSzPts val="1530"/>
              <a:buChar char="⮚"/>
            </a:pPr>
            <a:r>
              <a:rPr lang="en-US"/>
              <a:t>For each active transaction, LastLSN, the LSN of the last log record written by the transaction</a:t>
            </a:r>
            <a:endParaRPr/>
          </a:p>
          <a:p>
            <a:pPr indent="-285750" lvl="1" marL="742950" rtl="0" algn="l">
              <a:lnSpc>
                <a:spcPct val="90000"/>
              </a:lnSpc>
              <a:spcBef>
                <a:spcPts val="630"/>
              </a:spcBef>
              <a:spcAft>
                <a:spcPts val="0"/>
              </a:spcAft>
              <a:buSzPts val="1890"/>
              <a:buChar char="★"/>
            </a:pPr>
            <a:r>
              <a:rPr lang="en-US"/>
              <a:t>Fixed position on disk notes LSN of last completed</a:t>
            </a:r>
            <a:br>
              <a:rPr lang="en-US"/>
            </a:br>
            <a:r>
              <a:rPr lang="en-US"/>
              <a:t>checkpoint log record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3"/>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Recovery Algorithm</a:t>
            </a:r>
            <a:endParaRPr/>
          </a:p>
        </p:txBody>
      </p:sp>
      <p:sp>
        <p:nvSpPr>
          <p:cNvPr id="528" name="Google Shape;528;p53"/>
          <p:cNvSpPr txBox="1"/>
          <p:nvPr>
            <p:ph idx="1" type="body"/>
          </p:nvPr>
        </p:nvSpPr>
        <p:spPr>
          <a:xfrm>
            <a:off x="546100" y="965200"/>
            <a:ext cx="7950200" cy="5461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None/>
            </a:pPr>
            <a:r>
              <a:rPr lang="en-US"/>
              <a:t>ARIES recovery involves three passes</a:t>
            </a:r>
            <a:endParaRPr/>
          </a:p>
          <a:p>
            <a:pPr indent="-342900" lvl="0" marL="342900" rtl="0" algn="l">
              <a:spcBef>
                <a:spcPts val="700"/>
              </a:spcBef>
              <a:spcAft>
                <a:spcPts val="0"/>
              </a:spcAft>
              <a:buSzPts val="1800"/>
              <a:buChar char="●"/>
            </a:pPr>
            <a:r>
              <a:rPr lang="en-US">
                <a:solidFill>
                  <a:schemeClr val="dk2"/>
                </a:solidFill>
              </a:rPr>
              <a:t>Analysis pass</a:t>
            </a:r>
            <a:r>
              <a:rPr lang="en-US"/>
              <a:t>: Determines</a:t>
            </a:r>
            <a:endParaRPr/>
          </a:p>
          <a:p>
            <a:pPr indent="-285750" lvl="1" marL="742950" rtl="0" algn="l">
              <a:spcBef>
                <a:spcPts val="630"/>
              </a:spcBef>
              <a:spcAft>
                <a:spcPts val="0"/>
              </a:spcAft>
              <a:buSzPts val="1890"/>
              <a:buChar char="★"/>
            </a:pPr>
            <a:r>
              <a:rPr lang="en-US"/>
              <a:t>Which transactions to undo</a:t>
            </a:r>
            <a:endParaRPr/>
          </a:p>
          <a:p>
            <a:pPr indent="-285750" lvl="1" marL="742950" rtl="0" algn="l">
              <a:spcBef>
                <a:spcPts val="630"/>
              </a:spcBef>
              <a:spcAft>
                <a:spcPts val="0"/>
              </a:spcAft>
              <a:buSzPts val="1890"/>
              <a:buChar char="★"/>
            </a:pPr>
            <a:r>
              <a:rPr lang="en-US"/>
              <a:t>Which pages were dirty (disk version not up to date) at time of crash</a:t>
            </a:r>
            <a:endParaRPr/>
          </a:p>
          <a:p>
            <a:pPr indent="-285750" lvl="1" marL="742950" rtl="0" algn="l">
              <a:spcBef>
                <a:spcPts val="630"/>
              </a:spcBef>
              <a:spcAft>
                <a:spcPts val="0"/>
              </a:spcAft>
              <a:buSzPts val="1890"/>
              <a:buChar char="★"/>
            </a:pPr>
            <a:r>
              <a:rPr lang="en-US">
                <a:solidFill>
                  <a:schemeClr val="dk2"/>
                </a:solidFill>
              </a:rPr>
              <a:t>RedoLSN</a:t>
            </a:r>
            <a:r>
              <a:rPr lang="en-US"/>
              <a:t>: LSN from which redo should start</a:t>
            </a:r>
            <a:endParaRPr/>
          </a:p>
          <a:p>
            <a:pPr indent="-342900" lvl="0" marL="342900" rtl="0" algn="l">
              <a:spcBef>
                <a:spcPts val="700"/>
              </a:spcBef>
              <a:spcAft>
                <a:spcPts val="0"/>
              </a:spcAft>
              <a:buSzPts val="1800"/>
              <a:buChar char="●"/>
            </a:pPr>
            <a:r>
              <a:rPr lang="en-US">
                <a:solidFill>
                  <a:schemeClr val="dk2"/>
                </a:solidFill>
              </a:rPr>
              <a:t>Redo pass</a:t>
            </a:r>
            <a:r>
              <a:rPr lang="en-US"/>
              <a:t>:</a:t>
            </a:r>
            <a:endParaRPr/>
          </a:p>
          <a:p>
            <a:pPr indent="-285750" lvl="1" marL="742950" rtl="0" algn="l">
              <a:spcBef>
                <a:spcPts val="630"/>
              </a:spcBef>
              <a:spcAft>
                <a:spcPts val="0"/>
              </a:spcAft>
              <a:buSzPts val="1890"/>
              <a:buChar char="★"/>
            </a:pPr>
            <a:r>
              <a:rPr lang="en-US"/>
              <a:t>Repeats history, redoing all actions from RedoLSN </a:t>
            </a:r>
            <a:endParaRPr/>
          </a:p>
          <a:p>
            <a:pPr indent="-228600" lvl="2" marL="1085850" rtl="0" algn="l">
              <a:spcBef>
                <a:spcPts val="630"/>
              </a:spcBef>
              <a:spcAft>
                <a:spcPts val="0"/>
              </a:spcAft>
              <a:buSzPts val="1530"/>
              <a:buChar char="⮚"/>
            </a:pPr>
            <a:r>
              <a:rPr lang="en-US"/>
              <a:t>RecLSN and PageLSNs are used to avoid redoing actions already reflected on page </a:t>
            </a:r>
            <a:endParaRPr/>
          </a:p>
          <a:p>
            <a:pPr indent="-342900" lvl="0" marL="342900" rtl="0" algn="l">
              <a:spcBef>
                <a:spcPts val="700"/>
              </a:spcBef>
              <a:spcAft>
                <a:spcPts val="0"/>
              </a:spcAft>
              <a:buSzPts val="1800"/>
              <a:buChar char="●"/>
            </a:pPr>
            <a:r>
              <a:rPr lang="en-US">
                <a:solidFill>
                  <a:schemeClr val="dk2"/>
                </a:solidFill>
              </a:rPr>
              <a:t>Undo pass</a:t>
            </a:r>
            <a:r>
              <a:rPr lang="en-US"/>
              <a:t>:</a:t>
            </a:r>
            <a:endParaRPr/>
          </a:p>
          <a:p>
            <a:pPr indent="-285750" lvl="1" marL="742950" rtl="0" algn="l">
              <a:spcBef>
                <a:spcPts val="630"/>
              </a:spcBef>
              <a:spcAft>
                <a:spcPts val="0"/>
              </a:spcAft>
              <a:buSzPts val="1890"/>
              <a:buChar char="★"/>
            </a:pPr>
            <a:r>
              <a:rPr lang="en-US"/>
              <a:t>Rolls back all incomplete transactions</a:t>
            </a:r>
            <a:endParaRPr/>
          </a:p>
          <a:p>
            <a:pPr indent="-228600" lvl="2" marL="1085850" rtl="0" algn="l">
              <a:spcBef>
                <a:spcPts val="630"/>
              </a:spcBef>
              <a:spcAft>
                <a:spcPts val="0"/>
              </a:spcAft>
              <a:buSzPts val="1530"/>
              <a:buChar char="⮚"/>
            </a:pPr>
            <a:r>
              <a:rPr lang="en-US"/>
              <a:t>Transactions whose abort was complete earlier are not undone</a:t>
            </a:r>
            <a:endParaRPr/>
          </a:p>
          <a:p>
            <a:pPr indent="-228600" lvl="3" marL="1428750" rtl="0" algn="l">
              <a:spcBef>
                <a:spcPts val="630"/>
              </a:spcBef>
              <a:spcAft>
                <a:spcPts val="0"/>
              </a:spcAft>
              <a:buSzPts val="1800"/>
              <a:buFont typeface="Helvetica Neue"/>
              <a:buChar char="–"/>
            </a:pPr>
            <a:r>
              <a:rPr lang="en-US"/>
              <a:t>Key idea: no need to undo these transactions: earlier undo actions were logged, and are redone as required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Recovery: Analysis</a:t>
            </a:r>
            <a:endParaRPr/>
          </a:p>
        </p:txBody>
      </p:sp>
      <p:sp>
        <p:nvSpPr>
          <p:cNvPr id="534" name="Google Shape;534;p54"/>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None/>
            </a:pPr>
            <a:r>
              <a:rPr lang="en-US"/>
              <a:t>Analysis pass</a:t>
            </a:r>
            <a:endParaRPr/>
          </a:p>
          <a:p>
            <a:pPr indent="-342900" lvl="0" marL="342900" rtl="0" algn="l">
              <a:spcBef>
                <a:spcPts val="700"/>
              </a:spcBef>
              <a:spcAft>
                <a:spcPts val="0"/>
              </a:spcAft>
              <a:buSzPts val="1800"/>
              <a:buChar char="●"/>
            </a:pPr>
            <a:r>
              <a:rPr lang="en-US"/>
              <a:t>Starts from last complete checkpoint log record</a:t>
            </a:r>
            <a:endParaRPr/>
          </a:p>
          <a:p>
            <a:pPr indent="-285750" lvl="1" marL="742950" rtl="0" algn="l">
              <a:spcBef>
                <a:spcPts val="630"/>
              </a:spcBef>
              <a:spcAft>
                <a:spcPts val="0"/>
              </a:spcAft>
              <a:buSzPts val="1890"/>
              <a:buChar char="★"/>
            </a:pPr>
            <a:r>
              <a:rPr lang="en-US"/>
              <a:t>Reads in DirtyPageTable from log record</a:t>
            </a:r>
            <a:endParaRPr/>
          </a:p>
          <a:p>
            <a:pPr indent="-285750" lvl="1" marL="742950" rtl="0" algn="l">
              <a:spcBef>
                <a:spcPts val="630"/>
              </a:spcBef>
              <a:spcAft>
                <a:spcPts val="0"/>
              </a:spcAft>
              <a:buSzPts val="1890"/>
              <a:buChar char="★"/>
            </a:pPr>
            <a:r>
              <a:rPr lang="en-US"/>
              <a:t>Sets RedoLSN = min of RecLSNs of all pages in DirtyPageTable</a:t>
            </a:r>
            <a:endParaRPr/>
          </a:p>
          <a:p>
            <a:pPr indent="-228600" lvl="2" marL="1085850" rtl="0" algn="l">
              <a:spcBef>
                <a:spcPts val="630"/>
              </a:spcBef>
              <a:spcAft>
                <a:spcPts val="0"/>
              </a:spcAft>
              <a:buSzPts val="1530"/>
              <a:buChar char="⮚"/>
            </a:pPr>
            <a:r>
              <a:rPr lang="en-US"/>
              <a:t>In case no pages are dirty, RedoLSN = checkpoint record’s LSN</a:t>
            </a:r>
            <a:endParaRPr/>
          </a:p>
          <a:p>
            <a:pPr indent="-285750" lvl="1" marL="742950" rtl="0" algn="l">
              <a:spcBef>
                <a:spcPts val="630"/>
              </a:spcBef>
              <a:spcAft>
                <a:spcPts val="0"/>
              </a:spcAft>
              <a:buSzPts val="1890"/>
              <a:buChar char="★"/>
            </a:pPr>
            <a:r>
              <a:rPr lang="en-US"/>
              <a:t>Sets undo-list = list of transactions in checkpoint log record</a:t>
            </a:r>
            <a:endParaRPr/>
          </a:p>
          <a:p>
            <a:pPr indent="-285750" lvl="1" marL="742950" rtl="0" algn="l">
              <a:spcBef>
                <a:spcPts val="630"/>
              </a:spcBef>
              <a:spcAft>
                <a:spcPts val="0"/>
              </a:spcAft>
              <a:buSzPts val="1890"/>
              <a:buChar char="★"/>
            </a:pPr>
            <a:r>
              <a:rPr lang="en-US"/>
              <a:t>Reads LSN of last log record for each transaction in undo-list from checkpoint log record</a:t>
            </a:r>
            <a:endParaRPr/>
          </a:p>
          <a:p>
            <a:pPr indent="-342900" lvl="0" marL="342900" rtl="0" algn="l">
              <a:spcBef>
                <a:spcPts val="700"/>
              </a:spcBef>
              <a:spcAft>
                <a:spcPts val="0"/>
              </a:spcAft>
              <a:buSzPts val="1800"/>
              <a:buChar char="●"/>
            </a:pPr>
            <a:r>
              <a:rPr lang="en-US"/>
              <a:t>Scans forward from checkpoint</a:t>
            </a:r>
            <a:endParaRPr/>
          </a:p>
          <a:p>
            <a:pPr indent="-285750" lvl="1" marL="742950" rtl="0" algn="l">
              <a:spcBef>
                <a:spcPts val="630"/>
              </a:spcBef>
              <a:spcAft>
                <a:spcPts val="0"/>
              </a:spcAft>
              <a:buSzPts val="1890"/>
              <a:buChar char="★"/>
            </a:pPr>
            <a:r>
              <a:rPr lang="en-US"/>
              <a:t>.. On next page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5"/>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Recovery: Analysis (Cont.)</a:t>
            </a:r>
            <a:endParaRPr/>
          </a:p>
        </p:txBody>
      </p:sp>
      <p:sp>
        <p:nvSpPr>
          <p:cNvPr id="540" name="Google Shape;540;p55"/>
          <p:cNvSpPr txBox="1"/>
          <p:nvPr>
            <p:ph idx="1" type="body"/>
          </p:nvPr>
        </p:nvSpPr>
        <p:spPr>
          <a:xfrm>
            <a:off x="444500" y="952500"/>
            <a:ext cx="8032750" cy="53514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None/>
            </a:pPr>
            <a:r>
              <a:rPr lang="en-US"/>
              <a:t>Analysis pass (cont.)</a:t>
            </a:r>
            <a:endParaRPr/>
          </a:p>
          <a:p>
            <a:pPr indent="-342900" lvl="0" marL="342900" rtl="0" algn="l">
              <a:spcBef>
                <a:spcPts val="700"/>
              </a:spcBef>
              <a:spcAft>
                <a:spcPts val="0"/>
              </a:spcAft>
              <a:buSzPts val="1800"/>
              <a:buChar char="●"/>
            </a:pPr>
            <a:r>
              <a:rPr lang="en-US"/>
              <a:t>Scans forward from checkpoint</a:t>
            </a:r>
            <a:endParaRPr/>
          </a:p>
          <a:p>
            <a:pPr indent="-285750" lvl="1" marL="742950" rtl="0" algn="l">
              <a:spcBef>
                <a:spcPts val="630"/>
              </a:spcBef>
              <a:spcAft>
                <a:spcPts val="0"/>
              </a:spcAft>
              <a:buSzPts val="1890"/>
              <a:buChar char="★"/>
            </a:pPr>
            <a:r>
              <a:rPr lang="en-US"/>
              <a:t>If any log record found for transaction not in undo-list, adds transaction to undo-list</a:t>
            </a:r>
            <a:endParaRPr/>
          </a:p>
          <a:p>
            <a:pPr indent="-285750" lvl="1" marL="742950" rtl="0" algn="l">
              <a:spcBef>
                <a:spcPts val="630"/>
              </a:spcBef>
              <a:spcAft>
                <a:spcPts val="0"/>
              </a:spcAft>
              <a:buSzPts val="1890"/>
              <a:buChar char="★"/>
            </a:pPr>
            <a:r>
              <a:rPr lang="en-US"/>
              <a:t>Whenever an update log record is found</a:t>
            </a:r>
            <a:endParaRPr/>
          </a:p>
          <a:p>
            <a:pPr indent="-228600" lvl="2" marL="1085850" rtl="0" algn="l">
              <a:spcBef>
                <a:spcPts val="630"/>
              </a:spcBef>
              <a:spcAft>
                <a:spcPts val="0"/>
              </a:spcAft>
              <a:buSzPts val="1530"/>
              <a:buChar char="⮚"/>
            </a:pPr>
            <a:r>
              <a:rPr lang="en-US"/>
              <a:t>If page is not in DirtyPageTable, it is added with RecLSN set to LSN of the update log record</a:t>
            </a:r>
            <a:endParaRPr/>
          </a:p>
          <a:p>
            <a:pPr indent="-285750" lvl="1" marL="742950" rtl="0" algn="l">
              <a:spcBef>
                <a:spcPts val="630"/>
              </a:spcBef>
              <a:spcAft>
                <a:spcPts val="0"/>
              </a:spcAft>
              <a:buSzPts val="1890"/>
              <a:buChar char="★"/>
            </a:pPr>
            <a:r>
              <a:rPr lang="en-US"/>
              <a:t>If transaction end log record found, delete transaction from undo-list</a:t>
            </a:r>
            <a:endParaRPr/>
          </a:p>
          <a:p>
            <a:pPr indent="-285750" lvl="1" marL="742950" rtl="0" algn="l">
              <a:spcBef>
                <a:spcPts val="630"/>
              </a:spcBef>
              <a:spcAft>
                <a:spcPts val="0"/>
              </a:spcAft>
              <a:buSzPts val="1890"/>
              <a:buChar char="★"/>
            </a:pPr>
            <a:r>
              <a:rPr lang="en-US"/>
              <a:t>Keeps track of last log record for each transaction in undo-list</a:t>
            </a:r>
            <a:endParaRPr/>
          </a:p>
          <a:p>
            <a:pPr indent="-228600" lvl="2" marL="1085850" rtl="0" algn="l">
              <a:spcBef>
                <a:spcPts val="630"/>
              </a:spcBef>
              <a:spcAft>
                <a:spcPts val="0"/>
              </a:spcAft>
              <a:buSzPts val="1530"/>
              <a:buChar char="⮚"/>
            </a:pPr>
            <a:r>
              <a:rPr lang="en-US"/>
              <a:t>May be needed for later undo</a:t>
            </a:r>
            <a:endParaRPr/>
          </a:p>
          <a:p>
            <a:pPr indent="-342900" lvl="0" marL="342900" rtl="0" algn="l">
              <a:spcBef>
                <a:spcPts val="700"/>
              </a:spcBef>
              <a:spcAft>
                <a:spcPts val="0"/>
              </a:spcAft>
              <a:buSzPts val="1800"/>
              <a:buChar char="●"/>
            </a:pPr>
            <a:r>
              <a:rPr lang="en-US"/>
              <a:t>At end of analysis pass:</a:t>
            </a:r>
            <a:endParaRPr/>
          </a:p>
          <a:p>
            <a:pPr indent="-285750" lvl="1" marL="742950" rtl="0" algn="l">
              <a:spcBef>
                <a:spcPts val="630"/>
              </a:spcBef>
              <a:spcAft>
                <a:spcPts val="0"/>
              </a:spcAft>
              <a:buSzPts val="1890"/>
              <a:buChar char="★"/>
            </a:pPr>
            <a:r>
              <a:rPr lang="en-US"/>
              <a:t>RedoLSN determines where to start redo pass</a:t>
            </a:r>
            <a:endParaRPr/>
          </a:p>
          <a:p>
            <a:pPr indent="-285750" lvl="1" marL="742950" rtl="0" algn="l">
              <a:spcBef>
                <a:spcPts val="630"/>
              </a:spcBef>
              <a:spcAft>
                <a:spcPts val="0"/>
              </a:spcAft>
              <a:buSzPts val="1890"/>
              <a:buChar char="★"/>
            </a:pPr>
            <a:r>
              <a:rPr lang="en-US"/>
              <a:t>RecLSN for each page in DirtyPageTable used to minimize redo work</a:t>
            </a:r>
            <a:endParaRPr/>
          </a:p>
          <a:p>
            <a:pPr indent="-285750" lvl="1" marL="742950" rtl="0" algn="l">
              <a:spcBef>
                <a:spcPts val="630"/>
              </a:spcBef>
              <a:spcAft>
                <a:spcPts val="0"/>
              </a:spcAft>
              <a:buSzPts val="1890"/>
              <a:buChar char="★"/>
            </a:pPr>
            <a:r>
              <a:rPr lang="en-US"/>
              <a:t>All transactions in undo-list need to be rolled back</a:t>
            </a:r>
            <a:endParaRPr/>
          </a:p>
          <a:p>
            <a:pPr indent="-228600" lvl="0" marL="342900" rtl="0" algn="l">
              <a:spcBef>
                <a:spcPts val="700"/>
              </a:spcBef>
              <a:spcAft>
                <a:spcPts val="0"/>
              </a:spcAft>
              <a:buSzPts val="18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6"/>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Redo Pass</a:t>
            </a:r>
            <a:endParaRPr/>
          </a:p>
        </p:txBody>
      </p:sp>
      <p:sp>
        <p:nvSpPr>
          <p:cNvPr id="546" name="Google Shape;546;p56"/>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1800"/>
              <a:buFont typeface="Arial"/>
              <a:buNone/>
            </a:pPr>
            <a:r>
              <a:rPr lang="en-US"/>
              <a:t>Redo Pass: Repeats history by replaying every action not already reflected in the page on disk, as follows:</a:t>
            </a:r>
            <a:endParaRPr/>
          </a:p>
          <a:p>
            <a:pPr indent="-381000" lvl="0" marL="381000" rtl="0" algn="l">
              <a:spcBef>
                <a:spcPts val="700"/>
              </a:spcBef>
              <a:spcAft>
                <a:spcPts val="0"/>
              </a:spcAft>
              <a:buSzPts val="1800"/>
              <a:buChar char="●"/>
            </a:pPr>
            <a:r>
              <a:rPr lang="en-US"/>
              <a:t>Scans forward from RedoLSN.  Whenever an update log record is found:</a:t>
            </a:r>
            <a:endParaRPr/>
          </a:p>
          <a:p>
            <a:pPr indent="-342900" lvl="1" marL="800100" rtl="0" algn="l">
              <a:spcBef>
                <a:spcPts val="630"/>
              </a:spcBef>
              <a:spcAft>
                <a:spcPts val="0"/>
              </a:spcAft>
              <a:buSzPts val="1890"/>
              <a:buFont typeface="Arial"/>
              <a:buAutoNum type="arabicPeriod"/>
            </a:pPr>
            <a:r>
              <a:rPr lang="en-US"/>
              <a:t>If the page is not in DirtyPageTable or the LSN of the log record is less than the RecLSN of the page in DirtyPageTable, then skip the log record</a:t>
            </a:r>
            <a:endParaRPr/>
          </a:p>
          <a:p>
            <a:pPr indent="-342900" lvl="1" marL="800100" rtl="0" algn="l">
              <a:spcBef>
                <a:spcPts val="630"/>
              </a:spcBef>
              <a:spcAft>
                <a:spcPts val="0"/>
              </a:spcAft>
              <a:buSzPts val="1890"/>
              <a:buFont typeface="Arial"/>
              <a:buAutoNum type="arabicPeriod"/>
            </a:pPr>
            <a:r>
              <a:rPr lang="en-US"/>
              <a:t>Otherwise fetch the page from disk.  If the PageLSN of the page fetched from disk is less than the LSN of the log record, redo the log record</a:t>
            </a:r>
            <a:endParaRPr/>
          </a:p>
          <a:p>
            <a:pPr indent="-342900" lvl="1" marL="800100" rtl="0" algn="l">
              <a:spcBef>
                <a:spcPts val="630"/>
              </a:spcBef>
              <a:spcAft>
                <a:spcPts val="0"/>
              </a:spcAft>
              <a:buSzPts val="1890"/>
              <a:buFont typeface="Arial"/>
              <a:buNone/>
            </a:pPr>
            <a:r>
              <a:rPr lang="en-US"/>
              <a:t>NOTE: if either test is negative the effects of the log record have already appeared on the page.  First test avoids even fetching the page from disk!</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7"/>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Undo Actions</a:t>
            </a:r>
            <a:endParaRPr/>
          </a:p>
        </p:txBody>
      </p:sp>
      <p:sp>
        <p:nvSpPr>
          <p:cNvPr id="552" name="Google Shape;552;p57"/>
          <p:cNvSpPr txBox="1"/>
          <p:nvPr>
            <p:ph idx="1" type="body"/>
          </p:nvPr>
        </p:nvSpPr>
        <p:spPr>
          <a:xfrm>
            <a:off x="549275" y="1011238"/>
            <a:ext cx="8301038" cy="30003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sz="1800"/>
              <a:t>When an undo is performed for an update log record</a:t>
            </a:r>
            <a:endParaRPr/>
          </a:p>
          <a:p>
            <a:pPr indent="-285750" lvl="1" marL="742950" rtl="0" algn="l">
              <a:lnSpc>
                <a:spcPct val="90000"/>
              </a:lnSpc>
              <a:spcBef>
                <a:spcPts val="560"/>
              </a:spcBef>
              <a:spcAft>
                <a:spcPts val="0"/>
              </a:spcAft>
              <a:buSzPts val="1680"/>
              <a:buChar char="★"/>
            </a:pPr>
            <a:r>
              <a:rPr lang="en-US" sz="1600"/>
              <a:t>Generate a CLR containing the undo action performed (actions performed during undo are logged physicaly or physiologically). </a:t>
            </a:r>
            <a:endParaRPr/>
          </a:p>
          <a:p>
            <a:pPr indent="-228600" lvl="2" marL="1085850" rtl="0" algn="l">
              <a:lnSpc>
                <a:spcPct val="90000"/>
              </a:lnSpc>
              <a:spcBef>
                <a:spcPts val="560"/>
              </a:spcBef>
              <a:spcAft>
                <a:spcPts val="0"/>
              </a:spcAft>
              <a:buSzPts val="1360"/>
              <a:buChar char="⮚"/>
            </a:pPr>
            <a:r>
              <a:rPr lang="en-US" sz="1600"/>
              <a:t>CLR for   record </a:t>
            </a:r>
            <a:r>
              <a:rPr i="1" lang="en-US" sz="1600"/>
              <a:t>n</a:t>
            </a:r>
            <a:r>
              <a:rPr lang="en-US" sz="1600"/>
              <a:t> noted as </a:t>
            </a:r>
            <a:r>
              <a:rPr i="1" lang="en-US" sz="1600"/>
              <a:t>n</a:t>
            </a:r>
            <a:r>
              <a:rPr lang="en-US" sz="1600"/>
              <a:t>’ in figure below</a:t>
            </a:r>
            <a:endParaRPr/>
          </a:p>
          <a:p>
            <a:pPr indent="-285750" lvl="1" marL="742950" rtl="0" algn="l">
              <a:lnSpc>
                <a:spcPct val="90000"/>
              </a:lnSpc>
              <a:spcBef>
                <a:spcPts val="560"/>
              </a:spcBef>
              <a:spcAft>
                <a:spcPts val="0"/>
              </a:spcAft>
              <a:buSzPts val="1680"/>
              <a:buChar char="★"/>
            </a:pPr>
            <a:r>
              <a:rPr lang="en-US" sz="1600"/>
              <a:t>Set UndoNextLSN of the CLR to the PrevLSN value of the update log record</a:t>
            </a:r>
            <a:endParaRPr/>
          </a:p>
          <a:p>
            <a:pPr indent="-228600" lvl="2" marL="1085850" rtl="0" algn="l">
              <a:lnSpc>
                <a:spcPct val="90000"/>
              </a:lnSpc>
              <a:spcBef>
                <a:spcPts val="560"/>
              </a:spcBef>
              <a:spcAft>
                <a:spcPts val="0"/>
              </a:spcAft>
              <a:buSzPts val="1360"/>
              <a:buChar char="⮚"/>
            </a:pPr>
            <a:r>
              <a:rPr lang="en-US" sz="1600"/>
              <a:t>Arrows indicate UndoNextLSN value</a:t>
            </a:r>
            <a:endParaRPr/>
          </a:p>
          <a:p>
            <a:pPr indent="-342900" lvl="0" marL="342900" rtl="0" algn="l">
              <a:lnSpc>
                <a:spcPct val="90000"/>
              </a:lnSpc>
              <a:spcBef>
                <a:spcPts val="630"/>
              </a:spcBef>
              <a:spcAft>
                <a:spcPts val="0"/>
              </a:spcAft>
              <a:buSzPts val="1620"/>
              <a:buChar char="●"/>
            </a:pPr>
            <a:r>
              <a:rPr lang="en-US" sz="1800"/>
              <a:t>ARIES supports partial rollback</a:t>
            </a:r>
            <a:endParaRPr/>
          </a:p>
          <a:p>
            <a:pPr indent="-285750" lvl="1" marL="742950" rtl="0" algn="l">
              <a:lnSpc>
                <a:spcPct val="90000"/>
              </a:lnSpc>
              <a:spcBef>
                <a:spcPts val="560"/>
              </a:spcBef>
              <a:spcAft>
                <a:spcPts val="0"/>
              </a:spcAft>
              <a:buSzPts val="1680"/>
              <a:buChar char="★"/>
            </a:pPr>
            <a:r>
              <a:rPr lang="en-US" sz="1600"/>
              <a:t>Used e.g. to handle deadlocks by rolling back just enough to release reqd. locks</a:t>
            </a:r>
            <a:endParaRPr/>
          </a:p>
          <a:p>
            <a:pPr indent="-285750" lvl="1" marL="742950" rtl="0" algn="l">
              <a:lnSpc>
                <a:spcPct val="90000"/>
              </a:lnSpc>
              <a:spcBef>
                <a:spcPts val="560"/>
              </a:spcBef>
              <a:spcAft>
                <a:spcPts val="0"/>
              </a:spcAft>
              <a:buSzPts val="1680"/>
              <a:buChar char="★"/>
            </a:pPr>
            <a:r>
              <a:rPr lang="en-US" sz="1600"/>
              <a:t>Figure indicates forward actions after partial rollbacks </a:t>
            </a:r>
            <a:endParaRPr/>
          </a:p>
          <a:p>
            <a:pPr indent="-228600" lvl="2" marL="1085850" rtl="0" algn="l">
              <a:lnSpc>
                <a:spcPct val="90000"/>
              </a:lnSpc>
              <a:spcBef>
                <a:spcPts val="560"/>
              </a:spcBef>
              <a:spcAft>
                <a:spcPts val="0"/>
              </a:spcAft>
              <a:buSzPts val="1360"/>
              <a:buChar char="⮚"/>
            </a:pPr>
            <a:r>
              <a:rPr lang="en-US" sz="1600"/>
              <a:t>records 3 and 4 initially, later 5 and 6, then full rollback</a:t>
            </a:r>
            <a:endParaRPr/>
          </a:p>
          <a:p>
            <a:pPr indent="-240030" lvl="0" marL="342900" rtl="0" algn="l">
              <a:lnSpc>
                <a:spcPct val="90000"/>
              </a:lnSpc>
              <a:spcBef>
                <a:spcPts val="630"/>
              </a:spcBef>
              <a:spcAft>
                <a:spcPts val="0"/>
              </a:spcAft>
              <a:buSzPts val="1620"/>
              <a:buNone/>
            </a:pPr>
            <a:r>
              <a:t/>
            </a:r>
            <a:endParaRPr sz="1800"/>
          </a:p>
        </p:txBody>
      </p:sp>
      <p:grpSp>
        <p:nvGrpSpPr>
          <p:cNvPr id="553" name="Google Shape;553;p57"/>
          <p:cNvGrpSpPr/>
          <p:nvPr/>
        </p:nvGrpSpPr>
        <p:grpSpPr>
          <a:xfrm>
            <a:off x="346075" y="4425950"/>
            <a:ext cx="8555038" cy="685800"/>
            <a:chOff x="182" y="2263"/>
            <a:chExt cx="5389" cy="432"/>
          </a:xfrm>
        </p:grpSpPr>
        <p:cxnSp>
          <p:nvCxnSpPr>
            <p:cNvPr id="554" name="Google Shape;554;p57"/>
            <p:cNvCxnSpPr/>
            <p:nvPr/>
          </p:nvCxnSpPr>
          <p:spPr>
            <a:xfrm>
              <a:off x="184" y="2580"/>
              <a:ext cx="5387" cy="1"/>
            </a:xfrm>
            <a:prstGeom prst="straightConnector1">
              <a:avLst/>
            </a:prstGeom>
            <a:noFill/>
            <a:ln cap="flat" cmpd="sng" w="9525">
              <a:solidFill>
                <a:srgbClr val="000000"/>
              </a:solidFill>
              <a:prstDash val="solid"/>
              <a:round/>
              <a:headEnd len="med" w="med" type="none"/>
              <a:tailEnd len="lg" w="lg" type="triangle"/>
            </a:ln>
          </p:spPr>
        </p:cxnSp>
        <p:sp>
          <p:nvSpPr>
            <p:cNvPr id="555" name="Google Shape;555;p57"/>
            <p:cNvSpPr/>
            <p:nvPr/>
          </p:nvSpPr>
          <p:spPr>
            <a:xfrm>
              <a:off x="182" y="2486"/>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6" name="Google Shape;556;p57"/>
            <p:cNvSpPr/>
            <p:nvPr/>
          </p:nvSpPr>
          <p:spPr>
            <a:xfrm>
              <a:off x="644" y="2474"/>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7" name="Google Shape;557;p57"/>
            <p:cNvSpPr/>
            <p:nvPr/>
          </p:nvSpPr>
          <p:spPr>
            <a:xfrm>
              <a:off x="1082" y="2486"/>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8" name="Google Shape;558;p57"/>
            <p:cNvSpPr/>
            <p:nvPr/>
          </p:nvSpPr>
          <p:spPr>
            <a:xfrm>
              <a:off x="1590" y="2474"/>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59" name="Google Shape;559;p57"/>
            <p:cNvSpPr/>
            <p:nvPr/>
          </p:nvSpPr>
          <p:spPr>
            <a:xfrm>
              <a:off x="2109" y="2462"/>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0" name="Google Shape;560;p57"/>
            <p:cNvSpPr/>
            <p:nvPr/>
          </p:nvSpPr>
          <p:spPr>
            <a:xfrm>
              <a:off x="2593" y="2474"/>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1" name="Google Shape;561;p57"/>
            <p:cNvSpPr/>
            <p:nvPr/>
          </p:nvSpPr>
          <p:spPr>
            <a:xfrm>
              <a:off x="2986" y="2474"/>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62" name="Google Shape;562;p57"/>
            <p:cNvSpPr txBox="1"/>
            <p:nvPr/>
          </p:nvSpPr>
          <p:spPr>
            <a:xfrm>
              <a:off x="189" y="230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1</a:t>
              </a:r>
              <a:endParaRPr/>
            </a:p>
          </p:txBody>
        </p:sp>
        <p:sp>
          <p:nvSpPr>
            <p:cNvPr id="563" name="Google Shape;563;p57"/>
            <p:cNvSpPr txBox="1"/>
            <p:nvPr/>
          </p:nvSpPr>
          <p:spPr>
            <a:xfrm>
              <a:off x="616" y="232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2</a:t>
              </a:r>
              <a:endParaRPr/>
            </a:p>
          </p:txBody>
        </p:sp>
        <p:sp>
          <p:nvSpPr>
            <p:cNvPr id="564" name="Google Shape;564;p57"/>
            <p:cNvSpPr txBox="1"/>
            <p:nvPr/>
          </p:nvSpPr>
          <p:spPr>
            <a:xfrm>
              <a:off x="1043" y="232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3</a:t>
              </a:r>
              <a:endParaRPr/>
            </a:p>
          </p:txBody>
        </p:sp>
        <p:sp>
          <p:nvSpPr>
            <p:cNvPr id="565" name="Google Shape;565;p57"/>
            <p:cNvSpPr txBox="1"/>
            <p:nvPr/>
          </p:nvSpPr>
          <p:spPr>
            <a:xfrm>
              <a:off x="1539" y="230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4</a:t>
              </a:r>
              <a:endParaRPr/>
            </a:p>
          </p:txBody>
        </p:sp>
        <p:sp>
          <p:nvSpPr>
            <p:cNvPr id="566" name="Google Shape;566;p57"/>
            <p:cNvSpPr txBox="1"/>
            <p:nvPr/>
          </p:nvSpPr>
          <p:spPr>
            <a:xfrm>
              <a:off x="1958" y="2323"/>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4'</a:t>
              </a:r>
              <a:endParaRPr/>
            </a:p>
          </p:txBody>
        </p:sp>
        <p:sp>
          <p:nvSpPr>
            <p:cNvPr id="567" name="Google Shape;567;p57"/>
            <p:cNvSpPr txBox="1"/>
            <p:nvPr/>
          </p:nvSpPr>
          <p:spPr>
            <a:xfrm>
              <a:off x="2478" y="2265"/>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3'</a:t>
              </a:r>
              <a:endParaRPr/>
            </a:p>
          </p:txBody>
        </p:sp>
        <p:sp>
          <p:nvSpPr>
            <p:cNvPr id="568" name="Google Shape;568;p57"/>
            <p:cNvSpPr txBox="1"/>
            <p:nvPr/>
          </p:nvSpPr>
          <p:spPr>
            <a:xfrm>
              <a:off x="2993" y="230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5</a:t>
              </a:r>
              <a:endParaRPr/>
            </a:p>
          </p:txBody>
        </p:sp>
        <p:sp>
          <p:nvSpPr>
            <p:cNvPr id="569" name="Google Shape;569;p57"/>
            <p:cNvSpPr txBox="1"/>
            <p:nvPr/>
          </p:nvSpPr>
          <p:spPr>
            <a:xfrm>
              <a:off x="3397" y="232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6</a:t>
              </a:r>
              <a:endParaRPr/>
            </a:p>
          </p:txBody>
        </p:sp>
        <p:sp>
          <p:nvSpPr>
            <p:cNvPr id="570" name="Google Shape;570;p57"/>
            <p:cNvSpPr txBox="1"/>
            <p:nvPr/>
          </p:nvSpPr>
          <p:spPr>
            <a:xfrm>
              <a:off x="4324" y="2323"/>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5'</a:t>
              </a:r>
              <a:endParaRPr/>
            </a:p>
          </p:txBody>
        </p:sp>
        <p:sp>
          <p:nvSpPr>
            <p:cNvPr id="571" name="Google Shape;571;p57"/>
            <p:cNvSpPr txBox="1"/>
            <p:nvPr/>
          </p:nvSpPr>
          <p:spPr>
            <a:xfrm>
              <a:off x="4589" y="2369"/>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2'</a:t>
              </a:r>
              <a:endParaRPr/>
            </a:p>
          </p:txBody>
        </p:sp>
        <p:sp>
          <p:nvSpPr>
            <p:cNvPr id="572" name="Google Shape;572;p57"/>
            <p:cNvSpPr txBox="1"/>
            <p:nvPr/>
          </p:nvSpPr>
          <p:spPr>
            <a:xfrm>
              <a:off x="5085" y="2334"/>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1'</a:t>
              </a:r>
              <a:endParaRPr/>
            </a:p>
          </p:txBody>
        </p:sp>
        <p:sp>
          <p:nvSpPr>
            <p:cNvPr id="573" name="Google Shape;573;p57"/>
            <p:cNvSpPr/>
            <p:nvPr/>
          </p:nvSpPr>
          <p:spPr>
            <a:xfrm>
              <a:off x="3424" y="2486"/>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74" name="Google Shape;574;p57"/>
            <p:cNvSpPr/>
            <p:nvPr/>
          </p:nvSpPr>
          <p:spPr>
            <a:xfrm>
              <a:off x="3926" y="2486"/>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75" name="Google Shape;575;p57"/>
            <p:cNvSpPr/>
            <p:nvPr/>
          </p:nvSpPr>
          <p:spPr>
            <a:xfrm>
              <a:off x="4293" y="2473"/>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76" name="Google Shape;576;p57"/>
            <p:cNvSpPr/>
            <p:nvPr/>
          </p:nvSpPr>
          <p:spPr>
            <a:xfrm>
              <a:off x="4685" y="2473"/>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77" name="Google Shape;577;p57"/>
            <p:cNvSpPr/>
            <p:nvPr/>
          </p:nvSpPr>
          <p:spPr>
            <a:xfrm>
              <a:off x="5163" y="2473"/>
              <a:ext cx="150" cy="209"/>
            </a:xfrm>
            <a:prstGeom prst="ellipse">
              <a:avLst/>
            </a:prstGeom>
            <a:solidFill>
              <a:srgbClr val="00B8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78" name="Google Shape;578;p57"/>
            <p:cNvSpPr txBox="1"/>
            <p:nvPr/>
          </p:nvSpPr>
          <p:spPr>
            <a:xfrm>
              <a:off x="3827" y="2263"/>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None/>
              </a:pPr>
              <a:r>
                <a:rPr lang="en-US" sz="2400">
                  <a:solidFill>
                    <a:schemeClr val="dk1"/>
                  </a:solidFill>
                  <a:latin typeface="Times"/>
                  <a:ea typeface="Times"/>
                  <a:cs typeface="Times"/>
                  <a:sym typeface="Times"/>
                </a:rPr>
                <a:t>6'</a:t>
              </a:r>
              <a:endParaRPr/>
            </a:p>
          </p:txBody>
        </p:sp>
        <p:cxnSp>
          <p:nvCxnSpPr>
            <p:cNvPr id="579" name="Google Shape;579;p57"/>
            <p:cNvCxnSpPr>
              <a:stCxn id="576" idx="4"/>
              <a:endCxn id="555" idx="4"/>
            </p:cNvCxnSpPr>
            <p:nvPr/>
          </p:nvCxnSpPr>
          <p:spPr>
            <a:xfrm>
              <a:off x="2510" y="432"/>
              <a:ext cx="0" cy="4500"/>
            </a:xfrm>
            <a:prstGeom prst="curvedConnector3">
              <a:avLst>
                <a:gd fmla="val -24653352" name="adj1"/>
              </a:avLst>
            </a:prstGeom>
            <a:noFill/>
            <a:ln cap="flat" cmpd="sng" w="9525">
              <a:solidFill>
                <a:schemeClr val="dk1"/>
              </a:solidFill>
              <a:prstDash val="solid"/>
              <a:round/>
              <a:headEnd len="med" w="med" type="none"/>
              <a:tailEnd len="med" w="med" type="triangle"/>
            </a:ln>
          </p:spPr>
        </p:cxnSp>
        <p:cxnSp>
          <p:nvCxnSpPr>
            <p:cNvPr id="580" name="Google Shape;580;p57"/>
            <p:cNvCxnSpPr>
              <a:stCxn id="574" idx="4"/>
              <a:endCxn id="561" idx="5"/>
            </p:cNvCxnSpPr>
            <p:nvPr/>
          </p:nvCxnSpPr>
          <p:spPr>
            <a:xfrm>
              <a:off x="3551" y="2245"/>
              <a:ext cx="0" cy="900"/>
            </a:xfrm>
            <a:prstGeom prst="curvedConnector3">
              <a:avLst>
                <a:gd fmla="val 7484213" name="adj1"/>
              </a:avLst>
            </a:prstGeom>
            <a:noFill/>
            <a:ln cap="flat" cmpd="sng" w="9525">
              <a:solidFill>
                <a:schemeClr val="dk1"/>
              </a:solidFill>
              <a:prstDash val="solid"/>
              <a:round/>
              <a:headEnd len="med" w="med" type="none"/>
              <a:tailEnd len="med" w="med" type="triangle"/>
            </a:ln>
          </p:spPr>
        </p:cxnSp>
        <p:cxnSp>
          <p:nvCxnSpPr>
            <p:cNvPr id="581" name="Google Shape;581;p57"/>
            <p:cNvCxnSpPr>
              <a:stCxn id="575" idx="4"/>
              <a:endCxn id="560" idx="5"/>
            </p:cNvCxnSpPr>
            <p:nvPr/>
          </p:nvCxnSpPr>
          <p:spPr>
            <a:xfrm>
              <a:off x="3618" y="1932"/>
              <a:ext cx="0" cy="1500"/>
            </a:xfrm>
            <a:prstGeom prst="curvedConnector3">
              <a:avLst>
                <a:gd fmla="val 10682014" name="adj1"/>
              </a:avLst>
            </a:prstGeom>
            <a:noFill/>
            <a:ln cap="flat" cmpd="sng" w="9525">
              <a:solidFill>
                <a:schemeClr val="dk1"/>
              </a:solidFill>
              <a:prstDash val="solid"/>
              <a:round/>
              <a:headEnd len="med" w="med" type="none"/>
              <a:tailEnd len="med" w="med" type="triangle"/>
            </a:ln>
          </p:spPr>
        </p:cxnSp>
        <p:cxnSp>
          <p:nvCxnSpPr>
            <p:cNvPr id="582" name="Google Shape;582;p57"/>
            <p:cNvCxnSpPr>
              <a:stCxn id="560" idx="4"/>
              <a:endCxn id="556" idx="4"/>
            </p:cNvCxnSpPr>
            <p:nvPr/>
          </p:nvCxnSpPr>
          <p:spPr>
            <a:xfrm>
              <a:off x="1768" y="1783"/>
              <a:ext cx="0" cy="1800"/>
            </a:xfrm>
            <a:prstGeom prst="curvedConnector3">
              <a:avLst>
                <a:gd fmla="val -320609512" name="adj1"/>
              </a:avLst>
            </a:prstGeom>
            <a:noFill/>
            <a:ln cap="flat" cmpd="sng" w="9525">
              <a:solidFill>
                <a:schemeClr val="dk1"/>
              </a:solidFill>
              <a:prstDash val="solid"/>
              <a:round/>
              <a:headEnd len="med" w="med" type="none"/>
              <a:tailEnd len="med" w="med" type="triangle"/>
            </a:ln>
          </p:spPr>
        </p:cxnSp>
        <p:cxnSp>
          <p:nvCxnSpPr>
            <p:cNvPr id="583" name="Google Shape;583;p57"/>
            <p:cNvCxnSpPr>
              <a:stCxn id="559" idx="4"/>
              <a:endCxn id="557" idx="4"/>
            </p:cNvCxnSpPr>
            <p:nvPr/>
          </p:nvCxnSpPr>
          <p:spPr>
            <a:xfrm>
              <a:off x="1734" y="2221"/>
              <a:ext cx="0" cy="900"/>
            </a:xfrm>
            <a:prstGeom prst="curvedConnector3">
              <a:avLst>
                <a:gd fmla="val -13307133" name="adj1"/>
              </a:avLst>
            </a:prstGeom>
            <a:noFill/>
            <a:ln cap="flat" cmpd="sng" w="9525">
              <a:solidFill>
                <a:schemeClr val="dk1"/>
              </a:solidFill>
              <a:prstDash val="solid"/>
              <a:round/>
              <a:headEnd len="med" w="med" type="none"/>
              <a:tailEnd len="med" w="med" type="triangle"/>
            </a:ln>
          </p:spPr>
        </p:cxn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58"/>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ARIES: Undo Pass</a:t>
            </a:r>
            <a:endParaRPr/>
          </a:p>
        </p:txBody>
      </p:sp>
      <p:sp>
        <p:nvSpPr>
          <p:cNvPr id="589" name="Google Shape;589;p58"/>
          <p:cNvSpPr txBox="1"/>
          <p:nvPr>
            <p:ph idx="1" type="body"/>
          </p:nvPr>
        </p:nvSpPr>
        <p:spPr>
          <a:xfrm>
            <a:off x="523875" y="989013"/>
            <a:ext cx="8185150" cy="52689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None/>
            </a:pPr>
            <a:r>
              <a:rPr lang="en-US"/>
              <a:t>Undo pass </a:t>
            </a:r>
            <a:endParaRPr/>
          </a:p>
          <a:p>
            <a:pPr indent="-342900" lvl="0" marL="342900" rtl="0" algn="l">
              <a:spcBef>
                <a:spcPts val="700"/>
              </a:spcBef>
              <a:spcAft>
                <a:spcPts val="0"/>
              </a:spcAft>
              <a:buSzPts val="1800"/>
              <a:buChar char="●"/>
            </a:pPr>
            <a:r>
              <a:rPr lang="en-US"/>
              <a:t>Performs backward scan on log undoing all transaction in undo-list</a:t>
            </a:r>
            <a:endParaRPr/>
          </a:p>
          <a:p>
            <a:pPr indent="-285750" lvl="1" marL="742950" rtl="0" algn="l">
              <a:spcBef>
                <a:spcPts val="630"/>
              </a:spcBef>
              <a:spcAft>
                <a:spcPts val="0"/>
              </a:spcAft>
              <a:buSzPts val="1890"/>
              <a:buChar char="★"/>
            </a:pPr>
            <a:r>
              <a:rPr lang="en-US"/>
              <a:t>Backward scan optimized by skipping unneeded log records as follows:</a:t>
            </a:r>
            <a:endParaRPr/>
          </a:p>
          <a:p>
            <a:pPr indent="-228600" lvl="2" marL="1085850" rtl="0" algn="l">
              <a:spcBef>
                <a:spcPts val="630"/>
              </a:spcBef>
              <a:spcAft>
                <a:spcPts val="0"/>
              </a:spcAft>
              <a:buSzPts val="1530"/>
              <a:buChar char="⮚"/>
            </a:pPr>
            <a:r>
              <a:rPr lang="en-US"/>
              <a:t>Next LSN to be undone for each transaction set to LSN of last log record for transaction found by analysis pass.</a:t>
            </a:r>
            <a:endParaRPr/>
          </a:p>
          <a:p>
            <a:pPr indent="-228600" lvl="2" marL="1085850" rtl="0" algn="l">
              <a:spcBef>
                <a:spcPts val="630"/>
              </a:spcBef>
              <a:spcAft>
                <a:spcPts val="0"/>
              </a:spcAft>
              <a:buSzPts val="1530"/>
              <a:buChar char="⮚"/>
            </a:pPr>
            <a:r>
              <a:rPr lang="en-US"/>
              <a:t>At each step pick largest of these LSNs to undo, skip back to it and undo it </a:t>
            </a:r>
            <a:endParaRPr/>
          </a:p>
          <a:p>
            <a:pPr indent="-228600" lvl="2" marL="1085850" rtl="0" algn="l">
              <a:spcBef>
                <a:spcPts val="630"/>
              </a:spcBef>
              <a:spcAft>
                <a:spcPts val="0"/>
              </a:spcAft>
              <a:buSzPts val="1530"/>
              <a:buChar char="⮚"/>
            </a:pPr>
            <a:r>
              <a:rPr lang="en-US"/>
              <a:t>After undoing a log record</a:t>
            </a:r>
            <a:endParaRPr/>
          </a:p>
          <a:p>
            <a:pPr indent="-228600" lvl="3" marL="1428750" rtl="0" algn="l">
              <a:spcBef>
                <a:spcPts val="630"/>
              </a:spcBef>
              <a:spcAft>
                <a:spcPts val="0"/>
              </a:spcAft>
              <a:buSzPts val="1800"/>
              <a:buFont typeface="Helvetica Neue"/>
              <a:buChar char="–"/>
            </a:pPr>
            <a:r>
              <a:rPr lang="en-US"/>
              <a:t>For ordinary log records, set next LSN to be undone for transaction to PrevLSN noted in the log record</a:t>
            </a:r>
            <a:endParaRPr/>
          </a:p>
          <a:p>
            <a:pPr indent="-228600" lvl="3" marL="1428750" rtl="0" algn="l">
              <a:spcBef>
                <a:spcPts val="630"/>
              </a:spcBef>
              <a:spcAft>
                <a:spcPts val="0"/>
              </a:spcAft>
              <a:buSzPts val="1800"/>
              <a:buFont typeface="Helvetica Neue"/>
              <a:buChar char="–"/>
            </a:pPr>
            <a:r>
              <a:rPr lang="en-US"/>
              <a:t>For compensation log records (CLRs) set next LSN to be undo to UndoNextLSN noted in the log record</a:t>
            </a:r>
            <a:endParaRPr/>
          </a:p>
          <a:p>
            <a:pPr indent="-228600" lvl="4" marL="1771650" rtl="0" algn="l">
              <a:spcBef>
                <a:spcPts val="630"/>
              </a:spcBef>
              <a:spcAft>
                <a:spcPts val="0"/>
              </a:spcAft>
              <a:buSzPts val="1800"/>
              <a:buFont typeface="Helvetica Neue"/>
              <a:buChar char="»"/>
            </a:pPr>
            <a:r>
              <a:rPr lang="en-US"/>
              <a:t>All intervening records are skipped since they would have been undo already</a:t>
            </a:r>
            <a:endParaRPr/>
          </a:p>
          <a:p>
            <a:pPr indent="-342900" lvl="0" marL="342900" rtl="0" algn="l">
              <a:spcBef>
                <a:spcPts val="700"/>
              </a:spcBef>
              <a:spcAft>
                <a:spcPts val="0"/>
              </a:spcAft>
              <a:buSzPts val="1800"/>
              <a:buChar char="●"/>
            </a:pPr>
            <a:r>
              <a:rPr lang="en-US"/>
              <a:t>Undos performed as described earlier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9"/>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Other ARIES Features</a:t>
            </a:r>
            <a:endParaRPr/>
          </a:p>
        </p:txBody>
      </p:sp>
      <p:sp>
        <p:nvSpPr>
          <p:cNvPr id="595" name="Google Shape;595;p59"/>
          <p:cNvSpPr txBox="1"/>
          <p:nvPr>
            <p:ph idx="1" type="body"/>
          </p:nvPr>
        </p:nvSpPr>
        <p:spPr>
          <a:xfrm>
            <a:off x="409575" y="919163"/>
            <a:ext cx="8323263" cy="54546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Recovery Independence</a:t>
            </a:r>
            <a:endParaRPr/>
          </a:p>
          <a:p>
            <a:pPr indent="-285750" lvl="1" marL="742950" rtl="0" algn="l">
              <a:spcBef>
                <a:spcPts val="630"/>
              </a:spcBef>
              <a:spcAft>
                <a:spcPts val="0"/>
              </a:spcAft>
              <a:buSzPts val="1890"/>
              <a:buChar char="★"/>
            </a:pPr>
            <a:r>
              <a:rPr lang="en-US"/>
              <a:t>Pages can be recovered independently of others</a:t>
            </a:r>
            <a:endParaRPr/>
          </a:p>
          <a:p>
            <a:pPr indent="-228600" lvl="2" marL="1085850" rtl="0" algn="l">
              <a:spcBef>
                <a:spcPts val="630"/>
              </a:spcBef>
              <a:spcAft>
                <a:spcPts val="0"/>
              </a:spcAft>
              <a:buSzPts val="1530"/>
              <a:buChar char="⮚"/>
            </a:pPr>
            <a:r>
              <a:rPr lang="en-US"/>
              <a:t>E.g. if some disk pages fail they can be recovered from a backup while other pages are being used</a:t>
            </a:r>
            <a:endParaRPr/>
          </a:p>
          <a:p>
            <a:pPr indent="-342900" lvl="0" marL="342900" rtl="0" algn="l">
              <a:spcBef>
                <a:spcPts val="700"/>
              </a:spcBef>
              <a:spcAft>
                <a:spcPts val="0"/>
              </a:spcAft>
              <a:buSzPts val="1800"/>
              <a:buChar char="●"/>
            </a:pPr>
            <a:r>
              <a:rPr lang="en-US"/>
              <a:t>Savepoints:</a:t>
            </a:r>
            <a:endParaRPr/>
          </a:p>
          <a:p>
            <a:pPr indent="-285750" lvl="1" marL="742950" rtl="0" algn="l">
              <a:spcBef>
                <a:spcPts val="630"/>
              </a:spcBef>
              <a:spcAft>
                <a:spcPts val="0"/>
              </a:spcAft>
              <a:buSzPts val="1890"/>
              <a:buChar char="★"/>
            </a:pPr>
            <a:r>
              <a:rPr lang="en-US"/>
              <a:t>Transactions can record savepoints and roll back to a savepoint</a:t>
            </a:r>
            <a:endParaRPr/>
          </a:p>
          <a:p>
            <a:pPr indent="-228600" lvl="2" marL="1085850" rtl="0" algn="l">
              <a:spcBef>
                <a:spcPts val="630"/>
              </a:spcBef>
              <a:spcAft>
                <a:spcPts val="0"/>
              </a:spcAft>
              <a:buSzPts val="1530"/>
              <a:buChar char="⮚"/>
            </a:pPr>
            <a:r>
              <a:rPr lang="en-US"/>
              <a:t>Useful for complex transactions</a:t>
            </a:r>
            <a:endParaRPr/>
          </a:p>
          <a:p>
            <a:pPr indent="-228600" lvl="2" marL="1085850" rtl="0" algn="l">
              <a:spcBef>
                <a:spcPts val="630"/>
              </a:spcBef>
              <a:spcAft>
                <a:spcPts val="0"/>
              </a:spcAft>
              <a:buSzPts val="1530"/>
              <a:buChar char="⮚"/>
            </a:pPr>
            <a:r>
              <a:rPr lang="en-US"/>
              <a:t>Also used to rollback just enough to release locks on deadlock</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0"/>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Other ARIES Features (Cont.)</a:t>
            </a:r>
            <a:endParaRPr/>
          </a:p>
        </p:txBody>
      </p:sp>
      <p:sp>
        <p:nvSpPr>
          <p:cNvPr id="601" name="Google Shape;601;p60"/>
          <p:cNvSpPr txBox="1"/>
          <p:nvPr>
            <p:ph idx="1" type="body"/>
          </p:nvPr>
        </p:nvSpPr>
        <p:spPr>
          <a:xfrm>
            <a:off x="571500" y="1092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Fine-grained locking:</a:t>
            </a:r>
            <a:endParaRPr/>
          </a:p>
          <a:p>
            <a:pPr indent="-285750" lvl="1" marL="742950" rtl="0" algn="l">
              <a:spcBef>
                <a:spcPts val="630"/>
              </a:spcBef>
              <a:spcAft>
                <a:spcPts val="0"/>
              </a:spcAft>
              <a:buSzPts val="1890"/>
              <a:buChar char="★"/>
            </a:pPr>
            <a:r>
              <a:rPr lang="en-US"/>
              <a:t>Index concurrency algorithms that permit tuple level locking on indices can be used</a:t>
            </a:r>
            <a:endParaRPr/>
          </a:p>
          <a:p>
            <a:pPr indent="-228600" lvl="2" marL="1085850" rtl="0" algn="l">
              <a:spcBef>
                <a:spcPts val="630"/>
              </a:spcBef>
              <a:spcAft>
                <a:spcPts val="0"/>
              </a:spcAft>
              <a:buSzPts val="1530"/>
              <a:buChar char="⮚"/>
            </a:pPr>
            <a:r>
              <a:rPr lang="en-US"/>
              <a:t>These require logical undo, rather than physical undo, as in advanced recovery algorithm</a:t>
            </a:r>
            <a:endParaRPr/>
          </a:p>
          <a:p>
            <a:pPr indent="-342900" lvl="0" marL="342900" rtl="0" algn="l">
              <a:spcBef>
                <a:spcPts val="700"/>
              </a:spcBef>
              <a:spcAft>
                <a:spcPts val="0"/>
              </a:spcAft>
              <a:buSzPts val="1800"/>
              <a:buChar char="●"/>
            </a:pPr>
            <a:r>
              <a:rPr lang="en-US"/>
              <a:t>Recovery optimizations:  For example:</a:t>
            </a:r>
            <a:endParaRPr/>
          </a:p>
          <a:p>
            <a:pPr indent="-285750" lvl="1" marL="742950" rtl="0" algn="l">
              <a:spcBef>
                <a:spcPts val="630"/>
              </a:spcBef>
              <a:spcAft>
                <a:spcPts val="0"/>
              </a:spcAft>
              <a:buSzPts val="1890"/>
              <a:buChar char="★"/>
            </a:pPr>
            <a:r>
              <a:rPr lang="en-US"/>
              <a:t>Dirty page table can be used to prefetch pages during redo</a:t>
            </a:r>
            <a:endParaRPr/>
          </a:p>
          <a:p>
            <a:pPr indent="-285750" lvl="1" marL="742950" rtl="0" algn="l">
              <a:spcBef>
                <a:spcPts val="630"/>
              </a:spcBef>
              <a:spcAft>
                <a:spcPts val="0"/>
              </a:spcAft>
              <a:buSzPts val="1890"/>
              <a:buChar char="★"/>
            </a:pPr>
            <a:r>
              <a:rPr lang="en-US"/>
              <a:t>Out of order redo is possible:</a:t>
            </a:r>
            <a:endParaRPr/>
          </a:p>
          <a:p>
            <a:pPr indent="-228600" lvl="2" marL="1085850" rtl="0" algn="l">
              <a:spcBef>
                <a:spcPts val="630"/>
              </a:spcBef>
              <a:spcAft>
                <a:spcPts val="0"/>
              </a:spcAft>
              <a:buSzPts val="1530"/>
              <a:buChar char="⮚"/>
            </a:pPr>
            <a:r>
              <a:rPr lang="en-US"/>
              <a:t> redo can be postponed on a page being fetched from disk, and</a:t>
            </a:r>
            <a:br>
              <a:rPr lang="en-US"/>
            </a:br>
            <a:r>
              <a:rPr lang="en-US"/>
              <a:t> performed when page is fetched.  </a:t>
            </a:r>
            <a:endParaRPr/>
          </a:p>
          <a:p>
            <a:pPr indent="-228600" lvl="2" marL="1085850" rtl="0" algn="l">
              <a:spcBef>
                <a:spcPts val="630"/>
              </a:spcBef>
              <a:spcAft>
                <a:spcPts val="0"/>
              </a:spcAft>
              <a:buSzPts val="1530"/>
              <a:buChar char="⮚"/>
            </a:pPr>
            <a:r>
              <a:rPr lang="en-US"/>
              <a:t>Meanwhile other log records can continue to be processed</a:t>
            </a:r>
            <a:endParaRPr/>
          </a:p>
          <a:p>
            <a:pPr indent="-228600" lvl="0" marL="342900" rtl="0" algn="l">
              <a:spcBef>
                <a:spcPts val="700"/>
              </a:spcBef>
              <a:spcAft>
                <a:spcPts val="0"/>
              </a:spcAft>
              <a:buSzPts val="180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1"/>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Remote Backup Systems</a:t>
            </a:r>
            <a:endParaRPr/>
          </a:p>
        </p:txBody>
      </p:sp>
      <p:sp>
        <p:nvSpPr>
          <p:cNvPr id="607" name="Google Shape;607;p6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1800"/>
              <a:buFont typeface="Arial"/>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2"/>
          <p:cNvSpPr txBox="1"/>
          <p:nvPr>
            <p:ph type="title"/>
          </p:nvPr>
        </p:nvSpPr>
        <p:spPr>
          <a:xfrm>
            <a:off x="685800" y="152400"/>
            <a:ext cx="7772400" cy="5334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Remote Backup Systems</a:t>
            </a:r>
            <a:endParaRPr/>
          </a:p>
        </p:txBody>
      </p:sp>
      <p:sp>
        <p:nvSpPr>
          <p:cNvPr id="613" name="Google Shape;613;p62"/>
          <p:cNvSpPr txBox="1"/>
          <p:nvPr>
            <p:ph idx="4294967295" type="body"/>
          </p:nvPr>
        </p:nvSpPr>
        <p:spPr>
          <a:xfrm>
            <a:off x="304800" y="914400"/>
            <a:ext cx="8534400" cy="114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Remote backup systems provide high availability by allowing transaction processing to continue even if the primary site is destroyed.</a:t>
            </a:r>
            <a:endParaRPr/>
          </a:p>
        </p:txBody>
      </p:sp>
      <p:pic>
        <p:nvPicPr>
          <p:cNvPr id="614" name="Google Shape;614;p62"/>
          <p:cNvPicPr preferRelativeResize="0"/>
          <p:nvPr/>
        </p:nvPicPr>
        <p:blipFill rotWithShape="1">
          <a:blip r:embed="rId3">
            <a:alphaModFix/>
          </a:blip>
          <a:srcRect b="29829" l="1279" r="1064" t="30112"/>
          <a:stretch/>
        </p:blipFill>
        <p:spPr>
          <a:xfrm>
            <a:off x="609600" y="2235200"/>
            <a:ext cx="7967663" cy="24511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3"/>
          <p:cNvSpPr txBox="1"/>
          <p:nvPr>
            <p:ph type="title"/>
          </p:nvPr>
        </p:nvSpPr>
        <p:spPr>
          <a:xfrm>
            <a:off x="0" y="76200"/>
            <a:ext cx="9144000" cy="762000"/>
          </a:xfrm>
          <a:prstGeom prst="rect">
            <a:avLst/>
          </a:prstGeom>
          <a:noFill/>
          <a:ln>
            <a:noFill/>
          </a:ln>
        </p:spPr>
        <p:txBody>
          <a:bodyPr anchorCtr="0" anchor="b" bIns="45700" lIns="91425" spcFirstLastPara="1" rIns="91425" wrap="square" tIns="45700">
            <a:noAutofit/>
          </a:bodyPr>
          <a:lstStyle/>
          <a:p>
            <a:pPr indent="0" lvl="0" marL="0" rtl="0" algn="ctr">
              <a:lnSpc>
                <a:spcPct val="110000"/>
              </a:lnSpc>
              <a:spcBef>
                <a:spcPts val="0"/>
              </a:spcBef>
              <a:spcAft>
                <a:spcPts val="0"/>
              </a:spcAft>
              <a:buNone/>
            </a:pPr>
            <a:r>
              <a:rPr lang="en-US"/>
              <a:t>Remote Backup Systems (Cont.)</a:t>
            </a:r>
            <a:endParaRPr/>
          </a:p>
        </p:txBody>
      </p:sp>
      <p:sp>
        <p:nvSpPr>
          <p:cNvPr id="620" name="Google Shape;620;p63"/>
          <p:cNvSpPr txBox="1"/>
          <p:nvPr>
            <p:ph idx="4294967295" type="body"/>
          </p:nvPr>
        </p:nvSpPr>
        <p:spPr>
          <a:xfrm>
            <a:off x="304800" y="1143000"/>
            <a:ext cx="8458200" cy="6096000"/>
          </a:xfrm>
          <a:prstGeom prst="rect">
            <a:avLst/>
          </a:prstGeom>
          <a:noFill/>
          <a:ln>
            <a:noFill/>
          </a:ln>
        </p:spPr>
        <p:txBody>
          <a:bodyPr anchorCtr="0" anchor="t" bIns="45700" lIns="91425" spcFirstLastPara="1" rIns="91425" wrap="square" tIns="45700">
            <a:noAutofit/>
          </a:bodyPr>
          <a:lstStyle/>
          <a:p>
            <a:pPr indent="-342900" lvl="0" marL="342900" rtl="0" algn="l">
              <a:lnSpc>
                <a:spcPct val="110000"/>
              </a:lnSpc>
              <a:spcBef>
                <a:spcPts val="0"/>
              </a:spcBef>
              <a:spcAft>
                <a:spcPts val="0"/>
              </a:spcAft>
              <a:buClr>
                <a:srgbClr val="CC3300"/>
              </a:buClr>
              <a:buSzPts val="1800"/>
              <a:buChar char="●"/>
            </a:pPr>
            <a:r>
              <a:rPr b="1" lang="en-US"/>
              <a:t>Detection of failure</a:t>
            </a:r>
            <a:r>
              <a:rPr lang="en-US"/>
              <a:t>: Backup site must detect when primary site has failed </a:t>
            </a:r>
            <a:endParaRPr/>
          </a:p>
          <a:p>
            <a:pPr indent="-285750" lvl="1" marL="742950" rtl="0" algn="l">
              <a:lnSpc>
                <a:spcPct val="110000"/>
              </a:lnSpc>
              <a:spcBef>
                <a:spcPts val="630"/>
              </a:spcBef>
              <a:spcAft>
                <a:spcPts val="0"/>
              </a:spcAft>
              <a:buClr>
                <a:srgbClr val="CC3300"/>
              </a:buClr>
              <a:buSzPts val="1890"/>
              <a:buChar char="★"/>
            </a:pPr>
            <a:r>
              <a:rPr lang="en-US"/>
              <a:t>to distinguish primary site failure from link failure maintain several communication links between the primary and the remote backup.</a:t>
            </a:r>
            <a:endParaRPr/>
          </a:p>
          <a:p>
            <a:pPr indent="-342900" lvl="0" marL="342900" rtl="0" algn="l">
              <a:lnSpc>
                <a:spcPct val="90000"/>
              </a:lnSpc>
              <a:spcBef>
                <a:spcPts val="700"/>
              </a:spcBef>
              <a:spcAft>
                <a:spcPts val="0"/>
              </a:spcAft>
              <a:buClr>
                <a:srgbClr val="CC3300"/>
              </a:buClr>
              <a:buSzPts val="1800"/>
              <a:buChar char="●"/>
            </a:pPr>
            <a:r>
              <a:rPr b="1" lang="en-US"/>
              <a:t>Transfer of control</a:t>
            </a:r>
            <a:r>
              <a:rPr lang="en-US"/>
              <a:t>: </a:t>
            </a:r>
            <a:endParaRPr/>
          </a:p>
          <a:p>
            <a:pPr indent="-285750" lvl="1" marL="742950" rtl="0" algn="l">
              <a:lnSpc>
                <a:spcPct val="90000"/>
              </a:lnSpc>
              <a:spcBef>
                <a:spcPts val="630"/>
              </a:spcBef>
              <a:spcAft>
                <a:spcPts val="0"/>
              </a:spcAft>
              <a:buClr>
                <a:srgbClr val="CC3300"/>
              </a:buClr>
              <a:buSzPts val="1890"/>
              <a:buChar char="★"/>
            </a:pPr>
            <a:r>
              <a:rPr lang="en-US"/>
              <a:t>To take over control backup site first perform recovery using its copy of the database and all the long records it has received from the primary.</a:t>
            </a:r>
            <a:endParaRPr/>
          </a:p>
          <a:p>
            <a:pPr indent="-228600" lvl="2" marL="1085850" rtl="0" algn="l">
              <a:lnSpc>
                <a:spcPct val="90000"/>
              </a:lnSpc>
              <a:spcBef>
                <a:spcPts val="630"/>
              </a:spcBef>
              <a:spcAft>
                <a:spcPts val="0"/>
              </a:spcAft>
              <a:buClr>
                <a:srgbClr val="CC3300"/>
              </a:buClr>
              <a:buSzPts val="1530"/>
              <a:buChar char="⮚"/>
            </a:pPr>
            <a:r>
              <a:rPr lang="en-US"/>
              <a:t> Thus, completed transactions are redone and incomplete transactions are rolled back.</a:t>
            </a:r>
            <a:endParaRPr/>
          </a:p>
          <a:p>
            <a:pPr indent="-285750" lvl="1" marL="742950" rtl="0" algn="l">
              <a:lnSpc>
                <a:spcPct val="90000"/>
              </a:lnSpc>
              <a:spcBef>
                <a:spcPts val="630"/>
              </a:spcBef>
              <a:spcAft>
                <a:spcPts val="0"/>
              </a:spcAft>
              <a:buClr>
                <a:srgbClr val="CC3300"/>
              </a:buClr>
              <a:buSzPts val="1890"/>
              <a:buChar char="★"/>
            </a:pPr>
            <a:r>
              <a:rPr lang="en-US"/>
              <a:t>When the backup site takes over processing it becomes the new primary</a:t>
            </a:r>
            <a:endParaRPr/>
          </a:p>
          <a:p>
            <a:pPr indent="-285750" lvl="1" marL="742950" rtl="0" algn="l">
              <a:lnSpc>
                <a:spcPct val="110000"/>
              </a:lnSpc>
              <a:spcBef>
                <a:spcPts val="630"/>
              </a:spcBef>
              <a:spcAft>
                <a:spcPts val="0"/>
              </a:spcAft>
              <a:buClr>
                <a:srgbClr val="CC3300"/>
              </a:buClr>
              <a:buSzPts val="1890"/>
              <a:buChar char="★"/>
            </a:pPr>
            <a:r>
              <a:rPr lang="en-US"/>
              <a:t>To transfer control back to old primary when it recovers, old primary must receive redo logs from the old backup and apply all updates locally.</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4"/>
          <p:cNvSpPr txBox="1"/>
          <p:nvPr>
            <p:ph type="title"/>
          </p:nvPr>
        </p:nvSpPr>
        <p:spPr>
          <a:xfrm>
            <a:off x="0" y="76200"/>
            <a:ext cx="9144000" cy="5334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Remote Backup Systems (Cont.)</a:t>
            </a:r>
            <a:endParaRPr/>
          </a:p>
        </p:txBody>
      </p:sp>
      <p:sp>
        <p:nvSpPr>
          <p:cNvPr id="626" name="Google Shape;626;p64"/>
          <p:cNvSpPr txBox="1"/>
          <p:nvPr>
            <p:ph idx="4294967295" type="body"/>
          </p:nvPr>
        </p:nvSpPr>
        <p:spPr>
          <a:xfrm>
            <a:off x="457200" y="1066800"/>
            <a:ext cx="7848600" cy="4724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CC3300"/>
              </a:buClr>
              <a:buSzPts val="1800"/>
              <a:buChar char="●"/>
            </a:pPr>
            <a:r>
              <a:rPr b="1" lang="en-US"/>
              <a:t>Time to recover</a:t>
            </a:r>
            <a:r>
              <a:rPr lang="en-US"/>
              <a:t>: To reduce delay in takeover, backup site periodically proceses the redo log records (in effect, performing recovery from previous database state), performs a checkpoint, and can then delete earlier parts of the log. </a:t>
            </a:r>
            <a:endParaRPr/>
          </a:p>
          <a:p>
            <a:pPr indent="-342900" lvl="0" marL="342900" rtl="0" algn="l">
              <a:spcBef>
                <a:spcPts val="700"/>
              </a:spcBef>
              <a:spcAft>
                <a:spcPts val="0"/>
              </a:spcAft>
              <a:buClr>
                <a:srgbClr val="CC3300"/>
              </a:buClr>
              <a:buSzPts val="1800"/>
              <a:buChar char="●"/>
            </a:pPr>
            <a:r>
              <a:rPr b="1" lang="en-US">
                <a:solidFill>
                  <a:schemeClr val="dk2"/>
                </a:solidFill>
              </a:rPr>
              <a:t>Hot-Spare</a:t>
            </a:r>
            <a:r>
              <a:rPr lang="en-US"/>
              <a:t> configuration permits very fast takeover:</a:t>
            </a:r>
            <a:endParaRPr/>
          </a:p>
          <a:p>
            <a:pPr indent="-285750" lvl="1" marL="742950" rtl="0" algn="l">
              <a:spcBef>
                <a:spcPts val="630"/>
              </a:spcBef>
              <a:spcAft>
                <a:spcPts val="0"/>
              </a:spcAft>
              <a:buSzPts val="1620"/>
              <a:buChar char="★"/>
            </a:pPr>
            <a:r>
              <a:rPr lang="en-US"/>
              <a:t>Backup continually processes redo log record as they arrive, applying the updates locally.</a:t>
            </a:r>
            <a:endParaRPr/>
          </a:p>
          <a:p>
            <a:pPr indent="-285750" lvl="1" marL="742950" rtl="0" algn="l">
              <a:spcBef>
                <a:spcPts val="630"/>
              </a:spcBef>
              <a:spcAft>
                <a:spcPts val="0"/>
              </a:spcAft>
              <a:buSzPts val="1620"/>
              <a:buChar char="★"/>
            </a:pPr>
            <a:r>
              <a:rPr lang="en-US"/>
              <a:t>When failure of the primary is detected the backup rolls back incomplete transactions, and is ready to  process new transactions.</a:t>
            </a:r>
            <a:endParaRPr/>
          </a:p>
          <a:p>
            <a:pPr indent="-342900" lvl="0" marL="342900" rtl="0" algn="l">
              <a:spcBef>
                <a:spcPts val="700"/>
              </a:spcBef>
              <a:spcAft>
                <a:spcPts val="0"/>
              </a:spcAft>
              <a:buSzPts val="1800"/>
              <a:buChar char="●"/>
            </a:pPr>
            <a:r>
              <a:rPr lang="en-US"/>
              <a:t>Alternative to remote backup: distributed database with replicated data</a:t>
            </a:r>
            <a:endParaRPr/>
          </a:p>
          <a:p>
            <a:pPr indent="-285750" lvl="1" marL="742950" rtl="0" algn="l">
              <a:spcBef>
                <a:spcPts val="630"/>
              </a:spcBef>
              <a:spcAft>
                <a:spcPts val="0"/>
              </a:spcAft>
              <a:buSzPts val="1890"/>
              <a:buChar char="★"/>
            </a:pPr>
            <a:r>
              <a:rPr lang="en-US"/>
              <a:t>Remote backup is faster and cheaper, but less tolerant to failure </a:t>
            </a:r>
            <a:endParaRPr/>
          </a:p>
          <a:p>
            <a:pPr indent="-228600" lvl="2" marL="1085850" rtl="0" algn="l">
              <a:spcBef>
                <a:spcPts val="630"/>
              </a:spcBef>
              <a:spcAft>
                <a:spcPts val="0"/>
              </a:spcAft>
              <a:buSzPts val="1530"/>
              <a:buChar char="⮚"/>
            </a:pPr>
            <a:r>
              <a:rPr lang="en-US"/>
              <a:t>more on this in Chapter 19</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5"/>
          <p:cNvSpPr txBox="1"/>
          <p:nvPr>
            <p:ph type="title"/>
          </p:nvPr>
        </p:nvSpPr>
        <p:spPr>
          <a:xfrm>
            <a:off x="0" y="0"/>
            <a:ext cx="9144000" cy="685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Remote Backup Systems (Cont.)</a:t>
            </a:r>
            <a:endParaRPr/>
          </a:p>
        </p:txBody>
      </p:sp>
      <p:sp>
        <p:nvSpPr>
          <p:cNvPr id="632" name="Google Shape;632;p65"/>
          <p:cNvSpPr txBox="1"/>
          <p:nvPr>
            <p:ph idx="4294967295" type="body"/>
          </p:nvPr>
        </p:nvSpPr>
        <p:spPr>
          <a:xfrm>
            <a:off x="533400" y="1066800"/>
            <a:ext cx="8153400" cy="5181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CC3300"/>
              </a:buClr>
              <a:buSzPts val="1800"/>
              <a:buChar char="●"/>
            </a:pPr>
            <a:r>
              <a:rPr lang="en-US"/>
              <a:t>Ensure durability of updates by delaying transaction commit until update is logged at backup; avoid this delay by permitting lower degrees of durability.</a:t>
            </a:r>
            <a:endParaRPr/>
          </a:p>
          <a:p>
            <a:pPr indent="-342900" lvl="0" marL="342900" rtl="0" algn="l">
              <a:lnSpc>
                <a:spcPct val="90000"/>
              </a:lnSpc>
              <a:spcBef>
                <a:spcPts val="700"/>
              </a:spcBef>
              <a:spcAft>
                <a:spcPts val="0"/>
              </a:spcAft>
              <a:buClr>
                <a:srgbClr val="CC3300"/>
              </a:buClr>
              <a:buSzPts val="1800"/>
              <a:buChar char="●"/>
            </a:pPr>
            <a:r>
              <a:rPr b="1" lang="en-US">
                <a:solidFill>
                  <a:schemeClr val="dk2"/>
                </a:solidFill>
              </a:rPr>
              <a:t>One-safe:</a:t>
            </a:r>
            <a:r>
              <a:rPr b="1" lang="en-US"/>
              <a:t> </a:t>
            </a:r>
            <a:r>
              <a:rPr lang="en-US"/>
              <a:t>commit as soon as transaction’s commit log record is written at primary</a:t>
            </a:r>
            <a:endParaRPr/>
          </a:p>
          <a:p>
            <a:pPr indent="-285750" lvl="1" marL="742950" rtl="0" algn="l">
              <a:lnSpc>
                <a:spcPct val="90000"/>
              </a:lnSpc>
              <a:spcBef>
                <a:spcPts val="630"/>
              </a:spcBef>
              <a:spcAft>
                <a:spcPts val="0"/>
              </a:spcAft>
              <a:buClr>
                <a:srgbClr val="CC3300"/>
              </a:buClr>
              <a:buSzPts val="1890"/>
              <a:buChar char="★"/>
            </a:pPr>
            <a:r>
              <a:rPr lang="en-US"/>
              <a:t>Problem: updates may not arrive at backup before it takes over.</a:t>
            </a:r>
            <a:endParaRPr/>
          </a:p>
          <a:p>
            <a:pPr indent="-342900" lvl="0" marL="342900" rtl="0" algn="l">
              <a:lnSpc>
                <a:spcPct val="90000"/>
              </a:lnSpc>
              <a:spcBef>
                <a:spcPts val="700"/>
              </a:spcBef>
              <a:spcAft>
                <a:spcPts val="0"/>
              </a:spcAft>
              <a:buClr>
                <a:srgbClr val="CC3300"/>
              </a:buClr>
              <a:buSzPts val="1800"/>
              <a:buChar char="●"/>
            </a:pPr>
            <a:r>
              <a:rPr b="1" lang="en-US">
                <a:solidFill>
                  <a:schemeClr val="dk2"/>
                </a:solidFill>
              </a:rPr>
              <a:t>Two-very-safe:</a:t>
            </a:r>
            <a:r>
              <a:rPr lang="en-US"/>
              <a:t> commit when transaction’s commit log record is written at primary and backup</a:t>
            </a:r>
            <a:endParaRPr/>
          </a:p>
          <a:p>
            <a:pPr indent="-285750" lvl="1" marL="742950" rtl="0" algn="l">
              <a:lnSpc>
                <a:spcPct val="90000"/>
              </a:lnSpc>
              <a:spcBef>
                <a:spcPts val="630"/>
              </a:spcBef>
              <a:spcAft>
                <a:spcPts val="0"/>
              </a:spcAft>
              <a:buClr>
                <a:srgbClr val="CC3300"/>
              </a:buClr>
              <a:buSzPts val="1890"/>
              <a:buChar char="★"/>
            </a:pPr>
            <a:r>
              <a:rPr lang="en-US"/>
              <a:t>Reduces availability since transactions cannot commit if either site fails.</a:t>
            </a:r>
            <a:endParaRPr/>
          </a:p>
          <a:p>
            <a:pPr indent="-342900" lvl="0" marL="342900" rtl="0" algn="l">
              <a:lnSpc>
                <a:spcPct val="90000"/>
              </a:lnSpc>
              <a:spcBef>
                <a:spcPts val="700"/>
              </a:spcBef>
              <a:spcAft>
                <a:spcPts val="0"/>
              </a:spcAft>
              <a:buClr>
                <a:srgbClr val="CC3300"/>
              </a:buClr>
              <a:buSzPts val="1800"/>
              <a:buChar char="●"/>
            </a:pPr>
            <a:r>
              <a:rPr b="1" lang="en-US">
                <a:solidFill>
                  <a:schemeClr val="dk2"/>
                </a:solidFill>
              </a:rPr>
              <a:t>Two-safe:</a:t>
            </a:r>
            <a:r>
              <a:rPr lang="en-US"/>
              <a:t> proceed as in two-very-safe if both primary and backup are active. If only the primary is active, the transaction commits as soon as is commit log record is written at the primary. </a:t>
            </a:r>
            <a:endParaRPr/>
          </a:p>
          <a:p>
            <a:pPr indent="-285750" lvl="1" marL="742950" rtl="0" algn="l">
              <a:lnSpc>
                <a:spcPct val="90000"/>
              </a:lnSpc>
              <a:spcBef>
                <a:spcPts val="630"/>
              </a:spcBef>
              <a:spcAft>
                <a:spcPts val="0"/>
              </a:spcAft>
              <a:buClr>
                <a:srgbClr val="CC3300"/>
              </a:buClr>
              <a:buSzPts val="1890"/>
              <a:buChar char="★"/>
            </a:pPr>
            <a:r>
              <a:rPr lang="en-US"/>
              <a:t>Better availability than two-very-safe; avoids problem of lost transactions in one-safe.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6"/>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a:t>
            </a:r>
            <a:endParaRPr/>
          </a:p>
        </p:txBody>
      </p:sp>
      <p:sp>
        <p:nvSpPr>
          <p:cNvPr id="638" name="Google Shape;638;p6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1800"/>
              <a:buFont typeface="Arial"/>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7"/>
          <p:cNvSpPr txBox="1"/>
          <p:nvPr>
            <p:ph type="title"/>
          </p:nvPr>
        </p:nvSpPr>
        <p:spPr>
          <a:xfrm>
            <a:off x="533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Block Storage Operations</a:t>
            </a:r>
            <a:endParaRPr/>
          </a:p>
        </p:txBody>
      </p:sp>
      <p:pic>
        <p:nvPicPr>
          <p:cNvPr id="644" name="Google Shape;644;p67"/>
          <p:cNvPicPr preferRelativeResize="0"/>
          <p:nvPr/>
        </p:nvPicPr>
        <p:blipFill rotWithShape="1">
          <a:blip r:embed="rId3">
            <a:alphaModFix/>
          </a:blip>
          <a:srcRect b="5023" l="1370" r="1369" t="5479"/>
          <a:stretch/>
        </p:blipFill>
        <p:spPr>
          <a:xfrm>
            <a:off x="1905000" y="1295400"/>
            <a:ext cx="5410200" cy="37338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8"/>
          <p:cNvSpPr txBox="1"/>
          <p:nvPr>
            <p:ph type="title"/>
          </p:nvPr>
        </p:nvSpPr>
        <p:spPr>
          <a:xfrm>
            <a:off x="685800" y="3048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Portion of the Database Log Corresponding to </a:t>
            </a:r>
            <a:r>
              <a:rPr i="1" lang="en-US" sz="2800"/>
              <a:t>T</a:t>
            </a:r>
            <a:r>
              <a:rPr baseline="-25000" lang="en-US" sz="2800"/>
              <a:t>0</a:t>
            </a:r>
            <a:r>
              <a:rPr lang="en-US" sz="2800"/>
              <a:t> and </a:t>
            </a:r>
            <a:r>
              <a:rPr i="1" lang="en-US" sz="2800"/>
              <a:t>T</a:t>
            </a:r>
            <a:r>
              <a:rPr baseline="-25000" lang="en-US" sz="2800"/>
              <a:t>1</a:t>
            </a:r>
            <a:endParaRPr sz="2800"/>
          </a:p>
        </p:txBody>
      </p:sp>
      <p:pic>
        <p:nvPicPr>
          <p:cNvPr id="650" name="Google Shape;650;p68"/>
          <p:cNvPicPr preferRelativeResize="0"/>
          <p:nvPr/>
        </p:nvPicPr>
        <p:blipFill rotWithShape="1">
          <a:blip r:embed="rId3">
            <a:alphaModFix/>
          </a:blip>
          <a:srcRect b="3380" l="21739" r="23188" t="3865"/>
          <a:stretch/>
        </p:blipFill>
        <p:spPr>
          <a:xfrm>
            <a:off x="3124200" y="1447800"/>
            <a:ext cx="2895600" cy="36576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9"/>
          <p:cNvSpPr txBox="1"/>
          <p:nvPr>
            <p:ph type="title"/>
          </p:nvPr>
        </p:nvSpPr>
        <p:spPr>
          <a:xfrm>
            <a:off x="4572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State of the Log and Database Corresponding to </a:t>
            </a:r>
            <a:r>
              <a:rPr i="1" lang="en-US" sz="2800"/>
              <a:t>T</a:t>
            </a:r>
            <a:r>
              <a:rPr baseline="-25000" lang="en-US" sz="2800"/>
              <a:t>0 </a:t>
            </a:r>
            <a:r>
              <a:rPr lang="en-US" sz="2800"/>
              <a:t>and </a:t>
            </a:r>
            <a:r>
              <a:rPr i="1" lang="en-US" sz="2800"/>
              <a:t>T</a:t>
            </a:r>
            <a:r>
              <a:rPr baseline="-25000" lang="en-US" sz="2800"/>
              <a:t>1</a:t>
            </a:r>
            <a:endParaRPr sz="2800"/>
          </a:p>
        </p:txBody>
      </p:sp>
      <p:pic>
        <p:nvPicPr>
          <p:cNvPr id="656" name="Google Shape;656;p69"/>
          <p:cNvPicPr preferRelativeResize="0"/>
          <p:nvPr/>
        </p:nvPicPr>
        <p:blipFill rotWithShape="1">
          <a:blip r:embed="rId3">
            <a:alphaModFix/>
          </a:blip>
          <a:srcRect b="2701" l="10811" r="13513" t="1802"/>
          <a:stretch/>
        </p:blipFill>
        <p:spPr>
          <a:xfrm>
            <a:off x="2362200" y="1219200"/>
            <a:ext cx="4267200" cy="40386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0"/>
          <p:cNvSpPr txBox="1"/>
          <p:nvPr>
            <p:ph type="title"/>
          </p:nvPr>
        </p:nvSpPr>
        <p:spPr>
          <a:xfrm>
            <a:off x="5334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Portion of the System Log Corresponding to </a:t>
            </a:r>
            <a:r>
              <a:rPr i="1" lang="en-US" sz="2800"/>
              <a:t>T</a:t>
            </a:r>
            <a:r>
              <a:rPr baseline="-25000" lang="en-US" sz="2800"/>
              <a:t>0</a:t>
            </a:r>
            <a:r>
              <a:rPr lang="en-US" sz="2800"/>
              <a:t> and </a:t>
            </a:r>
            <a:r>
              <a:rPr i="1" lang="en-US" sz="2800"/>
              <a:t>T</a:t>
            </a:r>
            <a:r>
              <a:rPr baseline="-25000" lang="en-US" sz="2800"/>
              <a:t>1</a:t>
            </a:r>
            <a:endParaRPr sz="2800"/>
          </a:p>
        </p:txBody>
      </p:sp>
      <p:pic>
        <p:nvPicPr>
          <p:cNvPr id="662" name="Google Shape;662;p70"/>
          <p:cNvPicPr preferRelativeResize="0"/>
          <p:nvPr/>
        </p:nvPicPr>
        <p:blipFill rotWithShape="1">
          <a:blip r:embed="rId3">
            <a:alphaModFix/>
          </a:blip>
          <a:srcRect b="1960" l="7353" r="11765" t="3921"/>
          <a:stretch/>
        </p:blipFill>
        <p:spPr>
          <a:xfrm>
            <a:off x="2286000" y="1524000"/>
            <a:ext cx="4191000" cy="36576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71"/>
          <p:cNvSpPr txBox="1"/>
          <p:nvPr>
            <p:ph type="title"/>
          </p:nvPr>
        </p:nvSpPr>
        <p:spPr>
          <a:xfrm>
            <a:off x="533400" y="1524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State of System Log and Database Corresponding to </a:t>
            </a:r>
            <a:r>
              <a:rPr i="1" lang="en-US" sz="2800"/>
              <a:t>T</a:t>
            </a:r>
            <a:r>
              <a:rPr baseline="-25000" lang="en-US" sz="2800"/>
              <a:t>0</a:t>
            </a:r>
            <a:r>
              <a:rPr lang="en-US" sz="2800"/>
              <a:t> and </a:t>
            </a:r>
            <a:r>
              <a:rPr i="1" lang="en-US" sz="2800"/>
              <a:t>T</a:t>
            </a:r>
            <a:r>
              <a:rPr baseline="-25000" lang="en-US" sz="2800"/>
              <a:t>1</a:t>
            </a:r>
            <a:endParaRPr sz="2800"/>
          </a:p>
        </p:txBody>
      </p:sp>
      <p:pic>
        <p:nvPicPr>
          <p:cNvPr id="668" name="Google Shape;668;p71"/>
          <p:cNvPicPr preferRelativeResize="0"/>
          <p:nvPr/>
        </p:nvPicPr>
        <p:blipFill rotWithShape="1">
          <a:blip r:embed="rId3">
            <a:alphaModFix/>
          </a:blip>
          <a:srcRect b="3510" l="11842" r="11842" t="1754"/>
          <a:stretch/>
        </p:blipFill>
        <p:spPr>
          <a:xfrm>
            <a:off x="2209800" y="1371600"/>
            <a:ext cx="4419600" cy="41148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dbook-templ">
  <a:themeElements>
    <a:clrScheme name="">
      <a:dk1>
        <a:srgbClr val="000000"/>
      </a:dk1>
      <a:lt1>
        <a:srgbClr val="CCECFF"/>
      </a:lt1>
      <a:dk2>
        <a:srgbClr val="CC3300"/>
      </a:dk2>
      <a:lt2>
        <a:srgbClr val="666699"/>
      </a:lt2>
      <a:accent1>
        <a:srgbClr val="FFCCCC"/>
      </a:accent1>
      <a:accent2>
        <a:srgbClr val="CCCC00"/>
      </a:accent2>
      <a:accent3>
        <a:srgbClr val="E2F4FF"/>
      </a:accent3>
      <a:accent4>
        <a:srgbClr val="000000"/>
      </a:accent4>
      <a:accent5>
        <a:srgbClr val="FFE2E2"/>
      </a:accent5>
      <a:accent6>
        <a:srgbClr val="B9B900"/>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2000-06-27T06:50:15Z</dcterms:created>
  <dc:creator>vaibhav vasani</dc:creator>
</cp:coreProperties>
</file>