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9.xml"/>
  <Override ContentType="application/vnd.openxmlformats-officedocument.presentationml.slideMaster+xml" PartName="/ppt/slideMasters/slideMaster11.xml"/>
  <Override ContentType="application/vnd.openxmlformats-officedocument.presentationml.slideMaster+xml" PartName="/ppt/slideMasters/slideMaster13.xml"/>
  <Override ContentType="application/vnd.openxmlformats-officedocument.presentationml.slideMaster+xml" PartName="/ppt/slideMasters/slideMaster10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7.xml"/>
  <Override ContentType="application/vnd.openxmlformats-officedocument.presentationml.slideMaster+xml" PartName="/ppt/slideMasters/slideMaster5.xml"/>
  <Override ContentType="application/vnd.openxmlformats-officedocument.presentationml.slideMaster+xml" PartName="/ppt/slideMasters/slideMaster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14.xml"/>
  <Override ContentType="application/vnd.openxmlformats-officedocument.presentationml.slideMaster+xml" PartName="/ppt/slideMasters/slideMaster12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6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14.xml"/>
  <Override ContentType="application/vnd.openxmlformats-officedocument.theme+xml" PartName="/ppt/theme/theme6.xml"/>
  <Override ContentType="application/vnd.openxmlformats-officedocument.theme+xml" PartName="/ppt/theme/theme3.xml"/>
  <Override ContentType="application/vnd.openxmlformats-officedocument.theme+xml" PartName="/ppt/theme/theme11.xml"/>
  <Override ContentType="application/vnd.openxmlformats-officedocument.theme+xml" PartName="/ppt/theme/theme5.xml"/>
  <Override ContentType="application/vnd.openxmlformats-officedocument.theme+xml" PartName="/ppt/theme/theme15.xml"/>
  <Override ContentType="application/vnd.openxmlformats-officedocument.theme+xml" PartName="/ppt/theme/theme9.xml"/>
  <Override ContentType="application/vnd.openxmlformats-officedocument.theme+xml" PartName="/ppt/theme/theme13.xml"/>
  <Override ContentType="application/vnd.openxmlformats-officedocument.theme+xml" PartName="/ppt/theme/theme7.xml"/>
  <Override ContentType="application/vnd.openxmlformats-officedocument.theme+xml" PartName="/ppt/theme/theme2.xml"/>
  <Override ContentType="application/vnd.openxmlformats-officedocument.theme+xml" PartName="/ppt/theme/theme4.xml"/>
  <Override ContentType="application/vnd.openxmlformats-officedocument.theme+xml" PartName="/ppt/theme/theme8.xml"/>
  <Override ContentType="application/vnd.openxmlformats-officedocument.theme+xml" PartName="/ppt/theme/theme10.xml"/>
  <Override ContentType="application/vnd.openxmlformats-officedocument.theme+xml" PartName="/ppt/theme/theme1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  <p:sldMasterId id="2147483672" r:id="rId6"/>
    <p:sldMasterId id="2147483673" r:id="rId7"/>
    <p:sldMasterId id="2147483674" r:id="rId8"/>
    <p:sldMasterId id="2147483675" r:id="rId9"/>
    <p:sldMasterId id="2147483676" r:id="rId10"/>
    <p:sldMasterId id="2147483677" r:id="rId11"/>
    <p:sldMasterId id="2147483678" r:id="rId12"/>
    <p:sldMasterId id="2147483679" r:id="rId13"/>
    <p:sldMasterId id="2147483680" r:id="rId14"/>
    <p:sldMasterId id="2147483681" r:id="rId15"/>
    <p:sldMasterId id="2147483682" r:id="rId16"/>
    <p:sldMasterId id="2147483683" r:id="rId17"/>
  </p:sldMasterIdLst>
  <p:notesMasterIdLst>
    <p:notesMasterId r:id="rId18"/>
  </p:notesMasterIdLst>
  <p:sldIdLst>
    <p:sldId id="256" r:id="rId19"/>
    <p:sldId id="257" r:id="rId20"/>
    <p:sldId id="258" r:id="rId21"/>
    <p:sldId id="259" r:id="rId22"/>
    <p:sldId id="260" r:id="rId23"/>
    <p:sldId id="261" r:id="rId24"/>
    <p:sldId id="262" r:id="rId25"/>
    <p:sldId id="263" r:id="rId26"/>
    <p:sldId id="264" r:id="rId27"/>
    <p:sldId id="265" r:id="rId28"/>
    <p:sldId id="266" r:id="rId29"/>
    <p:sldId id="267" r:id="rId30"/>
    <p:sldId id="268" r:id="rId31"/>
    <p:sldId id="269" r:id="rId32"/>
    <p:sldId id="270" r:id="rId33"/>
    <p:sldId id="271" r:id="rId34"/>
    <p:sldId id="272" r:id="rId35"/>
    <p:sldId id="273" r:id="rId36"/>
    <p:sldId id="274" r:id="rId37"/>
    <p:sldId id="275" r:id="rId38"/>
    <p:sldId id="276" r:id="rId39"/>
    <p:sldId id="277" r:id="rId40"/>
    <p:sldId id="278" r:id="rId41"/>
    <p:sldId id="279" r:id="rId42"/>
    <p:sldId id="280" r:id="rId43"/>
    <p:sldId id="281" r:id="rId44"/>
    <p:sldId id="282" r:id="rId45"/>
    <p:sldId id="283" r:id="rId46"/>
    <p:sldId id="284" r:id="rId47"/>
    <p:sldId id="285" r:id="rId48"/>
    <p:sldId id="286" r:id="rId49"/>
    <p:sldId id="287" r:id="rId50"/>
  </p:sldIdLst>
  <p:sldSz cy="6858000" cx="9144000"/>
  <p:notesSz cx="6858000" cy="9144000"/>
  <p:embeddedFontLst>
    <p:embeddedFont>
      <p:font typeface="Tahoma"/>
      <p:regular r:id="rId51"/>
      <p:bold r:id="rId52"/>
    </p:embeddedFont>
    <p:embeddedFont>
      <p:font typeface="Noto Sans Symbols"/>
      <p:regular r:id="rId53"/>
      <p:bold r:id="rId5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92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92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22.xml"/><Relationship Id="rId42" Type="http://schemas.openxmlformats.org/officeDocument/2006/relationships/slide" Target="slides/slide24.xml"/><Relationship Id="rId41" Type="http://schemas.openxmlformats.org/officeDocument/2006/relationships/slide" Target="slides/slide23.xml"/><Relationship Id="rId44" Type="http://schemas.openxmlformats.org/officeDocument/2006/relationships/slide" Target="slides/slide26.xml"/><Relationship Id="rId43" Type="http://schemas.openxmlformats.org/officeDocument/2006/relationships/slide" Target="slides/slide25.xml"/><Relationship Id="rId46" Type="http://schemas.openxmlformats.org/officeDocument/2006/relationships/slide" Target="slides/slide28.xml"/><Relationship Id="rId45" Type="http://schemas.openxmlformats.org/officeDocument/2006/relationships/slide" Target="slides/slide27.xml"/><Relationship Id="rId1" Type="http://schemas.openxmlformats.org/officeDocument/2006/relationships/theme" Target="theme/theme4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48" Type="http://schemas.openxmlformats.org/officeDocument/2006/relationships/slide" Target="slides/slide30.xml"/><Relationship Id="rId47" Type="http://schemas.openxmlformats.org/officeDocument/2006/relationships/slide" Target="slides/slide29.xml"/><Relationship Id="rId49" Type="http://schemas.openxmlformats.org/officeDocument/2006/relationships/slide" Target="slides/slide3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8" Type="http://schemas.openxmlformats.org/officeDocument/2006/relationships/slideMaster" Target="slideMasters/slideMaster5.xml"/><Relationship Id="rId31" Type="http://schemas.openxmlformats.org/officeDocument/2006/relationships/slide" Target="slides/slide13.xml"/><Relationship Id="rId30" Type="http://schemas.openxmlformats.org/officeDocument/2006/relationships/slide" Target="slides/slide12.xml"/><Relationship Id="rId33" Type="http://schemas.openxmlformats.org/officeDocument/2006/relationships/slide" Target="slides/slide15.xml"/><Relationship Id="rId32" Type="http://schemas.openxmlformats.org/officeDocument/2006/relationships/slide" Target="slides/slide14.xml"/><Relationship Id="rId35" Type="http://schemas.openxmlformats.org/officeDocument/2006/relationships/slide" Target="slides/slide17.xml"/><Relationship Id="rId34" Type="http://schemas.openxmlformats.org/officeDocument/2006/relationships/slide" Target="slides/slide16.xml"/><Relationship Id="rId37" Type="http://schemas.openxmlformats.org/officeDocument/2006/relationships/slide" Target="slides/slide19.xml"/><Relationship Id="rId36" Type="http://schemas.openxmlformats.org/officeDocument/2006/relationships/slide" Target="slides/slide18.xml"/><Relationship Id="rId39" Type="http://schemas.openxmlformats.org/officeDocument/2006/relationships/slide" Target="slides/slide21.xml"/><Relationship Id="rId38" Type="http://schemas.openxmlformats.org/officeDocument/2006/relationships/slide" Target="slides/slide20.xml"/><Relationship Id="rId20" Type="http://schemas.openxmlformats.org/officeDocument/2006/relationships/slide" Target="slides/slide2.xml"/><Relationship Id="rId22" Type="http://schemas.openxmlformats.org/officeDocument/2006/relationships/slide" Target="slides/slide4.xml"/><Relationship Id="rId21" Type="http://schemas.openxmlformats.org/officeDocument/2006/relationships/slide" Target="slides/slide3.xml"/><Relationship Id="rId24" Type="http://schemas.openxmlformats.org/officeDocument/2006/relationships/slide" Target="slides/slide6.xml"/><Relationship Id="rId23" Type="http://schemas.openxmlformats.org/officeDocument/2006/relationships/slide" Target="slides/slide5.xml"/><Relationship Id="rId26" Type="http://schemas.openxmlformats.org/officeDocument/2006/relationships/slide" Target="slides/slide8.xml"/><Relationship Id="rId25" Type="http://schemas.openxmlformats.org/officeDocument/2006/relationships/slide" Target="slides/slide7.xml"/><Relationship Id="rId28" Type="http://schemas.openxmlformats.org/officeDocument/2006/relationships/slide" Target="slides/slide10.xml"/><Relationship Id="rId27" Type="http://schemas.openxmlformats.org/officeDocument/2006/relationships/slide" Target="slides/slide9.xml"/><Relationship Id="rId29" Type="http://schemas.openxmlformats.org/officeDocument/2006/relationships/slide" Target="slides/slide11.xml"/><Relationship Id="rId51" Type="http://schemas.openxmlformats.org/officeDocument/2006/relationships/font" Target="fonts/Tahoma-regular.fntdata"/><Relationship Id="rId50" Type="http://schemas.openxmlformats.org/officeDocument/2006/relationships/slide" Target="slides/slide32.xml"/><Relationship Id="rId53" Type="http://schemas.openxmlformats.org/officeDocument/2006/relationships/font" Target="fonts/NotoSansSymbols-regular.fntdata"/><Relationship Id="rId52" Type="http://schemas.openxmlformats.org/officeDocument/2006/relationships/font" Target="fonts/Tahoma-bold.fntdata"/><Relationship Id="rId11" Type="http://schemas.openxmlformats.org/officeDocument/2006/relationships/slideMaster" Target="slideMasters/slideMaster8.xml"/><Relationship Id="rId10" Type="http://schemas.openxmlformats.org/officeDocument/2006/relationships/slideMaster" Target="slideMasters/slideMaster7.xml"/><Relationship Id="rId54" Type="http://schemas.openxmlformats.org/officeDocument/2006/relationships/font" Target="fonts/NotoSansSymbols-bold.fntdata"/><Relationship Id="rId13" Type="http://schemas.openxmlformats.org/officeDocument/2006/relationships/slideMaster" Target="slideMasters/slideMaster10.xml"/><Relationship Id="rId12" Type="http://schemas.openxmlformats.org/officeDocument/2006/relationships/slideMaster" Target="slideMasters/slideMaster9.xml"/><Relationship Id="rId15" Type="http://schemas.openxmlformats.org/officeDocument/2006/relationships/slideMaster" Target="slideMasters/slideMaster12.xml"/><Relationship Id="rId14" Type="http://schemas.openxmlformats.org/officeDocument/2006/relationships/slideMaster" Target="slideMasters/slideMaster11.xml"/><Relationship Id="rId17" Type="http://schemas.openxmlformats.org/officeDocument/2006/relationships/slideMaster" Target="slideMasters/slideMaster14.xml"/><Relationship Id="rId16" Type="http://schemas.openxmlformats.org/officeDocument/2006/relationships/slideMaster" Target="slideMasters/slideMaster13.xml"/><Relationship Id="rId19" Type="http://schemas.openxmlformats.org/officeDocument/2006/relationships/slide" Target="slides/slide1.xml"/><Relationship Id="rId18" Type="http://schemas.openxmlformats.org/officeDocument/2006/relationships/notesMaster" Target="notesMasters/notesMaster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6" name="Google Shape;266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4" name="Google Shape;274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2" name="Google Shape;282;p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0" name="Google Shape;290;p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5:notes"/>
          <p:cNvSpPr txBox="1"/>
          <p:nvPr>
            <p:ph idx="1" type="body"/>
          </p:nvPr>
        </p:nvSpPr>
        <p:spPr>
          <a:xfrm>
            <a:off x="-1610612412" y="-214748364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7" name="Google Shape;297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6:notes"/>
          <p:cNvSpPr txBox="1"/>
          <p:nvPr>
            <p:ph idx="1" type="body"/>
          </p:nvPr>
        </p:nvSpPr>
        <p:spPr>
          <a:xfrm>
            <a:off x="-1610612412" y="-214748364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0" name="Google Shape;320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7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2" name="Google Shape;342;p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9" name="Google Shape;349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9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7" name="Google Shape;357;p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0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5" name="Google Shape;365;p1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11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3" name="Google Shape;373;p1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2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1" name="Google Shape;381;p1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1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8" name="Google Shape;388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14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6" name="Google Shape;396;p1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1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4" name="Google Shape;404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16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2" name="Google Shape;412;p1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17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0" name="Google Shape;420;p1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18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8" name="Google Shape;428;p1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19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6" name="Google Shape;436;p1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20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4" name="Google Shape;444;p2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21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2" name="Google Shape;452;p2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22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0" name="Google Shape;460;p2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23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8" name="Google Shape;468;p2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24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6" name="Google Shape;476;p2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25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4" name="Google Shape;484;p2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26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2" name="Google Shape;492;p2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27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0" name="Google Shape;500;p2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28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8" name="Google Shape;508;p2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29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6" name="Google Shape;516;p2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30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4" name="Google Shape;524;p3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31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2" name="Google Shape;532;p3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32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0" name="Google Shape;540;p3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1-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indent="-29718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1-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 rot="5400000">
            <a:off x="4561682" y="2199482"/>
            <a:ext cx="5868987" cy="20764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 rot="5400000">
            <a:off x="332582" y="199231"/>
            <a:ext cx="5868987" cy="6076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indent="-29718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1-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 rot="5400000">
            <a:off x="2101055" y="-261143"/>
            <a:ext cx="4572000" cy="8294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indent="-29718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1-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84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66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5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9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1-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indent="-35052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920"/>
              <a:buChar char="■"/>
              <a:defRPr sz="3200"/>
            </a:lvl1pPr>
            <a:lvl2pPr indent="-32639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540"/>
              <a:buChar char="■"/>
              <a:defRPr sz="2800"/>
            </a:lvl2pPr>
            <a:lvl3pPr indent="-3048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200"/>
              <a:buChar char="■"/>
              <a:defRPr sz="2400"/>
            </a:lvl3pPr>
            <a:lvl4pPr indent="-29845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Char char="■"/>
              <a:defRPr sz="2000"/>
            </a:lvl4pPr>
            <a:lvl5pPr indent="-2921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5pPr>
            <a:lvl6pPr indent="-2921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6pPr>
            <a:lvl7pPr indent="-2921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7pPr>
            <a:lvl8pPr indent="-2921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8pPr>
            <a:lvl9pPr indent="-2921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84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66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5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9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9pPr>
          </a:lstStyle>
          <a:p/>
        </p:txBody>
      </p:sp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1-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1-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0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8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1pPr>
            <a:lvl2pPr indent="-2984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Char char="■"/>
              <a:defRPr sz="2000"/>
            </a:lvl2pPr>
            <a:lvl3pPr indent="-2857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3pPr>
            <a:lvl4pPr indent="-28448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80"/>
              <a:buChar char="■"/>
              <a:defRPr sz="1600"/>
            </a:lvl4pPr>
            <a:lvl5pPr indent="-2794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5pPr>
            <a:lvl6pPr indent="-2794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6pPr>
            <a:lvl7pPr indent="-2794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7pPr>
            <a:lvl8pPr indent="-2794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8pPr>
            <a:lvl9pPr indent="-2794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9pPr>
          </a:lstStyle>
          <a:p/>
        </p:txBody>
      </p:sp>
      <p:sp>
        <p:nvSpPr>
          <p:cNvPr id="51" name="Google Shape;51;p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0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8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9pPr>
          </a:lstStyle>
          <a:p/>
        </p:txBody>
      </p:sp>
      <p:sp>
        <p:nvSpPr>
          <p:cNvPr id="52" name="Google Shape;52;p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1pPr>
            <a:lvl2pPr indent="-2984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Char char="■"/>
              <a:defRPr sz="2000"/>
            </a:lvl2pPr>
            <a:lvl3pPr indent="-2857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3pPr>
            <a:lvl4pPr indent="-28448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80"/>
              <a:buChar char="■"/>
              <a:defRPr sz="1600"/>
            </a:lvl4pPr>
            <a:lvl5pPr indent="-2794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5pPr>
            <a:lvl6pPr indent="-2794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6pPr>
            <a:lvl7pPr indent="-2794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7pPr>
            <a:lvl8pPr indent="-2794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8pPr>
            <a:lvl9pPr indent="-2794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1-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" type="body"/>
          </p:nvPr>
        </p:nvSpPr>
        <p:spPr>
          <a:xfrm>
            <a:off x="239713" y="1600200"/>
            <a:ext cx="407035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indent="-33528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Char char="■"/>
              <a:defRPr sz="2800"/>
            </a:lvl1pPr>
            <a:lvl2pPr indent="-312419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320"/>
              <a:buChar char="■"/>
              <a:defRPr sz="2400"/>
            </a:lvl2pPr>
            <a:lvl3pPr indent="-2921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3pPr>
            <a:lvl4pPr indent="-29146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 sz="1800"/>
            </a:lvl4pPr>
            <a:lvl5pPr indent="-2857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5pPr>
            <a:lvl6pPr indent="-28575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6pPr>
            <a:lvl7pPr indent="-28575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7pPr>
            <a:lvl8pPr indent="-28575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8pPr>
            <a:lvl9pPr indent="-28575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9pPr>
          </a:lstStyle>
          <a:p/>
        </p:txBody>
      </p:sp>
      <p:sp>
        <p:nvSpPr>
          <p:cNvPr id="57" name="Google Shape;57;p10"/>
          <p:cNvSpPr txBox="1"/>
          <p:nvPr>
            <p:ph idx="2" type="body"/>
          </p:nvPr>
        </p:nvSpPr>
        <p:spPr>
          <a:xfrm>
            <a:off x="4462463" y="1600200"/>
            <a:ext cx="407193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indent="-33528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Char char="■"/>
              <a:defRPr sz="2800"/>
            </a:lvl1pPr>
            <a:lvl2pPr indent="-312419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320"/>
              <a:buChar char="■"/>
              <a:defRPr sz="2400"/>
            </a:lvl2pPr>
            <a:lvl3pPr indent="-2921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3pPr>
            <a:lvl4pPr indent="-29146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 sz="1800"/>
            </a:lvl4pPr>
            <a:lvl5pPr indent="-2857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5pPr>
            <a:lvl6pPr indent="-28575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6pPr>
            <a:lvl7pPr indent="-28575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7pPr>
            <a:lvl8pPr indent="-28575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8pPr>
            <a:lvl9pPr indent="-28575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9pPr>
          </a:lstStyle>
          <a:p/>
        </p:txBody>
      </p:sp>
      <p:sp>
        <p:nvSpPr>
          <p:cNvPr id="58" name="Google Shape;58;p10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1-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1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1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0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2000"/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None/>
              <a:defRPr sz="18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7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9pPr>
          </a:lstStyle>
          <a:p/>
        </p:txBody>
      </p:sp>
      <p:sp>
        <p:nvSpPr>
          <p:cNvPr id="62" name="Google Shape;62;p11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1-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Pink tissue paper" id="73" name="Google Shape;73;p13"/>
          <p:cNvSpPr txBox="1"/>
          <p:nvPr>
            <p:ph type="ctrTitle"/>
          </p:nvPr>
        </p:nvSpPr>
        <p:spPr>
          <a:xfrm>
            <a:off x="228600" y="152400"/>
            <a:ext cx="70866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600">
                <a:solidFill>
                  <a:srgbClr val="99003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descr="Pink tissue paper" id="74" name="Google Shape;74;p13"/>
          <p:cNvSpPr txBox="1"/>
          <p:nvPr>
            <p:ph idx="1" type="subTitle"/>
          </p:nvPr>
        </p:nvSpPr>
        <p:spPr>
          <a:xfrm>
            <a:off x="304800" y="2590800"/>
            <a:ext cx="66294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920"/>
              <a:buFont typeface="Noto Sans Symbols"/>
              <a:buNone/>
              <a:defRPr sz="3200"/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idx="11" type="ftr"/>
          </p:nvPr>
        </p:nvSpPr>
        <p:spPr>
          <a:xfrm>
            <a:off x="838200" y="6397625"/>
            <a:ext cx="449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5"/>
          <p:cNvSpPr txBox="1"/>
          <p:nvPr>
            <p:ph idx="1" type="body"/>
          </p:nvPr>
        </p:nvSpPr>
        <p:spPr>
          <a:xfrm>
            <a:off x="457200" y="1481137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6324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24"/>
              <a:buChar char="?"/>
              <a:defRPr/>
            </a:lvl1pPr>
            <a:lvl2pPr indent="-342900" lvl="1" marL="91440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indent="-342900" lvl="7" marL="365760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indent="-342900" lvl="8" marL="411480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88" name="Google Shape;88;p1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5"/>
          <p:cNvSpPr txBox="1"/>
          <p:nvPr>
            <p:ph idx="10" type="dt"/>
          </p:nvPr>
        </p:nvSpPr>
        <p:spPr>
          <a:xfrm>
            <a:off x="6727825" y="6408737"/>
            <a:ext cx="1919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0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5"/>
          <p:cNvSpPr txBox="1"/>
          <p:nvPr>
            <p:ph idx="11" type="ftr"/>
          </p:nvPr>
        </p:nvSpPr>
        <p:spPr>
          <a:xfrm>
            <a:off x="4379912" y="6408737"/>
            <a:ext cx="23510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0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5"/>
          <p:cNvSpPr txBox="1"/>
          <p:nvPr>
            <p:ph idx="12" type="sldNum"/>
          </p:nvPr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8"/>
          <p:cNvSpPr txBox="1"/>
          <p:nvPr>
            <p:ph type="ctrTitle"/>
          </p:nvPr>
        </p:nvSpPr>
        <p:spPr>
          <a:xfrm>
            <a:off x="685800" y="1752601"/>
            <a:ext cx="7772400" cy="18297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8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18"/>
          <p:cNvSpPr txBox="1"/>
          <p:nvPr>
            <p:ph idx="1" type="subTitle"/>
          </p:nvPr>
        </p:nvSpPr>
        <p:spPr>
          <a:xfrm>
            <a:off x="685800" y="3611607"/>
            <a:ext cx="7772400" cy="11997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lvl="0" marR="64008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36"/>
              <a:buNone/>
              <a:defRPr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17" name="Google Shape;117;p18"/>
          <p:cNvSpPr txBox="1"/>
          <p:nvPr>
            <p:ph idx="10" type="dt"/>
          </p:nvPr>
        </p:nvSpPr>
        <p:spPr>
          <a:xfrm>
            <a:off x="6727825" y="6408737"/>
            <a:ext cx="1919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18"/>
          <p:cNvSpPr txBox="1"/>
          <p:nvPr>
            <p:ph idx="11" type="ftr"/>
          </p:nvPr>
        </p:nvSpPr>
        <p:spPr>
          <a:xfrm>
            <a:off x="4379912" y="6408737"/>
            <a:ext cx="23510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E8F0F4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18"/>
          <p:cNvSpPr txBox="1"/>
          <p:nvPr>
            <p:ph idx="12" type="sldNum"/>
          </p:nvPr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0"/>
          <p:cNvSpPr txBox="1"/>
          <p:nvPr>
            <p:ph type="title"/>
          </p:nvPr>
        </p:nvSpPr>
        <p:spPr>
          <a:xfrm>
            <a:off x="722376" y="1059712"/>
            <a:ext cx="77724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Lucida Sans"/>
              <a:buNone/>
              <a:defRPr b="1" sz="48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20"/>
          <p:cNvSpPr txBox="1"/>
          <p:nvPr>
            <p:ph idx="1" type="body"/>
          </p:nvPr>
        </p:nvSpPr>
        <p:spPr>
          <a:xfrm>
            <a:off x="3922713" y="2931712"/>
            <a:ext cx="4572000" cy="1454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564"/>
              <a:buNone/>
              <a:defRPr sz="23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indent="-342900" lvl="7" marL="365760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indent="-342900" lvl="8" marL="411480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35" name="Google Shape;135;p20"/>
          <p:cNvSpPr txBox="1"/>
          <p:nvPr>
            <p:ph idx="10" type="dt"/>
          </p:nvPr>
        </p:nvSpPr>
        <p:spPr>
          <a:xfrm>
            <a:off x="6727825" y="6408737"/>
            <a:ext cx="1919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20"/>
          <p:cNvSpPr txBox="1"/>
          <p:nvPr>
            <p:ph idx="11" type="ftr"/>
          </p:nvPr>
        </p:nvSpPr>
        <p:spPr>
          <a:xfrm>
            <a:off x="4379912" y="6408737"/>
            <a:ext cx="23510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20"/>
          <p:cNvSpPr txBox="1"/>
          <p:nvPr>
            <p:ph idx="12" type="sldNum"/>
          </p:nvPr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2"/>
          <p:cNvSpPr txBox="1"/>
          <p:nvPr>
            <p:ph idx="1" type="body"/>
          </p:nvPr>
        </p:nvSpPr>
        <p:spPr>
          <a:xfrm>
            <a:off x="457200" y="1481328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9504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904"/>
              <a:buChar char="?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SzPts val="2400"/>
              <a:buChar char="◦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SzPts val="2000"/>
              <a:buChar char="●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SzPts val="1800"/>
              <a:buChar char="●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indent="-342900" lvl="7" marL="365760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indent="-342900" lvl="8" marL="411480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50" name="Google Shape;150;p22"/>
          <p:cNvSpPr txBox="1"/>
          <p:nvPr>
            <p:ph idx="2" type="body"/>
          </p:nvPr>
        </p:nvSpPr>
        <p:spPr>
          <a:xfrm>
            <a:off x="4648200" y="1481328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9504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904"/>
              <a:buChar char="?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SzPts val="2400"/>
              <a:buChar char="◦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SzPts val="2000"/>
              <a:buChar char="●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SzPts val="1800"/>
              <a:buChar char="●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indent="-342900" lvl="7" marL="365760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indent="-342900" lvl="8" marL="411480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51" name="Google Shape;151;p22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22"/>
          <p:cNvSpPr txBox="1"/>
          <p:nvPr>
            <p:ph idx="10" type="dt"/>
          </p:nvPr>
        </p:nvSpPr>
        <p:spPr>
          <a:xfrm>
            <a:off x="6727825" y="6408737"/>
            <a:ext cx="1919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22"/>
          <p:cNvSpPr txBox="1"/>
          <p:nvPr>
            <p:ph idx="11" type="ftr"/>
          </p:nvPr>
        </p:nvSpPr>
        <p:spPr>
          <a:xfrm>
            <a:off x="4379912" y="6408737"/>
            <a:ext cx="23510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22"/>
          <p:cNvSpPr txBox="1"/>
          <p:nvPr>
            <p:ph idx="12" type="sldNum"/>
          </p:nvPr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showMasterSp="0" type="twoTxTwoObj">
  <p:cSld name="TWO_OBJECTS_WITH_TEXT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4"/>
          <p:cNvSpPr txBox="1"/>
          <p:nvPr>
            <p:ph type="title"/>
          </p:nvPr>
        </p:nvSpPr>
        <p:spPr>
          <a:xfrm>
            <a:off x="457200" y="2730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24"/>
          <p:cNvSpPr txBox="1"/>
          <p:nvPr>
            <p:ph idx="1" type="body"/>
          </p:nvPr>
        </p:nvSpPr>
        <p:spPr>
          <a:xfrm>
            <a:off x="457200" y="5410200"/>
            <a:ext cx="4040188" cy="762000"/>
          </a:xfrm>
          <a:prstGeom prst="rect">
            <a:avLst/>
          </a:prstGeom>
          <a:solidFill>
            <a:schemeClr val="accent1"/>
          </a:solidFill>
          <a:ln cap="flat" cmpd="sng" w="96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18287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32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342900" lvl="5" marL="274320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indent="-342900" lvl="7" marL="365760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indent="-342900" lvl="8" marL="411480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64" name="Google Shape;164;p24"/>
          <p:cNvSpPr txBox="1"/>
          <p:nvPr>
            <p:ph idx="2" type="body"/>
          </p:nvPr>
        </p:nvSpPr>
        <p:spPr>
          <a:xfrm>
            <a:off x="4645026" y="5410200"/>
            <a:ext cx="4041775" cy="762000"/>
          </a:xfrm>
          <a:prstGeom prst="rect">
            <a:avLst/>
          </a:prstGeom>
          <a:solidFill>
            <a:schemeClr val="accent1"/>
          </a:solidFill>
          <a:ln cap="flat" cmpd="sng" w="96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18287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32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342900" lvl="5" marL="274320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indent="-342900" lvl="7" marL="365760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indent="-342900" lvl="8" marL="411480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65" name="Google Shape;165;p24"/>
          <p:cNvSpPr txBox="1"/>
          <p:nvPr>
            <p:ph idx="3" type="body"/>
          </p:nvPr>
        </p:nvSpPr>
        <p:spPr>
          <a:xfrm>
            <a:off x="457200" y="1444294"/>
            <a:ext cx="4040188" cy="3941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2232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32"/>
              <a:buChar char="?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SzPts val="2000"/>
              <a:buChar char="◦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SzPts val="1800"/>
              <a:buChar char="●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SzPts val="1600"/>
              <a:buChar char="●"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indent="-342900" lvl="7" marL="365760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indent="-342900" lvl="8" marL="411480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66" name="Google Shape;166;p24"/>
          <p:cNvSpPr txBox="1"/>
          <p:nvPr>
            <p:ph idx="4" type="body"/>
          </p:nvPr>
        </p:nvSpPr>
        <p:spPr>
          <a:xfrm>
            <a:off x="4645025" y="1444294"/>
            <a:ext cx="4041775" cy="3941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2232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32"/>
              <a:buChar char="?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SzPts val="2000"/>
              <a:buChar char="◦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SzPts val="1800"/>
              <a:buChar char="●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SzPts val="1600"/>
              <a:buChar char="●"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indent="-342900" lvl="7" marL="365760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indent="-342900" lvl="8" marL="411480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67" name="Google Shape;167;p24"/>
          <p:cNvSpPr txBox="1"/>
          <p:nvPr>
            <p:ph idx="10" type="dt"/>
          </p:nvPr>
        </p:nvSpPr>
        <p:spPr>
          <a:xfrm>
            <a:off x="6727825" y="6408737"/>
            <a:ext cx="1919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0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" name="Google Shape;168;p24"/>
          <p:cNvSpPr txBox="1"/>
          <p:nvPr>
            <p:ph idx="11" type="ftr"/>
          </p:nvPr>
        </p:nvSpPr>
        <p:spPr>
          <a:xfrm>
            <a:off x="4379912" y="6408737"/>
            <a:ext cx="23510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0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9" name="Google Shape;169;p24"/>
          <p:cNvSpPr txBox="1"/>
          <p:nvPr>
            <p:ph idx="12" type="sldNum"/>
          </p:nvPr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26"/>
          <p:cNvSpPr txBox="1"/>
          <p:nvPr>
            <p:ph idx="10" type="dt"/>
          </p:nvPr>
        </p:nvSpPr>
        <p:spPr>
          <a:xfrm>
            <a:off x="6727825" y="6408737"/>
            <a:ext cx="1919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" name="Google Shape;183;p26"/>
          <p:cNvSpPr txBox="1"/>
          <p:nvPr>
            <p:ph idx="11" type="ftr"/>
          </p:nvPr>
        </p:nvSpPr>
        <p:spPr>
          <a:xfrm>
            <a:off x="4379912" y="6408737"/>
            <a:ext cx="23510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4" name="Google Shape;184;p26"/>
          <p:cNvSpPr txBox="1"/>
          <p:nvPr>
            <p:ph idx="12" type="sldNum"/>
          </p:nvPr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8"/>
          <p:cNvSpPr txBox="1"/>
          <p:nvPr>
            <p:ph idx="10" type="dt"/>
          </p:nvPr>
        </p:nvSpPr>
        <p:spPr>
          <a:xfrm>
            <a:off x="6727825" y="6408737"/>
            <a:ext cx="1919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0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28"/>
          <p:cNvSpPr txBox="1"/>
          <p:nvPr>
            <p:ph idx="11" type="ftr"/>
          </p:nvPr>
        </p:nvSpPr>
        <p:spPr>
          <a:xfrm>
            <a:off x="4379912" y="6408737"/>
            <a:ext cx="23510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0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" name="Google Shape;198;p28"/>
          <p:cNvSpPr txBox="1"/>
          <p:nvPr>
            <p:ph idx="12" type="sldNum"/>
          </p:nvPr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0"/>
          <p:cNvSpPr txBox="1"/>
          <p:nvPr>
            <p:ph type="title"/>
          </p:nvPr>
        </p:nvSpPr>
        <p:spPr>
          <a:xfrm>
            <a:off x="914400" y="4876800"/>
            <a:ext cx="7481776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Font typeface="Lucida Sans"/>
              <a:buNone/>
              <a:defRPr b="0" sz="25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7" name="Google Shape;207;p30"/>
          <p:cNvSpPr txBox="1"/>
          <p:nvPr>
            <p:ph idx="1" type="body"/>
          </p:nvPr>
        </p:nvSpPr>
        <p:spPr>
          <a:xfrm>
            <a:off x="4419600" y="5355102"/>
            <a:ext cx="3974592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88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SzPts val="900"/>
              <a:buNone/>
              <a:defRPr sz="900"/>
            </a:lvl5pPr>
            <a:lvl6pPr indent="-342900" lvl="5" marL="274320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indent="-342900" lvl="7" marL="365760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indent="-342900" lvl="8" marL="411480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08" name="Google Shape;208;p30"/>
          <p:cNvSpPr txBox="1"/>
          <p:nvPr>
            <p:ph idx="2" type="body"/>
          </p:nvPr>
        </p:nvSpPr>
        <p:spPr>
          <a:xfrm>
            <a:off x="914400" y="274320"/>
            <a:ext cx="7479792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6776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76"/>
              <a:buChar char="?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SzPts val="2800"/>
              <a:buChar char="◦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SzPts val="2400"/>
              <a:buChar char="●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SzPts val="2000"/>
              <a:buChar char="●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SzPts val="2000"/>
              <a:buChar char="●"/>
              <a:defRPr sz="2000"/>
            </a:lvl5pPr>
            <a:lvl6pPr indent="-342900" lvl="5" marL="274320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indent="-342900" lvl="7" marL="365760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indent="-342900" lvl="8" marL="411480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09" name="Google Shape;209;p30"/>
          <p:cNvSpPr txBox="1"/>
          <p:nvPr>
            <p:ph idx="10" type="dt"/>
          </p:nvPr>
        </p:nvSpPr>
        <p:spPr>
          <a:xfrm>
            <a:off x="6727825" y="6408737"/>
            <a:ext cx="1919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0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p30"/>
          <p:cNvSpPr txBox="1"/>
          <p:nvPr>
            <p:ph idx="11" type="ftr"/>
          </p:nvPr>
        </p:nvSpPr>
        <p:spPr>
          <a:xfrm>
            <a:off x="4379912" y="6408737"/>
            <a:ext cx="23510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0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1" name="Google Shape;211;p30"/>
          <p:cNvSpPr txBox="1"/>
          <p:nvPr>
            <p:ph idx="12" type="sldNum"/>
          </p:nvPr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2"/>
          <p:cNvSpPr txBox="1"/>
          <p:nvPr>
            <p:ph idx="1" type="body"/>
          </p:nvPr>
        </p:nvSpPr>
        <p:spPr>
          <a:xfrm>
            <a:off x="1141232" y="5443402"/>
            <a:ext cx="7162800" cy="6482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>
            <a:lvl1pPr indent="-228600" lvl="0" marL="457200" marR="18288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52"/>
              <a:buNone/>
              <a:defRPr sz="1400"/>
            </a:lvl1pPr>
            <a:lvl2pPr indent="-304800" lvl="1" marL="91440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SzPts val="1200"/>
              <a:buChar char="◦"/>
              <a:defRPr sz="1200"/>
            </a:lvl2pPr>
            <a:lvl3pPr indent="-292100" lvl="2" marL="137160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SzPts val="1000"/>
              <a:buChar char="●"/>
              <a:defRPr sz="1000"/>
            </a:lvl3pPr>
            <a:lvl4pPr indent="-285750" lvl="3" marL="182880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SzPts val="900"/>
              <a:buChar char="●"/>
              <a:defRPr sz="900"/>
            </a:lvl5pPr>
            <a:lvl6pPr indent="-342900" lvl="5" marL="274320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indent="-342900" lvl="7" marL="365760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indent="-342900" lvl="8" marL="411480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26" name="Google Shape;226;p32"/>
          <p:cNvSpPr/>
          <p:nvPr>
            <p:ph idx="2" type="pic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" name="Google Shape;227;p32"/>
          <p:cNvSpPr txBox="1"/>
          <p:nvPr>
            <p:ph type="title"/>
          </p:nvPr>
        </p:nvSpPr>
        <p:spPr>
          <a:xfrm>
            <a:off x="228600" y="4865122"/>
            <a:ext cx="8075432" cy="5626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Lucida Sans"/>
              <a:buNone/>
              <a:defRPr b="0" sz="30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32"/>
          <p:cNvSpPr txBox="1"/>
          <p:nvPr>
            <p:ph idx="10" type="dt"/>
          </p:nvPr>
        </p:nvSpPr>
        <p:spPr>
          <a:xfrm>
            <a:off x="6727825" y="6408737"/>
            <a:ext cx="1919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p32"/>
          <p:cNvSpPr txBox="1"/>
          <p:nvPr>
            <p:ph idx="11" type="ftr"/>
          </p:nvPr>
        </p:nvSpPr>
        <p:spPr>
          <a:xfrm>
            <a:off x="4379912" y="6408737"/>
            <a:ext cx="23510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0" name="Google Shape;230;p32"/>
          <p:cNvSpPr txBox="1"/>
          <p:nvPr>
            <p:ph idx="12" type="sldNum"/>
          </p:nvPr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3" name="Google Shape;243;p34"/>
          <p:cNvSpPr txBox="1"/>
          <p:nvPr>
            <p:ph idx="1" type="body"/>
          </p:nvPr>
        </p:nvSpPr>
        <p:spPr>
          <a:xfrm rot="5400000">
            <a:off x="2378965" y="-440435"/>
            <a:ext cx="4386071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6324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24"/>
              <a:buChar char="?"/>
              <a:defRPr/>
            </a:lvl1pPr>
            <a:lvl2pPr indent="-342900" lvl="1" marL="91440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indent="-342900" lvl="7" marL="365760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indent="-342900" lvl="8" marL="411480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44" name="Google Shape;244;p34"/>
          <p:cNvSpPr txBox="1"/>
          <p:nvPr>
            <p:ph idx="10" type="dt"/>
          </p:nvPr>
        </p:nvSpPr>
        <p:spPr>
          <a:xfrm>
            <a:off x="6727825" y="6408737"/>
            <a:ext cx="1919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0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5" name="Google Shape;245;p34"/>
          <p:cNvSpPr txBox="1"/>
          <p:nvPr>
            <p:ph idx="11" type="ftr"/>
          </p:nvPr>
        </p:nvSpPr>
        <p:spPr>
          <a:xfrm>
            <a:off x="4379912" y="6408737"/>
            <a:ext cx="23510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0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6" name="Google Shape;246;p34"/>
          <p:cNvSpPr txBox="1"/>
          <p:nvPr>
            <p:ph idx="12" type="sldNum"/>
          </p:nvPr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6"/>
          <p:cNvSpPr txBox="1"/>
          <p:nvPr>
            <p:ph type="title"/>
          </p:nvPr>
        </p:nvSpPr>
        <p:spPr>
          <a:xfrm rot="5400000">
            <a:off x="4936367" y="2182286"/>
            <a:ext cx="5592761" cy="17774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9" name="Google Shape;259;p36"/>
          <p:cNvSpPr txBox="1"/>
          <p:nvPr>
            <p:ph idx="1" type="body"/>
          </p:nvPr>
        </p:nvSpPr>
        <p:spPr>
          <a:xfrm rot="5400000">
            <a:off x="823120" y="-91279"/>
            <a:ext cx="5592760" cy="6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6324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24"/>
              <a:buChar char="?"/>
              <a:defRPr/>
            </a:lvl1pPr>
            <a:lvl2pPr indent="-342900" lvl="1" marL="91440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indent="-342900" lvl="7" marL="365760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indent="-342900" lvl="8" marL="411480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60" name="Google Shape;260;p36"/>
          <p:cNvSpPr txBox="1"/>
          <p:nvPr>
            <p:ph idx="10" type="dt"/>
          </p:nvPr>
        </p:nvSpPr>
        <p:spPr>
          <a:xfrm>
            <a:off x="6727825" y="6408737"/>
            <a:ext cx="1919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0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1" name="Google Shape;261;p36"/>
          <p:cNvSpPr txBox="1"/>
          <p:nvPr>
            <p:ph idx="11" type="ftr"/>
          </p:nvPr>
        </p:nvSpPr>
        <p:spPr>
          <a:xfrm>
            <a:off x="4379912" y="6408737"/>
            <a:ext cx="23510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0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2" name="Google Shape;262;p36"/>
          <p:cNvSpPr txBox="1"/>
          <p:nvPr>
            <p:ph idx="12" type="sldNum"/>
          </p:nvPr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4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jpg"/><Relationship Id="rId3" Type="http://schemas.openxmlformats.org/officeDocument/2006/relationships/slideLayout" Target="../slideLayouts/slideLayout11.xml"/><Relationship Id="rId4" Type="http://schemas.openxmlformats.org/officeDocument/2006/relationships/theme" Target="../theme/theme9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image" Target="../media/image8.jp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12.xml"/><Relationship Id="rId4" Type="http://schemas.openxmlformats.org/officeDocument/2006/relationships/theme" Target="../theme/theme2.xml"/></Relationships>
</file>

<file path=ppt/slideMasters/_rels/slideMaster4.xml.rels><?xml version="1.0" encoding="UTF-8" standalone="yes"?><Relationships xmlns="http://schemas.openxmlformats.org/package/2006/relationships"><Relationship Id="rId1" Type="http://schemas.openxmlformats.org/officeDocument/2006/relationships/image" Target="../media/image8.jpg"/><Relationship Id="rId2" Type="http://schemas.openxmlformats.org/officeDocument/2006/relationships/image" Target="../media/image10.png"/><Relationship Id="rId3" Type="http://schemas.openxmlformats.org/officeDocument/2006/relationships/theme" Target="../theme/theme10.xml"/></Relationships>
</file>

<file path=ppt/slideMasters/_rels/slideMaster5.xml.rels><?xml version="1.0" encoding="UTF-8" standalone="yes"?><Relationships xmlns="http://schemas.openxmlformats.org/package/2006/relationships"><Relationship Id="rId1" Type="http://schemas.openxmlformats.org/officeDocument/2006/relationships/image" Target="../media/image8.jp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3.xml"/><Relationship Id="rId4" Type="http://schemas.openxmlformats.org/officeDocument/2006/relationships/theme" Target="../theme/theme11.xml"/></Relationships>
</file>

<file path=ppt/slideMasters/_rels/slideMaster6.xml.rels><?xml version="1.0" encoding="UTF-8" standalone="yes"?><Relationships xmlns="http://schemas.openxmlformats.org/package/2006/relationships"><Relationship Id="rId1" Type="http://schemas.openxmlformats.org/officeDocument/2006/relationships/image" Target="../media/image6.jpg"/><Relationship Id="rId2" Type="http://schemas.openxmlformats.org/officeDocument/2006/relationships/image" Target="../media/image8.jpg"/><Relationship Id="rId3" Type="http://schemas.openxmlformats.org/officeDocument/2006/relationships/image" Target="../media/image10.png"/><Relationship Id="rId4" Type="http://schemas.openxmlformats.org/officeDocument/2006/relationships/slideLayout" Target="../slideLayouts/slideLayout14.xml"/><Relationship Id="rId5" Type="http://schemas.openxmlformats.org/officeDocument/2006/relationships/theme" Target="../theme/theme5.xml"/></Relationships>
</file>

<file path=ppt/slideMasters/_rels/slideMaster7.xml.rels><?xml version="1.0" encoding="UTF-8" standalone="yes"?><Relationships xmlns="http://schemas.openxmlformats.org/package/2006/relationships"><Relationship Id="rId1" Type="http://schemas.openxmlformats.org/officeDocument/2006/relationships/image" Target="../media/image6.jpg"/><Relationship Id="rId2" Type="http://schemas.openxmlformats.org/officeDocument/2006/relationships/image" Target="../media/image8.jpg"/><Relationship Id="rId3" Type="http://schemas.openxmlformats.org/officeDocument/2006/relationships/image" Target="../media/image10.png"/><Relationship Id="rId4" Type="http://schemas.openxmlformats.org/officeDocument/2006/relationships/slideLayout" Target="../slideLayouts/slideLayout15.xml"/><Relationship Id="rId5" Type="http://schemas.openxmlformats.org/officeDocument/2006/relationships/theme" Target="../theme/theme12.xml"/></Relationships>
</file>

<file path=ppt/slideMasters/_rels/slideMaster8.xml.rels><?xml version="1.0" encoding="UTF-8" standalone="yes"?><Relationships xmlns="http://schemas.openxmlformats.org/package/2006/relationships"><Relationship Id="rId1" Type="http://schemas.openxmlformats.org/officeDocument/2006/relationships/image" Target="../media/image5.jpg"/><Relationship Id="rId2" Type="http://schemas.openxmlformats.org/officeDocument/2006/relationships/slideLayout" Target="../slideLayouts/slideLayout16.xml"/><Relationship Id="rId3" Type="http://schemas.openxmlformats.org/officeDocument/2006/relationships/theme" Target="../theme/theme7.xml"/></Relationships>
</file>

<file path=ppt/slideMasters/_rels/slideMaster9.xml.rels><?xml version="1.0" encoding="UTF-8" standalone="yes"?><Relationships xmlns="http://schemas.openxmlformats.org/package/2006/relationships"><Relationship Id="rId1" Type="http://schemas.openxmlformats.org/officeDocument/2006/relationships/image" Target="../media/image6.jpg"/><Relationship Id="rId2" Type="http://schemas.openxmlformats.org/officeDocument/2006/relationships/image" Target="../media/image8.jpg"/><Relationship Id="rId3" Type="http://schemas.openxmlformats.org/officeDocument/2006/relationships/image" Target="../media/image10.png"/><Relationship Id="rId4" Type="http://schemas.openxmlformats.org/officeDocument/2006/relationships/slideLayout" Target="../slideLayouts/slideLayout17.xml"/><Relationship Id="rId5" Type="http://schemas.openxmlformats.org/officeDocument/2006/relationships/theme" Target="../theme/theme3.xml"/></Relationships>
</file>

<file path=ppt/slideMasters/_rels/slideMaster10.xml.rels><?xml version="1.0" encoding="UTF-8" standalone="yes"?><Relationships xmlns="http://schemas.openxmlformats.org/package/2006/relationships"><Relationship Id="rId1" Type="http://schemas.openxmlformats.org/officeDocument/2006/relationships/image" Target="../media/image8.jp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18.xml"/><Relationship Id="rId4" Type="http://schemas.openxmlformats.org/officeDocument/2006/relationships/theme" Target="../theme/theme1.xml"/></Relationships>
</file>

<file path=ppt/slideMasters/_rels/slideMaster11.xml.rels><?xml version="1.0" encoding="UTF-8" standalone="yes"?><Relationships xmlns="http://schemas.openxmlformats.org/package/2006/relationships"><Relationship Id="rId1" Type="http://schemas.openxmlformats.org/officeDocument/2006/relationships/image" Target="../media/image5.jpg"/><Relationship Id="rId2" Type="http://schemas.openxmlformats.org/officeDocument/2006/relationships/slideLayout" Target="../slideLayouts/slideLayout19.xml"/><Relationship Id="rId3" Type="http://schemas.openxmlformats.org/officeDocument/2006/relationships/theme" Target="../theme/theme8.xml"/></Relationships>
</file>

<file path=ppt/slideMasters/_rels/slideMaster12.xml.rels><?xml version="1.0" encoding="UTF-8" standalone="yes"?><Relationships xmlns="http://schemas.openxmlformats.org/package/2006/relationships"><Relationship Id="rId1" Type="http://schemas.openxmlformats.org/officeDocument/2006/relationships/image" Target="../media/image6.jpg"/><Relationship Id="rId2" Type="http://schemas.openxmlformats.org/officeDocument/2006/relationships/image" Target="../media/image8.jpg"/><Relationship Id="rId3" Type="http://schemas.openxmlformats.org/officeDocument/2006/relationships/image" Target="../media/image10.png"/><Relationship Id="rId4" Type="http://schemas.openxmlformats.org/officeDocument/2006/relationships/slideLayout" Target="../slideLayouts/slideLayout20.xml"/><Relationship Id="rId5" Type="http://schemas.openxmlformats.org/officeDocument/2006/relationships/theme" Target="../theme/theme6.xml"/></Relationships>
</file>

<file path=ppt/slideMasters/_rels/slideMaster13.xml.rels><?xml version="1.0" encoding="UTF-8" standalone="yes"?><Relationships xmlns="http://schemas.openxmlformats.org/package/2006/relationships"><Relationship Id="rId1" Type="http://schemas.openxmlformats.org/officeDocument/2006/relationships/image" Target="../media/image8.jp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21.xml"/><Relationship Id="rId4" Type="http://schemas.openxmlformats.org/officeDocument/2006/relationships/theme" Target="../theme/theme14.xml"/></Relationships>
</file>

<file path=ppt/slideMasters/_rels/slideMaster14.xml.rels><?xml version="1.0" encoding="UTF-8" standalone="yes"?><Relationships xmlns="http://schemas.openxmlformats.org/package/2006/relationships"><Relationship Id="rId1" Type="http://schemas.openxmlformats.org/officeDocument/2006/relationships/image" Target="../media/image8.jp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22.xml"/><Relationship Id="rId4" Type="http://schemas.openxmlformats.org/officeDocument/2006/relationships/theme" Target="../theme/theme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1"/>
          <p:cNvGrpSpPr/>
          <p:nvPr/>
        </p:nvGrpSpPr>
        <p:grpSpPr>
          <a:xfrm>
            <a:off x="8936037" y="1449387"/>
            <a:ext cx="207962" cy="5408612"/>
            <a:chOff x="5606" y="889"/>
            <a:chExt cx="154" cy="3431"/>
          </a:xfrm>
        </p:grpSpPr>
        <p:sp>
          <p:nvSpPr>
            <p:cNvPr id="11" name="Google Shape;11;p1"/>
            <p:cNvSpPr txBox="1"/>
            <p:nvPr/>
          </p:nvSpPr>
          <p:spPr>
            <a:xfrm flipH="1">
              <a:off x="5685" y="889"/>
              <a:ext cx="75" cy="3431"/>
            </a:xfrm>
            <a:prstGeom prst="rect">
              <a:avLst/>
            </a:prstGeom>
            <a:solidFill>
              <a:srgbClr val="67722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" name="Google Shape;12;p1"/>
            <p:cNvGrpSpPr/>
            <p:nvPr/>
          </p:nvGrpSpPr>
          <p:grpSpPr>
            <a:xfrm>
              <a:off x="5606" y="889"/>
              <a:ext cx="106" cy="3431"/>
              <a:chOff x="5606" y="889"/>
              <a:chExt cx="106" cy="3431"/>
            </a:xfrm>
          </p:grpSpPr>
          <p:sp>
            <p:nvSpPr>
              <p:cNvPr id="13" name="Google Shape;13;p1"/>
              <p:cNvSpPr txBox="1"/>
              <p:nvPr/>
            </p:nvSpPr>
            <p:spPr>
              <a:xfrm flipH="1" rot="10800000">
                <a:off x="5606" y="889"/>
                <a:ext cx="58" cy="3431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" name="Google Shape;14;p1"/>
              <p:cNvSpPr txBox="1"/>
              <p:nvPr/>
            </p:nvSpPr>
            <p:spPr>
              <a:xfrm flipH="1" rot="10800000">
                <a:off x="5654" y="889"/>
                <a:ext cx="58" cy="3431"/>
              </a:xfrm>
              <a:prstGeom prst="rect">
                <a:avLst/>
              </a:prstGeom>
              <a:solidFill>
                <a:srgbClr val="9900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5" name="Google Shape;15;p1"/>
          <p:cNvSpPr txBox="1"/>
          <p:nvPr/>
        </p:nvSpPr>
        <p:spPr>
          <a:xfrm>
            <a:off x="-1" y="1"/>
            <a:ext cx="9140825" cy="1449387"/>
          </a:xfrm>
          <a:prstGeom prst="rect">
            <a:avLst/>
          </a:prstGeom>
          <a:solidFill>
            <a:srgbClr val="677228">
              <a:alpha val="35294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1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" name="Google Shape;17;p1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1- </a:t>
            </a:r>
            <a:fld id="{00000000-1234-1234-1234-123412341234}" type="slidenum">
              <a:rPr lang="en-US"/>
              <a:t>‹#›</a:t>
            </a:fld>
            <a:endParaRPr b="0">
              <a:solidFill>
                <a:srgbClr val="000000"/>
              </a:solidFill>
            </a:endParaRPr>
          </a:p>
        </p:txBody>
      </p:sp>
      <p:sp>
        <p:nvSpPr>
          <p:cNvPr id="18" name="Google Shape;18;p1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indent="-335280" lvl="0" marL="4572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9405" lvl="1" marL="91440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  <a:defRPr b="0" i="0" sz="2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 Symbols"/>
              <a:buChar char="■"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oto Sans Symbols"/>
              <a:buChar char="■"/>
              <a:defRPr b="0" i="0" sz="20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21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21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21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21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" name="Google Shape;19;p1"/>
          <p:cNvSpPr txBox="1"/>
          <p:nvPr/>
        </p:nvSpPr>
        <p:spPr>
          <a:xfrm>
            <a:off x="838200" y="6397625"/>
            <a:ext cx="449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Copyright © 2007 Ramez Elmasri and Shamkant B. Navathe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2"/>
          <p:cNvSpPr txBox="1"/>
          <p:nvPr/>
        </p:nvSpPr>
        <p:spPr>
          <a:xfrm>
            <a:off x="8305800" y="0"/>
            <a:ext cx="609600" cy="6858000"/>
          </a:xfrm>
          <a:prstGeom prst="rect">
            <a:avLst/>
          </a:prstGeom>
          <a:gradFill>
            <a:gsLst>
              <a:gs pos="0">
                <a:srgbClr val="677228">
                  <a:alpha val="43529"/>
                </a:srgbClr>
              </a:gs>
              <a:gs pos="100000">
                <a:srgbClr val="5A6423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2"/>
          <p:cNvSpPr txBox="1"/>
          <p:nvPr/>
        </p:nvSpPr>
        <p:spPr>
          <a:xfrm rot="-5400000">
            <a:off x="3500437" y="-985837"/>
            <a:ext cx="2143125" cy="9144000"/>
          </a:xfrm>
          <a:prstGeom prst="rect">
            <a:avLst/>
          </a:prstGeom>
          <a:solidFill>
            <a:srgbClr val="677228">
              <a:alpha val="43137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2"/>
          <p:cNvSpPr txBox="1"/>
          <p:nvPr/>
        </p:nvSpPr>
        <p:spPr>
          <a:xfrm>
            <a:off x="7315200" y="2438400"/>
            <a:ext cx="1828800" cy="229076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wtri_4c UPDATE_color" id="67" name="Google Shape;67;p12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6200" y="5949950"/>
            <a:ext cx="684212" cy="831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lmasri_thumb" id="68" name="Google Shape;68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419975" y="2514600"/>
            <a:ext cx="1724025" cy="2143125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2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indent="-335280" lvl="0" marL="4572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9405" lvl="1" marL="91440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  <a:defRPr b="0" i="0" sz="2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 Symbols"/>
              <a:buChar char="■"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oto Sans Symbols"/>
              <a:buChar char="■"/>
              <a:defRPr b="0" i="0" sz="20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21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21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21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21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1" name="Google Shape;71;p12"/>
          <p:cNvSpPr txBox="1"/>
          <p:nvPr>
            <p:ph idx="11" type="ftr"/>
          </p:nvPr>
        </p:nvSpPr>
        <p:spPr>
          <a:xfrm>
            <a:off x="838200" y="6397625"/>
            <a:ext cx="449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8" r:id="rId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4"/>
          <p:cNvSpPr/>
          <p:nvPr/>
        </p:nvSpPr>
        <p:spPr>
          <a:xfrm>
            <a:off x="500062" y="5945187"/>
            <a:ext cx="4940300" cy="920750"/>
          </a:xfrm>
          <a:custGeom>
            <a:rect b="b" l="l" r="r" t="t"/>
            <a:pathLst>
              <a:path extrusionOk="0" h="337" w="7485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rgbClr val="9FCBDC">
              <a:alpha val="39215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14"/>
          <p:cNvSpPr/>
          <p:nvPr/>
        </p:nvSpPr>
        <p:spPr>
          <a:xfrm>
            <a:off x="485775" y="5938837"/>
            <a:ext cx="3690937" cy="933450"/>
          </a:xfrm>
          <a:custGeom>
            <a:rect b="b" l="l" r="r" t="t"/>
            <a:pathLst>
              <a:path extrusionOk="0" h="588" w="5591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4"/>
          <p:cNvSpPr/>
          <p:nvPr/>
        </p:nvSpPr>
        <p:spPr>
          <a:xfrm>
            <a:off x="-6042" y="5791253"/>
            <a:ext cx="3402314" cy="1080868"/>
          </a:xfrm>
          <a:prstGeom prst="rtTriangle">
            <a:avLst/>
          </a:prstGeom>
          <a:blipFill rotWithShape="1">
            <a:blip r:embed="rId1">
              <a:alphaModFix amt="50000"/>
            </a:blip>
            <a:tile algn="t" flip="none" tx="0" sx="50000" ty="0" sy="50000"/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pic>
        <p:nvPicPr>
          <p:cNvPr id="80" name="Google Shape;80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9050" y="5778500"/>
            <a:ext cx="3414712" cy="109855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/>
        </p:txBody>
      </p:sp>
      <p:sp>
        <p:nvSpPr>
          <p:cNvPr id="82" name="Google Shape;82;p14"/>
          <p:cNvSpPr txBox="1"/>
          <p:nvPr>
            <p:ph idx="1" type="body"/>
          </p:nvPr>
        </p:nvSpPr>
        <p:spPr>
          <a:xfrm>
            <a:off x="457200" y="1481137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5186" lvl="0" marL="457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36"/>
              <a:buFont typeface="Noto Sans Symbols"/>
              <a:buChar char="🞂"/>
              <a:defRPr b="0" i="0" sz="27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-374650" lvl="1" marL="914400" marR="0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Clr>
                <a:schemeClr val="accent1"/>
              </a:buClr>
              <a:buSzPts val="2300"/>
              <a:buFont typeface="Verdana"/>
              <a:buChar char="◦"/>
              <a:defRPr b="0" i="0" sz="23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indent="-361950" lvl="2" marL="1371600" marR="0" rtl="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Noto Sans Symbols"/>
              <a:buChar char="●"/>
              <a:defRPr b="0" i="0" sz="21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indent="-349250" lvl="3" marL="1828800" marR="0" rtl="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Noto Sans Symbols"/>
              <a:buChar char="●"/>
              <a:defRPr b="0" i="0" sz="19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●"/>
              <a:defRPr b="0" i="0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Char char="■"/>
              <a:defRPr b="0" i="0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indent="-330200" lvl="6" marL="3200400" marR="0" rtl="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indent="-330200" lvl="7" marL="3657600" marR="0" rtl="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indent="-330200" lvl="8" marL="4114800" marR="0" rtl="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/>
        </p:txBody>
      </p:sp>
      <p:sp>
        <p:nvSpPr>
          <p:cNvPr id="83" name="Google Shape;83;p14"/>
          <p:cNvSpPr txBox="1"/>
          <p:nvPr>
            <p:ph idx="10" type="dt"/>
          </p:nvPr>
        </p:nvSpPr>
        <p:spPr>
          <a:xfrm>
            <a:off x="6727825" y="6408737"/>
            <a:ext cx="1919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4" name="Google Shape;84;p14"/>
          <p:cNvSpPr txBox="1"/>
          <p:nvPr>
            <p:ph idx="11" type="ftr"/>
          </p:nvPr>
        </p:nvSpPr>
        <p:spPr>
          <a:xfrm>
            <a:off x="4379912" y="6408737"/>
            <a:ext cx="23510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5" name="Google Shape;85;p14"/>
          <p:cNvSpPr txBox="1"/>
          <p:nvPr>
            <p:ph idx="12" type="sldNum"/>
          </p:nvPr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6"/>
          <p:cNvSpPr/>
          <p:nvPr/>
        </p:nvSpPr>
        <p:spPr>
          <a:xfrm>
            <a:off x="500062" y="5945187"/>
            <a:ext cx="4940300" cy="920750"/>
          </a:xfrm>
          <a:custGeom>
            <a:rect b="b" l="l" r="r" t="t"/>
            <a:pathLst>
              <a:path extrusionOk="0" h="337" w="7485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rgbClr val="9FCBDC">
              <a:alpha val="39215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6"/>
          <p:cNvSpPr/>
          <p:nvPr/>
        </p:nvSpPr>
        <p:spPr>
          <a:xfrm>
            <a:off x="485775" y="5938837"/>
            <a:ext cx="3690937" cy="933450"/>
          </a:xfrm>
          <a:custGeom>
            <a:rect b="b" l="l" r="r" t="t"/>
            <a:pathLst>
              <a:path extrusionOk="0" h="588" w="5591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6"/>
          <p:cNvSpPr/>
          <p:nvPr/>
        </p:nvSpPr>
        <p:spPr>
          <a:xfrm>
            <a:off x="-6042" y="5791253"/>
            <a:ext cx="3402314" cy="1080868"/>
          </a:xfrm>
          <a:prstGeom prst="rtTriangle">
            <a:avLst/>
          </a:prstGeom>
          <a:blipFill rotWithShape="1">
            <a:blip r:embed="rId1">
              <a:alphaModFix amt="50000"/>
            </a:blip>
            <a:tile algn="t" flip="none" tx="0" sx="50000" ty="0" sy="50000"/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pic>
        <p:nvPicPr>
          <p:cNvPr id="96" name="Google Shape;96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9050" y="5778500"/>
            <a:ext cx="3414712" cy="109855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/>
        </p:txBody>
      </p:sp>
      <p:sp>
        <p:nvSpPr>
          <p:cNvPr id="98" name="Google Shape;98;p16"/>
          <p:cNvSpPr txBox="1"/>
          <p:nvPr>
            <p:ph idx="1" type="body"/>
          </p:nvPr>
        </p:nvSpPr>
        <p:spPr>
          <a:xfrm>
            <a:off x="457200" y="1481137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5186" lvl="0" marL="457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36"/>
              <a:buFont typeface="Noto Sans Symbols"/>
              <a:buChar char="🞂"/>
              <a:defRPr b="0" i="0" sz="27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-374650" lvl="1" marL="914400" marR="0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Clr>
                <a:schemeClr val="accent1"/>
              </a:buClr>
              <a:buSzPts val="2300"/>
              <a:buFont typeface="Verdana"/>
              <a:buChar char="◦"/>
              <a:defRPr b="0" i="0" sz="23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indent="-361950" lvl="2" marL="1371600" marR="0" rtl="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Noto Sans Symbols"/>
              <a:buChar char="●"/>
              <a:defRPr b="0" i="0" sz="21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indent="-349250" lvl="3" marL="1828800" marR="0" rtl="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Noto Sans Symbols"/>
              <a:buChar char="●"/>
              <a:defRPr b="0" i="0" sz="19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●"/>
              <a:defRPr b="0" i="0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Char char="■"/>
              <a:defRPr b="0" i="0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indent="-330200" lvl="6" marL="3200400" marR="0" rtl="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indent="-330200" lvl="7" marL="3657600" marR="0" rtl="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indent="-330200" lvl="8" marL="4114800" marR="0" rtl="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/>
        </p:txBody>
      </p:sp>
      <p:sp>
        <p:nvSpPr>
          <p:cNvPr id="99" name="Google Shape;99;p16"/>
          <p:cNvSpPr txBox="1"/>
          <p:nvPr>
            <p:ph idx="10" type="dt"/>
          </p:nvPr>
        </p:nvSpPr>
        <p:spPr>
          <a:xfrm>
            <a:off x="6727825" y="6408737"/>
            <a:ext cx="1919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0" name="Google Shape;100;p16"/>
          <p:cNvSpPr txBox="1"/>
          <p:nvPr>
            <p:ph idx="11" type="ftr"/>
          </p:nvPr>
        </p:nvSpPr>
        <p:spPr>
          <a:xfrm>
            <a:off x="4379912" y="6408737"/>
            <a:ext cx="23510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1" name="Google Shape;101;p16"/>
          <p:cNvSpPr txBox="1"/>
          <p:nvPr>
            <p:ph idx="12" type="sldNum"/>
          </p:nvPr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/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7"/>
          <p:cNvSpPr/>
          <p:nvPr/>
        </p:nvSpPr>
        <p:spPr>
          <a:xfrm>
            <a:off x="0" y="4664075"/>
            <a:ext cx="9150350" cy="0"/>
          </a:xfrm>
          <a:prstGeom prst="rtTriangle">
            <a:avLst/>
          </a:prstGeom>
          <a:gradFill>
            <a:gsLst>
              <a:gs pos="0">
                <a:srgbClr val="007897"/>
              </a:gs>
              <a:gs pos="55000">
                <a:srgbClr val="4ABBE0"/>
              </a:gs>
              <a:gs pos="100000">
                <a:srgbClr val="007897"/>
              </a:gs>
            </a:gsLst>
            <a:lin ang="30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4" name="Google Shape;104;p17"/>
          <p:cNvGrpSpPr/>
          <p:nvPr/>
        </p:nvGrpSpPr>
        <p:grpSpPr>
          <a:xfrm>
            <a:off x="-12192" y="4953000"/>
            <a:ext cx="9156192" cy="1911350"/>
            <a:chOff x="-12783" y="4832896"/>
            <a:chExt cx="9156783" cy="2032192"/>
          </a:xfrm>
        </p:grpSpPr>
        <p:sp>
          <p:nvSpPr>
            <p:cNvPr id="105" name="Google Shape;105;p17"/>
            <p:cNvSpPr/>
            <p:nvPr/>
          </p:nvSpPr>
          <p:spPr>
            <a:xfrm>
              <a:off x="1687032" y="4832896"/>
              <a:ext cx="7456968" cy="518176"/>
            </a:xfrm>
            <a:custGeom>
              <a:rect b="b" l="l" r="r" t="t"/>
              <a:pathLst>
                <a:path extrusionOk="0" h="367" w="469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rgbClr val="9FCBDC">
                <a:alpha val="39215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17"/>
            <p:cNvSpPr/>
            <p:nvPr/>
          </p:nvSpPr>
          <p:spPr>
            <a:xfrm>
              <a:off x="35443" y="5135526"/>
              <a:ext cx="9108557" cy="838200"/>
            </a:xfrm>
            <a:custGeom>
              <a:rect b="b" l="l" r="r" t="t"/>
              <a:pathLst>
                <a:path extrusionOk="0" h="528" w="5760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17"/>
            <p:cNvSpPr/>
            <p:nvPr/>
          </p:nvSpPr>
          <p:spPr>
            <a:xfrm>
              <a:off x="0" y="4883888"/>
              <a:ext cx="9144000" cy="1981200"/>
            </a:xfrm>
            <a:custGeom>
              <a:rect b="b" l="l" r="r" t="t"/>
              <a:pathLst>
                <a:path extrusionOk="0" h="1248" w="5760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">
                <a:alphaModFix amt="50000"/>
              </a:blip>
              <a:tile algn="t" flip="none" tx="0" sx="50000" ty="0" sy="50000"/>
            </a:blip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endParaRPr>
            </a:p>
          </p:txBody>
        </p:sp>
        <p:pic>
          <p:nvPicPr>
            <p:cNvPr id="108" name="Google Shape;108;p17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-12783" y="4875025"/>
              <a:ext cx="9156783" cy="85554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9" name="Google Shape;109;p17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/>
        </p:txBody>
      </p:sp>
      <p:sp>
        <p:nvSpPr>
          <p:cNvPr id="110" name="Google Shape;110;p17"/>
          <p:cNvSpPr txBox="1"/>
          <p:nvPr>
            <p:ph idx="1" type="body"/>
          </p:nvPr>
        </p:nvSpPr>
        <p:spPr>
          <a:xfrm>
            <a:off x="457200" y="1481137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5186" lvl="0" marL="457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36"/>
              <a:buFont typeface="Noto Sans Symbols"/>
              <a:buChar char="🞂"/>
              <a:defRPr b="0" i="0" sz="27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-374650" lvl="1" marL="914400" marR="0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Clr>
                <a:schemeClr val="accent1"/>
              </a:buClr>
              <a:buSzPts val="2300"/>
              <a:buFont typeface="Verdana"/>
              <a:buChar char="◦"/>
              <a:defRPr b="0" i="0" sz="23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indent="-361950" lvl="2" marL="1371600" marR="0" rtl="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Noto Sans Symbols"/>
              <a:buChar char="●"/>
              <a:defRPr b="0" i="0" sz="21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indent="-349250" lvl="3" marL="1828800" marR="0" rtl="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Noto Sans Symbols"/>
              <a:buChar char="●"/>
              <a:defRPr b="0" i="0" sz="19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●"/>
              <a:defRPr b="0" i="0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Char char="■"/>
              <a:defRPr b="0" i="0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indent="-330200" lvl="6" marL="3200400" marR="0" rtl="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indent="-330200" lvl="7" marL="3657600" marR="0" rtl="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indent="-330200" lvl="8" marL="4114800" marR="0" rtl="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/>
        </p:txBody>
      </p:sp>
      <p:sp>
        <p:nvSpPr>
          <p:cNvPr id="111" name="Google Shape;111;p17"/>
          <p:cNvSpPr txBox="1"/>
          <p:nvPr>
            <p:ph idx="10" type="dt"/>
          </p:nvPr>
        </p:nvSpPr>
        <p:spPr>
          <a:xfrm>
            <a:off x="6727825" y="6408737"/>
            <a:ext cx="1919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2" name="Google Shape;112;p17"/>
          <p:cNvSpPr txBox="1"/>
          <p:nvPr>
            <p:ph idx="11" type="ftr"/>
          </p:nvPr>
        </p:nvSpPr>
        <p:spPr>
          <a:xfrm>
            <a:off x="4379912" y="6408737"/>
            <a:ext cx="23510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rgbClr val="E8F0F4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3" name="Google Shape;113;p17"/>
          <p:cNvSpPr txBox="1"/>
          <p:nvPr>
            <p:ph idx="12" type="sldNum"/>
          </p:nvPr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/>
          <p:cNvSpPr/>
          <p:nvPr/>
        </p:nvSpPr>
        <p:spPr>
          <a:xfrm>
            <a:off x="500062" y="5945187"/>
            <a:ext cx="4940300" cy="920750"/>
          </a:xfrm>
          <a:custGeom>
            <a:rect b="b" l="l" r="r" t="t"/>
            <a:pathLst>
              <a:path extrusionOk="0" h="337" w="7485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rgbClr val="9FCBDC">
              <a:alpha val="39215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9"/>
          <p:cNvSpPr/>
          <p:nvPr/>
        </p:nvSpPr>
        <p:spPr>
          <a:xfrm>
            <a:off x="485775" y="5938837"/>
            <a:ext cx="3690937" cy="933450"/>
          </a:xfrm>
          <a:custGeom>
            <a:rect b="b" l="l" r="r" t="t"/>
            <a:pathLst>
              <a:path extrusionOk="0" h="588" w="5591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9"/>
          <p:cNvSpPr/>
          <p:nvPr/>
        </p:nvSpPr>
        <p:spPr>
          <a:xfrm>
            <a:off x="-6042" y="5791253"/>
            <a:ext cx="3402314" cy="1080868"/>
          </a:xfrm>
          <a:prstGeom prst="rtTriangle">
            <a:avLst/>
          </a:prstGeom>
          <a:blipFill rotWithShape="1">
            <a:blip r:embed="rId2">
              <a:alphaModFix amt="50000"/>
            </a:blip>
            <a:tile algn="t" flip="none" tx="0" sx="50000" ty="0" sy="50000"/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pic>
        <p:nvPicPr>
          <p:cNvPr id="124" name="Google Shape;12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9050" y="5778500"/>
            <a:ext cx="3414712" cy="109855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9"/>
          <p:cNvSpPr/>
          <p:nvPr/>
        </p:nvSpPr>
        <p:spPr>
          <a:xfrm>
            <a:off x="3636962" y="3005137"/>
            <a:ext cx="182562" cy="228600"/>
          </a:xfrm>
          <a:prstGeom prst="chevron">
            <a:avLst>
              <a:gd fmla="val 10800" name="adj"/>
            </a:avLst>
          </a:prstGeom>
          <a:gradFill>
            <a:gsLst>
              <a:gs pos="0">
                <a:srgbClr val="1389A6"/>
              </a:gs>
              <a:gs pos="72000">
                <a:srgbClr val="50B8DA"/>
              </a:gs>
              <a:gs pos="100000">
                <a:srgbClr val="7FC4DD"/>
              </a:gs>
            </a:gsLst>
            <a:lin ang="16200000" scaled="0"/>
          </a:gradFill>
          <a:ln cap="rnd" cmpd="sng" w="9525">
            <a:solidFill>
              <a:srgbClr val="1E768C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5400">
              <a:srgbClr val="000000">
                <a:alpha val="4549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9"/>
          <p:cNvSpPr/>
          <p:nvPr/>
        </p:nvSpPr>
        <p:spPr>
          <a:xfrm>
            <a:off x="3449637" y="3005137"/>
            <a:ext cx="184150" cy="228600"/>
          </a:xfrm>
          <a:prstGeom prst="chevron">
            <a:avLst>
              <a:gd fmla="val 10800" name="adj"/>
            </a:avLst>
          </a:prstGeom>
          <a:gradFill>
            <a:gsLst>
              <a:gs pos="0">
                <a:srgbClr val="1389A6"/>
              </a:gs>
              <a:gs pos="72000">
                <a:srgbClr val="50B8DA"/>
              </a:gs>
              <a:gs pos="100000">
                <a:srgbClr val="7FC4DD"/>
              </a:gs>
            </a:gsLst>
            <a:lin ang="16200000" scaled="0"/>
          </a:gradFill>
          <a:ln cap="rnd" cmpd="sng" w="9525">
            <a:solidFill>
              <a:srgbClr val="1E768C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5400">
              <a:srgbClr val="000000">
                <a:alpha val="4549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9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/>
        </p:txBody>
      </p:sp>
      <p:sp>
        <p:nvSpPr>
          <p:cNvPr id="128" name="Google Shape;128;p19"/>
          <p:cNvSpPr txBox="1"/>
          <p:nvPr>
            <p:ph idx="1" type="body"/>
          </p:nvPr>
        </p:nvSpPr>
        <p:spPr>
          <a:xfrm>
            <a:off x="457200" y="1481137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5186" lvl="0" marL="457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36"/>
              <a:buFont typeface="Noto Sans Symbols"/>
              <a:buChar char="🞂"/>
              <a:defRPr b="0" i="0" sz="27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-374650" lvl="1" marL="914400" marR="0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Clr>
                <a:schemeClr val="accent1"/>
              </a:buClr>
              <a:buSzPts val="2300"/>
              <a:buFont typeface="Verdana"/>
              <a:buChar char="◦"/>
              <a:defRPr b="0" i="0" sz="23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indent="-361950" lvl="2" marL="1371600" marR="0" rtl="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Noto Sans Symbols"/>
              <a:buChar char="●"/>
              <a:defRPr b="0" i="0" sz="21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indent="-349250" lvl="3" marL="1828800" marR="0" rtl="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Noto Sans Symbols"/>
              <a:buChar char="●"/>
              <a:defRPr b="0" i="0" sz="19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●"/>
              <a:defRPr b="0" i="0" sz="18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Char char="■"/>
              <a:defRPr b="0" i="0" sz="18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indent="-330200" lvl="6" marL="3200400" marR="0" rtl="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indent="-330200" lvl="7" marL="3657600" marR="0" rtl="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indent="-330200" lvl="8" marL="4114800" marR="0" rtl="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/>
        </p:txBody>
      </p:sp>
      <p:sp>
        <p:nvSpPr>
          <p:cNvPr id="129" name="Google Shape;129;p19"/>
          <p:cNvSpPr txBox="1"/>
          <p:nvPr>
            <p:ph idx="10" type="dt"/>
          </p:nvPr>
        </p:nvSpPr>
        <p:spPr>
          <a:xfrm>
            <a:off x="6727825" y="6408737"/>
            <a:ext cx="1919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0" name="Google Shape;130;p19"/>
          <p:cNvSpPr txBox="1"/>
          <p:nvPr>
            <p:ph idx="11" type="ftr"/>
          </p:nvPr>
        </p:nvSpPr>
        <p:spPr>
          <a:xfrm>
            <a:off x="4379912" y="6408737"/>
            <a:ext cx="23510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1" name="Google Shape;131;p19"/>
          <p:cNvSpPr txBox="1"/>
          <p:nvPr>
            <p:ph idx="12" type="sldNum"/>
          </p:nvPr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1"/>
          <p:cNvSpPr/>
          <p:nvPr/>
        </p:nvSpPr>
        <p:spPr>
          <a:xfrm>
            <a:off x="500062" y="5945187"/>
            <a:ext cx="4940300" cy="920750"/>
          </a:xfrm>
          <a:custGeom>
            <a:rect b="b" l="l" r="r" t="t"/>
            <a:pathLst>
              <a:path extrusionOk="0" h="337" w="7485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rgbClr val="9FCBDC">
              <a:alpha val="39215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21"/>
          <p:cNvSpPr/>
          <p:nvPr/>
        </p:nvSpPr>
        <p:spPr>
          <a:xfrm>
            <a:off x="485775" y="5938837"/>
            <a:ext cx="3690937" cy="933450"/>
          </a:xfrm>
          <a:custGeom>
            <a:rect b="b" l="l" r="r" t="t"/>
            <a:pathLst>
              <a:path extrusionOk="0" h="588" w="5591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21"/>
          <p:cNvSpPr/>
          <p:nvPr/>
        </p:nvSpPr>
        <p:spPr>
          <a:xfrm>
            <a:off x="-6042" y="5791253"/>
            <a:ext cx="3402314" cy="1080868"/>
          </a:xfrm>
          <a:prstGeom prst="rtTriangle">
            <a:avLst/>
          </a:prstGeom>
          <a:blipFill rotWithShape="1">
            <a:blip r:embed="rId2">
              <a:alphaModFix amt="50000"/>
            </a:blip>
            <a:tile algn="t" flip="none" tx="0" sx="50000" ty="0" sy="50000"/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pic>
        <p:nvPicPr>
          <p:cNvPr id="142" name="Google Shape;14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9050" y="5778500"/>
            <a:ext cx="3414712" cy="109855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/>
        </p:txBody>
      </p:sp>
      <p:sp>
        <p:nvSpPr>
          <p:cNvPr id="144" name="Google Shape;144;p21"/>
          <p:cNvSpPr txBox="1"/>
          <p:nvPr>
            <p:ph idx="1" type="body"/>
          </p:nvPr>
        </p:nvSpPr>
        <p:spPr>
          <a:xfrm>
            <a:off x="457200" y="1481137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5186" lvl="0" marL="457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36"/>
              <a:buFont typeface="Noto Sans Symbols"/>
              <a:buChar char="🞂"/>
              <a:defRPr b="0" i="0" sz="27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-374650" lvl="1" marL="914400" marR="0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Clr>
                <a:schemeClr val="accent1"/>
              </a:buClr>
              <a:buSzPts val="2300"/>
              <a:buFont typeface="Verdana"/>
              <a:buChar char="◦"/>
              <a:defRPr b="0" i="0" sz="23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indent="-361950" lvl="2" marL="1371600" marR="0" rtl="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Noto Sans Symbols"/>
              <a:buChar char="●"/>
              <a:defRPr b="0" i="0" sz="21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indent="-349250" lvl="3" marL="1828800" marR="0" rtl="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Noto Sans Symbols"/>
              <a:buChar char="●"/>
              <a:defRPr b="0" i="0" sz="19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●"/>
              <a:defRPr b="0" i="0" sz="18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Char char="■"/>
              <a:defRPr b="0" i="0" sz="18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indent="-330200" lvl="6" marL="3200400" marR="0" rtl="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indent="-330200" lvl="7" marL="3657600" marR="0" rtl="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indent="-330200" lvl="8" marL="4114800" marR="0" rtl="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/>
        </p:txBody>
      </p:sp>
      <p:sp>
        <p:nvSpPr>
          <p:cNvPr id="145" name="Google Shape;145;p21"/>
          <p:cNvSpPr txBox="1"/>
          <p:nvPr>
            <p:ph idx="10" type="dt"/>
          </p:nvPr>
        </p:nvSpPr>
        <p:spPr>
          <a:xfrm>
            <a:off x="6727825" y="6408737"/>
            <a:ext cx="1919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6" name="Google Shape;146;p21"/>
          <p:cNvSpPr txBox="1"/>
          <p:nvPr>
            <p:ph idx="11" type="ftr"/>
          </p:nvPr>
        </p:nvSpPr>
        <p:spPr>
          <a:xfrm>
            <a:off x="4379912" y="6408737"/>
            <a:ext cx="23510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7" name="Google Shape;147;p21"/>
          <p:cNvSpPr txBox="1"/>
          <p:nvPr>
            <p:ph idx="12" type="sldNum"/>
          </p:nvPr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/>
        </p:txBody>
      </p:sp>
      <p:sp>
        <p:nvSpPr>
          <p:cNvPr id="157" name="Google Shape;157;p23"/>
          <p:cNvSpPr txBox="1"/>
          <p:nvPr>
            <p:ph idx="1" type="body"/>
          </p:nvPr>
        </p:nvSpPr>
        <p:spPr>
          <a:xfrm>
            <a:off x="457200" y="1481137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5186" lvl="0" marL="457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36"/>
              <a:buFont typeface="Noto Sans Symbols"/>
              <a:buChar char="🞂"/>
              <a:defRPr b="0" i="0" sz="27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-374650" lvl="1" marL="914400" marR="0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Clr>
                <a:schemeClr val="accent1"/>
              </a:buClr>
              <a:buSzPts val="2300"/>
              <a:buFont typeface="Verdana"/>
              <a:buChar char="◦"/>
              <a:defRPr b="0" i="0" sz="23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indent="-361950" lvl="2" marL="1371600" marR="0" rtl="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Noto Sans Symbols"/>
              <a:buChar char="●"/>
              <a:defRPr b="0" i="0" sz="21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indent="-349250" lvl="3" marL="1828800" marR="0" rtl="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Noto Sans Symbols"/>
              <a:buChar char="●"/>
              <a:defRPr b="0" i="0" sz="19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●"/>
              <a:defRPr b="0" i="0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Char char="■"/>
              <a:defRPr b="0" i="0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indent="-330200" lvl="6" marL="3200400" marR="0" rtl="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indent="-330200" lvl="7" marL="3657600" marR="0" rtl="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indent="-330200" lvl="8" marL="4114800" marR="0" rtl="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/>
        </p:txBody>
      </p:sp>
      <p:sp>
        <p:nvSpPr>
          <p:cNvPr id="158" name="Google Shape;158;p23"/>
          <p:cNvSpPr txBox="1"/>
          <p:nvPr>
            <p:ph idx="10" type="dt"/>
          </p:nvPr>
        </p:nvSpPr>
        <p:spPr>
          <a:xfrm>
            <a:off x="6727825" y="6408737"/>
            <a:ext cx="1919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9" name="Google Shape;159;p23"/>
          <p:cNvSpPr txBox="1"/>
          <p:nvPr>
            <p:ph idx="11" type="ftr"/>
          </p:nvPr>
        </p:nvSpPr>
        <p:spPr>
          <a:xfrm>
            <a:off x="4379912" y="6408737"/>
            <a:ext cx="23510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0" name="Google Shape;160;p23"/>
          <p:cNvSpPr txBox="1"/>
          <p:nvPr>
            <p:ph idx="12" type="sldNum"/>
          </p:nvPr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3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5"/>
          <p:cNvSpPr/>
          <p:nvPr/>
        </p:nvSpPr>
        <p:spPr>
          <a:xfrm>
            <a:off x="500062" y="5945187"/>
            <a:ext cx="4940300" cy="920750"/>
          </a:xfrm>
          <a:custGeom>
            <a:rect b="b" l="l" r="r" t="t"/>
            <a:pathLst>
              <a:path extrusionOk="0" h="337" w="7485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rgbClr val="9FCBDC">
              <a:alpha val="39215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25"/>
          <p:cNvSpPr/>
          <p:nvPr/>
        </p:nvSpPr>
        <p:spPr>
          <a:xfrm>
            <a:off x="485775" y="5938837"/>
            <a:ext cx="3690937" cy="933450"/>
          </a:xfrm>
          <a:custGeom>
            <a:rect b="b" l="l" r="r" t="t"/>
            <a:pathLst>
              <a:path extrusionOk="0" h="588" w="5591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25"/>
          <p:cNvSpPr/>
          <p:nvPr/>
        </p:nvSpPr>
        <p:spPr>
          <a:xfrm>
            <a:off x="-6042" y="5791253"/>
            <a:ext cx="3402314" cy="1080868"/>
          </a:xfrm>
          <a:prstGeom prst="rtTriangle">
            <a:avLst/>
          </a:prstGeom>
          <a:blipFill rotWithShape="1">
            <a:blip r:embed="rId2">
              <a:alphaModFix amt="50000"/>
            </a:blip>
            <a:tile algn="t" flip="none" tx="0" sx="50000" ty="0" sy="50000"/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pic>
        <p:nvPicPr>
          <p:cNvPr id="174" name="Google Shape;17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9050" y="5778500"/>
            <a:ext cx="3414712" cy="109855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/>
        </p:txBody>
      </p:sp>
      <p:sp>
        <p:nvSpPr>
          <p:cNvPr id="176" name="Google Shape;176;p25"/>
          <p:cNvSpPr txBox="1"/>
          <p:nvPr>
            <p:ph idx="1" type="body"/>
          </p:nvPr>
        </p:nvSpPr>
        <p:spPr>
          <a:xfrm>
            <a:off x="457200" y="1481137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5186" lvl="0" marL="457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36"/>
              <a:buFont typeface="Noto Sans Symbols"/>
              <a:buChar char="🞂"/>
              <a:defRPr b="0" i="0" sz="27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-374650" lvl="1" marL="914400" marR="0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Clr>
                <a:schemeClr val="accent1"/>
              </a:buClr>
              <a:buSzPts val="2300"/>
              <a:buFont typeface="Verdana"/>
              <a:buChar char="◦"/>
              <a:defRPr b="0" i="0" sz="23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indent="-361950" lvl="2" marL="1371600" marR="0" rtl="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Noto Sans Symbols"/>
              <a:buChar char="●"/>
              <a:defRPr b="0" i="0" sz="21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indent="-349250" lvl="3" marL="1828800" marR="0" rtl="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Noto Sans Symbols"/>
              <a:buChar char="●"/>
              <a:defRPr b="0" i="0" sz="19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●"/>
              <a:defRPr b="0" i="0" sz="18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Char char="■"/>
              <a:defRPr b="0" i="0" sz="18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indent="-330200" lvl="6" marL="3200400" marR="0" rtl="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indent="-330200" lvl="7" marL="3657600" marR="0" rtl="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indent="-330200" lvl="8" marL="4114800" marR="0" rtl="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/>
        </p:txBody>
      </p:sp>
      <p:sp>
        <p:nvSpPr>
          <p:cNvPr id="177" name="Google Shape;177;p25"/>
          <p:cNvSpPr txBox="1"/>
          <p:nvPr>
            <p:ph idx="10" type="dt"/>
          </p:nvPr>
        </p:nvSpPr>
        <p:spPr>
          <a:xfrm>
            <a:off x="6727825" y="6408737"/>
            <a:ext cx="1919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8" name="Google Shape;178;p25"/>
          <p:cNvSpPr txBox="1"/>
          <p:nvPr>
            <p:ph idx="11" type="ftr"/>
          </p:nvPr>
        </p:nvSpPr>
        <p:spPr>
          <a:xfrm>
            <a:off x="4379912" y="6408737"/>
            <a:ext cx="23510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9" name="Google Shape;179;p25"/>
          <p:cNvSpPr txBox="1"/>
          <p:nvPr>
            <p:ph idx="12" type="sldNum"/>
          </p:nvPr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4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7"/>
          <p:cNvSpPr/>
          <p:nvPr/>
        </p:nvSpPr>
        <p:spPr>
          <a:xfrm>
            <a:off x="500062" y="5945187"/>
            <a:ext cx="4940300" cy="920750"/>
          </a:xfrm>
          <a:custGeom>
            <a:rect b="b" l="l" r="r" t="t"/>
            <a:pathLst>
              <a:path extrusionOk="0" h="337" w="7485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rgbClr val="9FCBDC">
              <a:alpha val="39215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7"/>
          <p:cNvSpPr/>
          <p:nvPr/>
        </p:nvSpPr>
        <p:spPr>
          <a:xfrm>
            <a:off x="485775" y="5938837"/>
            <a:ext cx="3690937" cy="933450"/>
          </a:xfrm>
          <a:custGeom>
            <a:rect b="b" l="l" r="r" t="t"/>
            <a:pathLst>
              <a:path extrusionOk="0" h="588" w="5591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7"/>
          <p:cNvSpPr/>
          <p:nvPr/>
        </p:nvSpPr>
        <p:spPr>
          <a:xfrm>
            <a:off x="-6042" y="5791253"/>
            <a:ext cx="3402314" cy="1080868"/>
          </a:xfrm>
          <a:prstGeom prst="rtTriangle">
            <a:avLst/>
          </a:prstGeom>
          <a:blipFill rotWithShape="1">
            <a:blip r:embed="rId1">
              <a:alphaModFix amt="50000"/>
            </a:blip>
            <a:tile algn="t" flip="none" tx="0" sx="50000" ty="0" sy="50000"/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pic>
        <p:nvPicPr>
          <p:cNvPr id="189" name="Google Shape;189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9050" y="5778500"/>
            <a:ext cx="3414712" cy="109855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7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/>
        </p:txBody>
      </p:sp>
      <p:sp>
        <p:nvSpPr>
          <p:cNvPr id="191" name="Google Shape;191;p27"/>
          <p:cNvSpPr txBox="1"/>
          <p:nvPr>
            <p:ph idx="1" type="body"/>
          </p:nvPr>
        </p:nvSpPr>
        <p:spPr>
          <a:xfrm>
            <a:off x="457200" y="1481137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5186" lvl="0" marL="457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36"/>
              <a:buFont typeface="Noto Sans Symbols"/>
              <a:buChar char="🞂"/>
              <a:defRPr b="0" i="0" sz="27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-374650" lvl="1" marL="914400" marR="0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Clr>
                <a:schemeClr val="accent1"/>
              </a:buClr>
              <a:buSzPts val="2300"/>
              <a:buFont typeface="Verdana"/>
              <a:buChar char="◦"/>
              <a:defRPr b="0" i="0" sz="23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indent="-361950" lvl="2" marL="1371600" marR="0" rtl="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Noto Sans Symbols"/>
              <a:buChar char="●"/>
              <a:defRPr b="0" i="0" sz="21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indent="-349250" lvl="3" marL="1828800" marR="0" rtl="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Noto Sans Symbols"/>
              <a:buChar char="●"/>
              <a:defRPr b="0" i="0" sz="19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●"/>
              <a:defRPr b="0" i="0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Char char="■"/>
              <a:defRPr b="0" i="0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indent="-330200" lvl="6" marL="3200400" marR="0" rtl="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indent="-330200" lvl="7" marL="3657600" marR="0" rtl="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indent="-330200" lvl="8" marL="4114800" marR="0" rtl="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/>
        </p:txBody>
      </p:sp>
      <p:sp>
        <p:nvSpPr>
          <p:cNvPr id="192" name="Google Shape;192;p27"/>
          <p:cNvSpPr txBox="1"/>
          <p:nvPr>
            <p:ph idx="10" type="dt"/>
          </p:nvPr>
        </p:nvSpPr>
        <p:spPr>
          <a:xfrm>
            <a:off x="6727825" y="6408737"/>
            <a:ext cx="1919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3" name="Google Shape;193;p27"/>
          <p:cNvSpPr txBox="1"/>
          <p:nvPr>
            <p:ph idx="11" type="ftr"/>
          </p:nvPr>
        </p:nvSpPr>
        <p:spPr>
          <a:xfrm>
            <a:off x="4379912" y="6408737"/>
            <a:ext cx="23510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4" name="Google Shape;194;p27"/>
          <p:cNvSpPr txBox="1"/>
          <p:nvPr>
            <p:ph idx="12" type="sldNum"/>
          </p:nvPr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5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9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/>
        </p:txBody>
      </p:sp>
      <p:sp>
        <p:nvSpPr>
          <p:cNvPr id="201" name="Google Shape;201;p29"/>
          <p:cNvSpPr txBox="1"/>
          <p:nvPr>
            <p:ph idx="1" type="body"/>
          </p:nvPr>
        </p:nvSpPr>
        <p:spPr>
          <a:xfrm>
            <a:off x="457200" y="1481137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5186" lvl="0" marL="457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36"/>
              <a:buFont typeface="Noto Sans Symbols"/>
              <a:buChar char="🞂"/>
              <a:defRPr b="0" i="0" sz="27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-374650" lvl="1" marL="914400" marR="0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Clr>
                <a:schemeClr val="accent1"/>
              </a:buClr>
              <a:buSzPts val="2300"/>
              <a:buFont typeface="Verdana"/>
              <a:buChar char="◦"/>
              <a:defRPr b="0" i="0" sz="23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indent="-361950" lvl="2" marL="1371600" marR="0" rtl="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Noto Sans Symbols"/>
              <a:buChar char="●"/>
              <a:defRPr b="0" i="0" sz="21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indent="-349250" lvl="3" marL="1828800" marR="0" rtl="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Noto Sans Symbols"/>
              <a:buChar char="●"/>
              <a:defRPr b="0" i="0" sz="19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●"/>
              <a:defRPr b="0" i="0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Char char="■"/>
              <a:defRPr b="0" i="0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indent="-330200" lvl="6" marL="3200400" marR="0" rtl="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indent="-330200" lvl="7" marL="3657600" marR="0" rtl="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indent="-330200" lvl="8" marL="4114800" marR="0" rtl="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/>
        </p:txBody>
      </p:sp>
      <p:sp>
        <p:nvSpPr>
          <p:cNvPr id="202" name="Google Shape;202;p29"/>
          <p:cNvSpPr txBox="1"/>
          <p:nvPr>
            <p:ph idx="10" type="dt"/>
          </p:nvPr>
        </p:nvSpPr>
        <p:spPr>
          <a:xfrm>
            <a:off x="6727825" y="6408737"/>
            <a:ext cx="1919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3" name="Google Shape;203;p29"/>
          <p:cNvSpPr txBox="1"/>
          <p:nvPr>
            <p:ph idx="11" type="ftr"/>
          </p:nvPr>
        </p:nvSpPr>
        <p:spPr>
          <a:xfrm>
            <a:off x="4379912" y="6408737"/>
            <a:ext cx="23510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4" name="Google Shape;204;p29"/>
          <p:cNvSpPr txBox="1"/>
          <p:nvPr>
            <p:ph idx="12" type="sldNum"/>
          </p:nvPr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6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1"/>
          <p:cNvSpPr/>
          <p:nvPr/>
        </p:nvSpPr>
        <p:spPr>
          <a:xfrm>
            <a:off x="500062" y="5945187"/>
            <a:ext cx="4940300" cy="920750"/>
          </a:xfrm>
          <a:custGeom>
            <a:rect b="b" l="l" r="r" t="t"/>
            <a:pathLst>
              <a:path extrusionOk="0" h="337" w="7485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rgbClr val="9FCBDC">
              <a:alpha val="39215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31"/>
          <p:cNvSpPr/>
          <p:nvPr/>
        </p:nvSpPr>
        <p:spPr>
          <a:xfrm>
            <a:off x="485775" y="5938837"/>
            <a:ext cx="3690937" cy="933450"/>
          </a:xfrm>
          <a:custGeom>
            <a:rect b="b" l="l" r="r" t="t"/>
            <a:pathLst>
              <a:path extrusionOk="0" h="588" w="5591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31"/>
          <p:cNvSpPr/>
          <p:nvPr/>
        </p:nvSpPr>
        <p:spPr>
          <a:xfrm>
            <a:off x="-6042" y="5791253"/>
            <a:ext cx="3402314" cy="1080868"/>
          </a:xfrm>
          <a:prstGeom prst="rtTriangle">
            <a:avLst/>
          </a:prstGeom>
          <a:blipFill rotWithShape="1">
            <a:blip r:embed="rId2">
              <a:alphaModFix amt="50000"/>
            </a:blip>
            <a:tile algn="t" flip="none" tx="0" sx="50000" ty="0" sy="50000"/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pic>
        <p:nvPicPr>
          <p:cNvPr id="216" name="Google Shape;216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9050" y="5778500"/>
            <a:ext cx="3414712" cy="109855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31"/>
          <p:cNvSpPr/>
          <p:nvPr/>
        </p:nvSpPr>
        <p:spPr>
          <a:xfrm>
            <a:off x="8664575" y="4987925"/>
            <a:ext cx="182562" cy="228600"/>
          </a:xfrm>
          <a:prstGeom prst="chevron">
            <a:avLst>
              <a:gd fmla="val 10800" name="adj"/>
            </a:avLst>
          </a:prstGeom>
          <a:gradFill>
            <a:gsLst>
              <a:gs pos="0">
                <a:srgbClr val="1389A6"/>
              </a:gs>
              <a:gs pos="72000">
                <a:srgbClr val="50B8DA"/>
              </a:gs>
              <a:gs pos="100000">
                <a:srgbClr val="7FC4DD"/>
              </a:gs>
            </a:gsLst>
            <a:lin ang="16200000" scaled="0"/>
          </a:gradFill>
          <a:ln cap="rnd" cmpd="sng" w="9525">
            <a:solidFill>
              <a:srgbClr val="1E768C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5400">
              <a:srgbClr val="000000">
                <a:alpha val="4549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31"/>
          <p:cNvSpPr/>
          <p:nvPr/>
        </p:nvSpPr>
        <p:spPr>
          <a:xfrm>
            <a:off x="8477250" y="4987925"/>
            <a:ext cx="182562" cy="228600"/>
          </a:xfrm>
          <a:prstGeom prst="chevron">
            <a:avLst>
              <a:gd fmla="val 10800" name="adj"/>
            </a:avLst>
          </a:prstGeom>
          <a:gradFill>
            <a:gsLst>
              <a:gs pos="0">
                <a:srgbClr val="1389A6"/>
              </a:gs>
              <a:gs pos="72000">
                <a:srgbClr val="50B8DA"/>
              </a:gs>
              <a:gs pos="100000">
                <a:srgbClr val="7FC4DD"/>
              </a:gs>
            </a:gsLst>
            <a:lin ang="16200000" scaled="0"/>
          </a:gradFill>
          <a:ln cap="rnd" cmpd="sng" w="9525">
            <a:solidFill>
              <a:srgbClr val="1E768C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5400">
              <a:srgbClr val="000000">
                <a:alpha val="4549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3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/>
        </p:txBody>
      </p:sp>
      <p:sp>
        <p:nvSpPr>
          <p:cNvPr id="220" name="Google Shape;220;p31"/>
          <p:cNvSpPr txBox="1"/>
          <p:nvPr>
            <p:ph idx="1" type="body"/>
          </p:nvPr>
        </p:nvSpPr>
        <p:spPr>
          <a:xfrm>
            <a:off x="457200" y="1481137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5186" lvl="0" marL="457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36"/>
              <a:buFont typeface="Noto Sans Symbols"/>
              <a:buChar char="🞂"/>
              <a:defRPr b="0" i="0" sz="27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-374650" lvl="1" marL="914400" marR="0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Clr>
                <a:schemeClr val="accent1"/>
              </a:buClr>
              <a:buSzPts val="2300"/>
              <a:buFont typeface="Verdana"/>
              <a:buChar char="◦"/>
              <a:defRPr b="0" i="0" sz="23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indent="-361950" lvl="2" marL="1371600" marR="0" rtl="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Noto Sans Symbols"/>
              <a:buChar char="●"/>
              <a:defRPr b="0" i="0" sz="21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indent="-349250" lvl="3" marL="1828800" marR="0" rtl="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Noto Sans Symbols"/>
              <a:buChar char="●"/>
              <a:defRPr b="0" i="0" sz="19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●"/>
              <a:defRPr b="0" i="0" sz="18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Char char="■"/>
              <a:defRPr b="0" i="0" sz="18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indent="-330200" lvl="6" marL="3200400" marR="0" rtl="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indent="-330200" lvl="7" marL="3657600" marR="0" rtl="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indent="-330200" lvl="8" marL="4114800" marR="0" rtl="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/>
        </p:txBody>
      </p:sp>
      <p:sp>
        <p:nvSpPr>
          <p:cNvPr id="221" name="Google Shape;221;p31"/>
          <p:cNvSpPr txBox="1"/>
          <p:nvPr>
            <p:ph idx="10" type="dt"/>
          </p:nvPr>
        </p:nvSpPr>
        <p:spPr>
          <a:xfrm>
            <a:off x="6727825" y="6408737"/>
            <a:ext cx="1919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2" name="Google Shape;222;p31"/>
          <p:cNvSpPr txBox="1"/>
          <p:nvPr>
            <p:ph idx="11" type="ftr"/>
          </p:nvPr>
        </p:nvSpPr>
        <p:spPr>
          <a:xfrm>
            <a:off x="4379912" y="6408737"/>
            <a:ext cx="23510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3" name="Google Shape;223;p31"/>
          <p:cNvSpPr txBox="1"/>
          <p:nvPr>
            <p:ph idx="12" type="sldNum"/>
          </p:nvPr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7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3"/>
          <p:cNvSpPr/>
          <p:nvPr/>
        </p:nvSpPr>
        <p:spPr>
          <a:xfrm>
            <a:off x="500062" y="5945187"/>
            <a:ext cx="4940300" cy="920750"/>
          </a:xfrm>
          <a:custGeom>
            <a:rect b="b" l="l" r="r" t="t"/>
            <a:pathLst>
              <a:path extrusionOk="0" h="337" w="7485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rgbClr val="9FCBDC">
              <a:alpha val="39215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33"/>
          <p:cNvSpPr/>
          <p:nvPr/>
        </p:nvSpPr>
        <p:spPr>
          <a:xfrm>
            <a:off x="485775" y="5938837"/>
            <a:ext cx="3690937" cy="933450"/>
          </a:xfrm>
          <a:custGeom>
            <a:rect b="b" l="l" r="r" t="t"/>
            <a:pathLst>
              <a:path extrusionOk="0" h="588" w="5591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33"/>
          <p:cNvSpPr/>
          <p:nvPr/>
        </p:nvSpPr>
        <p:spPr>
          <a:xfrm>
            <a:off x="-6042" y="5791253"/>
            <a:ext cx="3402314" cy="1080868"/>
          </a:xfrm>
          <a:prstGeom prst="rtTriangle">
            <a:avLst/>
          </a:prstGeom>
          <a:blipFill rotWithShape="1">
            <a:blip r:embed="rId1">
              <a:alphaModFix amt="50000"/>
            </a:blip>
            <a:tile algn="t" flip="none" tx="0" sx="50000" ty="0" sy="50000"/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pic>
        <p:nvPicPr>
          <p:cNvPr id="235" name="Google Shape;235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9050" y="5778500"/>
            <a:ext cx="3414712" cy="109855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3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/>
        </p:txBody>
      </p:sp>
      <p:sp>
        <p:nvSpPr>
          <p:cNvPr id="237" name="Google Shape;237;p33"/>
          <p:cNvSpPr txBox="1"/>
          <p:nvPr>
            <p:ph idx="1" type="body"/>
          </p:nvPr>
        </p:nvSpPr>
        <p:spPr>
          <a:xfrm>
            <a:off x="457200" y="1481137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5186" lvl="0" marL="457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36"/>
              <a:buFont typeface="Noto Sans Symbols"/>
              <a:buChar char="🞂"/>
              <a:defRPr b="0" i="0" sz="27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-374650" lvl="1" marL="914400" marR="0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Clr>
                <a:schemeClr val="accent1"/>
              </a:buClr>
              <a:buSzPts val="2300"/>
              <a:buFont typeface="Verdana"/>
              <a:buChar char="◦"/>
              <a:defRPr b="0" i="0" sz="23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indent="-361950" lvl="2" marL="1371600" marR="0" rtl="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Noto Sans Symbols"/>
              <a:buChar char="●"/>
              <a:defRPr b="0" i="0" sz="21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indent="-349250" lvl="3" marL="1828800" marR="0" rtl="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Noto Sans Symbols"/>
              <a:buChar char="●"/>
              <a:defRPr b="0" i="0" sz="19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●"/>
              <a:defRPr b="0" i="0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Char char="■"/>
              <a:defRPr b="0" i="0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indent="-330200" lvl="6" marL="3200400" marR="0" rtl="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indent="-330200" lvl="7" marL="3657600" marR="0" rtl="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indent="-330200" lvl="8" marL="4114800" marR="0" rtl="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/>
        </p:txBody>
      </p:sp>
      <p:sp>
        <p:nvSpPr>
          <p:cNvPr id="238" name="Google Shape;238;p33"/>
          <p:cNvSpPr txBox="1"/>
          <p:nvPr>
            <p:ph idx="10" type="dt"/>
          </p:nvPr>
        </p:nvSpPr>
        <p:spPr>
          <a:xfrm>
            <a:off x="6727825" y="6408737"/>
            <a:ext cx="1919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9" name="Google Shape;239;p33"/>
          <p:cNvSpPr txBox="1"/>
          <p:nvPr>
            <p:ph idx="11" type="ftr"/>
          </p:nvPr>
        </p:nvSpPr>
        <p:spPr>
          <a:xfrm>
            <a:off x="4379912" y="6408737"/>
            <a:ext cx="23510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0" name="Google Shape;240;p33"/>
          <p:cNvSpPr txBox="1"/>
          <p:nvPr>
            <p:ph idx="12" type="sldNum"/>
          </p:nvPr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8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5"/>
          <p:cNvSpPr/>
          <p:nvPr/>
        </p:nvSpPr>
        <p:spPr>
          <a:xfrm>
            <a:off x="500062" y="5945187"/>
            <a:ext cx="4940300" cy="920750"/>
          </a:xfrm>
          <a:custGeom>
            <a:rect b="b" l="l" r="r" t="t"/>
            <a:pathLst>
              <a:path extrusionOk="0" h="337" w="7485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rgbClr val="9FCBDC">
              <a:alpha val="39215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35"/>
          <p:cNvSpPr/>
          <p:nvPr/>
        </p:nvSpPr>
        <p:spPr>
          <a:xfrm>
            <a:off x="485775" y="5938837"/>
            <a:ext cx="3690937" cy="933450"/>
          </a:xfrm>
          <a:custGeom>
            <a:rect b="b" l="l" r="r" t="t"/>
            <a:pathLst>
              <a:path extrusionOk="0" h="588" w="5591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35"/>
          <p:cNvSpPr/>
          <p:nvPr/>
        </p:nvSpPr>
        <p:spPr>
          <a:xfrm>
            <a:off x="-6042" y="5791253"/>
            <a:ext cx="3402314" cy="1080868"/>
          </a:xfrm>
          <a:prstGeom prst="rtTriangle">
            <a:avLst/>
          </a:prstGeom>
          <a:blipFill rotWithShape="1">
            <a:blip r:embed="rId1">
              <a:alphaModFix amt="50000"/>
            </a:blip>
            <a:tile algn="t" flip="none" tx="0" sx="50000" ty="0" sy="50000"/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pic>
        <p:nvPicPr>
          <p:cNvPr id="251" name="Google Shape;251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9050" y="5778500"/>
            <a:ext cx="3414712" cy="109855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3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/>
        </p:txBody>
      </p:sp>
      <p:sp>
        <p:nvSpPr>
          <p:cNvPr id="253" name="Google Shape;253;p35"/>
          <p:cNvSpPr txBox="1"/>
          <p:nvPr>
            <p:ph idx="1" type="body"/>
          </p:nvPr>
        </p:nvSpPr>
        <p:spPr>
          <a:xfrm>
            <a:off x="457200" y="1481137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5186" lvl="0" marL="457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36"/>
              <a:buFont typeface="Noto Sans Symbols"/>
              <a:buChar char="🞂"/>
              <a:defRPr b="0" i="0" sz="27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-374650" lvl="1" marL="914400" marR="0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Clr>
                <a:schemeClr val="accent1"/>
              </a:buClr>
              <a:buSzPts val="2300"/>
              <a:buFont typeface="Verdana"/>
              <a:buChar char="◦"/>
              <a:defRPr b="0" i="0" sz="23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indent="-361950" lvl="2" marL="1371600" marR="0" rtl="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Noto Sans Symbols"/>
              <a:buChar char="●"/>
              <a:defRPr b="0" i="0" sz="21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indent="-349250" lvl="3" marL="1828800" marR="0" rtl="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Noto Sans Symbols"/>
              <a:buChar char="●"/>
              <a:defRPr b="0" i="0" sz="19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●"/>
              <a:defRPr b="0" i="0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Char char="■"/>
              <a:defRPr b="0" i="0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indent="-330200" lvl="6" marL="3200400" marR="0" rtl="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indent="-330200" lvl="7" marL="3657600" marR="0" rtl="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indent="-330200" lvl="8" marL="4114800" marR="0" rtl="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/>
        </p:txBody>
      </p:sp>
      <p:sp>
        <p:nvSpPr>
          <p:cNvPr id="254" name="Google Shape;254;p35"/>
          <p:cNvSpPr txBox="1"/>
          <p:nvPr>
            <p:ph idx="10" type="dt"/>
          </p:nvPr>
        </p:nvSpPr>
        <p:spPr>
          <a:xfrm>
            <a:off x="6727825" y="6408737"/>
            <a:ext cx="1919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5" name="Google Shape;255;p35"/>
          <p:cNvSpPr txBox="1"/>
          <p:nvPr>
            <p:ph idx="11" type="ftr"/>
          </p:nvPr>
        </p:nvSpPr>
        <p:spPr>
          <a:xfrm>
            <a:off x="4379912" y="6408737"/>
            <a:ext cx="23510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6" name="Google Shape;256;p35"/>
          <p:cNvSpPr txBox="1"/>
          <p:nvPr>
            <p:ph idx="12" type="sldNum"/>
          </p:nvPr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9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7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1- </a:t>
            </a:r>
            <a:fld id="{00000000-1234-1234-1234-123412341234}" type="slidenum"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37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3600">
              <a:solidFill>
                <a:srgbClr val="8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lmasri_cov" id="270" name="Google Shape;270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8"/>
          <p:cNvSpPr txBox="1"/>
          <p:nvPr/>
        </p:nvSpPr>
        <p:spPr>
          <a:xfrm>
            <a:off x="838200" y="6397625"/>
            <a:ext cx="449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Copyright © 2007 Ramez Elmasri and Shamkant B. Navathe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Pink tissue paper" id="277" name="Google Shape;277;p38"/>
          <p:cNvSpPr txBox="1"/>
          <p:nvPr>
            <p:ph type="ctrTitle"/>
          </p:nvPr>
        </p:nvSpPr>
        <p:spPr>
          <a:xfrm>
            <a:off x="228600" y="152400"/>
            <a:ext cx="70866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6600"/>
              <a:buFont typeface="Arial"/>
              <a:buNone/>
            </a:pPr>
            <a:r>
              <a:rPr b="0" i="0" lang="en-US" sz="66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Chapter 1</a:t>
            </a:r>
            <a:endParaRPr/>
          </a:p>
        </p:txBody>
      </p:sp>
      <p:sp>
        <p:nvSpPr>
          <p:cNvPr descr="Pink tissue paper" id="278" name="Google Shape;278;p38"/>
          <p:cNvSpPr txBox="1"/>
          <p:nvPr>
            <p:ph idx="1" type="subTitle"/>
          </p:nvPr>
        </p:nvSpPr>
        <p:spPr>
          <a:xfrm>
            <a:off x="304800" y="2590800"/>
            <a:ext cx="66294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"/>
              <a:buNone/>
            </a:pPr>
            <a:r>
              <a:rPr b="0" i="0" lang="en-US" sz="32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Introduction: Databases and Database Users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9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1- </a:t>
            </a:r>
            <a:fld id="{00000000-1234-1234-1234-123412341234}" type="slidenum"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39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Outline</a:t>
            </a:r>
            <a:endParaRPr/>
          </a:p>
        </p:txBody>
      </p:sp>
      <p:sp>
        <p:nvSpPr>
          <p:cNvPr id="286" name="Google Shape;286;p39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Types of Databases and Database Applications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File system drawbacks , comparison with DataBase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Basic Definitions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Typical DBMS Functionality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Example of a Database (UNIVERSITY)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Main Characteristics of the Database Approach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Database Users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Advantages of Using the Database Approach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When to use and Not to Use Databases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0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1- </a:t>
            </a:r>
            <a:fld id="{00000000-1234-1234-1234-123412341234}" type="slidenum"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40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Types of Databases and Database Applications</a:t>
            </a:r>
            <a:endParaRPr/>
          </a:p>
        </p:txBody>
      </p:sp>
      <p:sp>
        <p:nvSpPr>
          <p:cNvPr id="294" name="Google Shape;294;p40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Traditional Applications: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Numeric and Textual Databases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More Recent Applications: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Multimedia Databases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Geographic Information Systems (GIS)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Data Warehouses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Real-time and Active Databases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Many other applications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41"/>
          <p:cNvSpPr/>
          <p:nvPr/>
        </p:nvSpPr>
        <p:spPr>
          <a:xfrm>
            <a:off x="8916987" y="5445125"/>
            <a:ext cx="227012" cy="47625"/>
          </a:xfrm>
          <a:custGeom>
            <a:rect b="b" l="l" r="r" t="t"/>
            <a:pathLst>
              <a:path extrusionOk="0" h="48260" w="227329">
                <a:moveTo>
                  <a:pt x="123169" y="1274"/>
                </a:moveTo>
                <a:lnTo>
                  <a:pt x="55869" y="1274"/>
                </a:lnTo>
                <a:lnTo>
                  <a:pt x="50779" y="5084"/>
                </a:lnTo>
                <a:lnTo>
                  <a:pt x="45719" y="5084"/>
                </a:lnTo>
                <a:lnTo>
                  <a:pt x="35539" y="7619"/>
                </a:lnTo>
                <a:lnTo>
                  <a:pt x="31729" y="10155"/>
                </a:lnTo>
                <a:lnTo>
                  <a:pt x="19049" y="16514"/>
                </a:lnTo>
                <a:lnTo>
                  <a:pt x="12679" y="19049"/>
                </a:lnTo>
                <a:lnTo>
                  <a:pt x="10149" y="24134"/>
                </a:lnTo>
                <a:lnTo>
                  <a:pt x="6339" y="26669"/>
                </a:lnTo>
                <a:lnTo>
                  <a:pt x="3809" y="31754"/>
                </a:lnTo>
                <a:lnTo>
                  <a:pt x="1249" y="38099"/>
                </a:lnTo>
                <a:lnTo>
                  <a:pt x="0" y="43184"/>
                </a:lnTo>
                <a:lnTo>
                  <a:pt x="0" y="46994"/>
                </a:lnTo>
                <a:lnTo>
                  <a:pt x="1249" y="48255"/>
                </a:lnTo>
                <a:lnTo>
                  <a:pt x="2529" y="46994"/>
                </a:lnTo>
                <a:lnTo>
                  <a:pt x="5059" y="43184"/>
                </a:lnTo>
                <a:lnTo>
                  <a:pt x="11429" y="39374"/>
                </a:lnTo>
                <a:lnTo>
                  <a:pt x="17769" y="34289"/>
                </a:lnTo>
                <a:lnTo>
                  <a:pt x="25389" y="30479"/>
                </a:lnTo>
                <a:lnTo>
                  <a:pt x="30479" y="29205"/>
                </a:lnTo>
                <a:lnTo>
                  <a:pt x="38099" y="24134"/>
                </a:lnTo>
                <a:lnTo>
                  <a:pt x="41909" y="24134"/>
                </a:lnTo>
                <a:lnTo>
                  <a:pt x="45719" y="22859"/>
                </a:lnTo>
                <a:lnTo>
                  <a:pt x="67892" y="22859"/>
                </a:lnTo>
                <a:lnTo>
                  <a:pt x="66019" y="16514"/>
                </a:lnTo>
                <a:lnTo>
                  <a:pt x="88838" y="16514"/>
                </a:lnTo>
                <a:lnTo>
                  <a:pt x="87629" y="11429"/>
                </a:lnTo>
                <a:lnTo>
                  <a:pt x="177789" y="11429"/>
                </a:lnTo>
                <a:lnTo>
                  <a:pt x="171449" y="10155"/>
                </a:lnTo>
                <a:lnTo>
                  <a:pt x="166359" y="8894"/>
                </a:lnTo>
                <a:lnTo>
                  <a:pt x="160019" y="8894"/>
                </a:lnTo>
                <a:lnTo>
                  <a:pt x="152399" y="6345"/>
                </a:lnTo>
                <a:lnTo>
                  <a:pt x="144779" y="6345"/>
                </a:lnTo>
                <a:lnTo>
                  <a:pt x="137159" y="5084"/>
                </a:lnTo>
                <a:lnTo>
                  <a:pt x="129539" y="2535"/>
                </a:lnTo>
                <a:lnTo>
                  <a:pt x="123169" y="1274"/>
                </a:lnTo>
                <a:close/>
              </a:path>
              <a:path extrusionOk="0" h="48260" w="227329">
                <a:moveTo>
                  <a:pt x="67892" y="22859"/>
                </a:moveTo>
                <a:lnTo>
                  <a:pt x="46969" y="22859"/>
                </a:lnTo>
                <a:lnTo>
                  <a:pt x="72389" y="38099"/>
                </a:lnTo>
                <a:lnTo>
                  <a:pt x="67892" y="22859"/>
                </a:lnTo>
                <a:close/>
              </a:path>
              <a:path extrusionOk="0" h="48260" w="227329">
                <a:moveTo>
                  <a:pt x="88838" y="16514"/>
                </a:moveTo>
                <a:lnTo>
                  <a:pt x="66019" y="16514"/>
                </a:lnTo>
                <a:lnTo>
                  <a:pt x="93969" y="38099"/>
                </a:lnTo>
                <a:lnTo>
                  <a:pt x="88838" y="16514"/>
                </a:lnTo>
                <a:close/>
              </a:path>
              <a:path extrusionOk="0" h="48260" w="227329">
                <a:moveTo>
                  <a:pt x="177789" y="11429"/>
                </a:moveTo>
                <a:lnTo>
                  <a:pt x="87629" y="11429"/>
                </a:lnTo>
                <a:lnTo>
                  <a:pt x="114299" y="38099"/>
                </a:lnTo>
                <a:lnTo>
                  <a:pt x="113019" y="15239"/>
                </a:lnTo>
                <a:lnTo>
                  <a:pt x="190499" y="15239"/>
                </a:lnTo>
                <a:lnTo>
                  <a:pt x="186689" y="13965"/>
                </a:lnTo>
                <a:lnTo>
                  <a:pt x="177789" y="11429"/>
                </a:lnTo>
                <a:close/>
              </a:path>
              <a:path extrusionOk="0" h="48260" w="227329">
                <a:moveTo>
                  <a:pt x="217169" y="21585"/>
                </a:moveTo>
                <a:lnTo>
                  <a:pt x="151119" y="21585"/>
                </a:lnTo>
                <a:lnTo>
                  <a:pt x="156209" y="22859"/>
                </a:lnTo>
                <a:lnTo>
                  <a:pt x="160019" y="22859"/>
                </a:lnTo>
                <a:lnTo>
                  <a:pt x="165079" y="24134"/>
                </a:lnTo>
                <a:lnTo>
                  <a:pt x="170169" y="24134"/>
                </a:lnTo>
                <a:lnTo>
                  <a:pt x="173979" y="25395"/>
                </a:lnTo>
                <a:lnTo>
                  <a:pt x="177789" y="25395"/>
                </a:lnTo>
                <a:lnTo>
                  <a:pt x="182879" y="26669"/>
                </a:lnTo>
                <a:lnTo>
                  <a:pt x="187939" y="26669"/>
                </a:lnTo>
                <a:lnTo>
                  <a:pt x="191749" y="29205"/>
                </a:lnTo>
                <a:lnTo>
                  <a:pt x="206989" y="31754"/>
                </a:lnTo>
                <a:lnTo>
                  <a:pt x="213359" y="33015"/>
                </a:lnTo>
                <a:lnTo>
                  <a:pt x="217169" y="33015"/>
                </a:lnTo>
                <a:lnTo>
                  <a:pt x="220979" y="34289"/>
                </a:lnTo>
                <a:lnTo>
                  <a:pt x="222229" y="34289"/>
                </a:lnTo>
                <a:lnTo>
                  <a:pt x="227319" y="25395"/>
                </a:lnTo>
                <a:lnTo>
                  <a:pt x="226039" y="24134"/>
                </a:lnTo>
                <a:lnTo>
                  <a:pt x="222229" y="22859"/>
                </a:lnTo>
                <a:lnTo>
                  <a:pt x="217169" y="21585"/>
                </a:lnTo>
                <a:close/>
              </a:path>
              <a:path extrusionOk="0" h="48260" w="227329">
                <a:moveTo>
                  <a:pt x="212079" y="19049"/>
                </a:moveTo>
                <a:lnTo>
                  <a:pt x="142219" y="19049"/>
                </a:lnTo>
                <a:lnTo>
                  <a:pt x="144779" y="21585"/>
                </a:lnTo>
                <a:lnTo>
                  <a:pt x="214609" y="21585"/>
                </a:lnTo>
                <a:lnTo>
                  <a:pt x="212079" y="19049"/>
                </a:lnTo>
                <a:close/>
              </a:path>
              <a:path extrusionOk="0" h="48260" w="227329">
                <a:moveTo>
                  <a:pt x="190499" y="15239"/>
                </a:moveTo>
                <a:lnTo>
                  <a:pt x="118109" y="15239"/>
                </a:lnTo>
                <a:lnTo>
                  <a:pt x="123169" y="16514"/>
                </a:lnTo>
                <a:lnTo>
                  <a:pt x="125729" y="16514"/>
                </a:lnTo>
                <a:lnTo>
                  <a:pt x="129539" y="17775"/>
                </a:lnTo>
                <a:lnTo>
                  <a:pt x="133349" y="17775"/>
                </a:lnTo>
                <a:lnTo>
                  <a:pt x="137159" y="19049"/>
                </a:lnTo>
                <a:lnTo>
                  <a:pt x="206989" y="19049"/>
                </a:lnTo>
                <a:lnTo>
                  <a:pt x="196839" y="16514"/>
                </a:lnTo>
                <a:lnTo>
                  <a:pt x="190499" y="15239"/>
                </a:lnTo>
                <a:close/>
              </a:path>
              <a:path extrusionOk="0" h="48260" w="227329">
                <a:moveTo>
                  <a:pt x="109209" y="0"/>
                </a:moveTo>
                <a:lnTo>
                  <a:pt x="67299" y="0"/>
                </a:lnTo>
                <a:lnTo>
                  <a:pt x="62209" y="1274"/>
                </a:lnTo>
                <a:lnTo>
                  <a:pt x="115549" y="1274"/>
                </a:lnTo>
                <a:lnTo>
                  <a:pt x="10920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41"/>
          <p:cNvSpPr txBox="1"/>
          <p:nvPr>
            <p:ph idx="4294967295" type="title"/>
          </p:nvPr>
        </p:nvSpPr>
        <p:spPr>
          <a:xfrm>
            <a:off x="0" y="206376"/>
            <a:ext cx="8444203" cy="577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9313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</a:pPr>
            <a:r>
              <a:rPr b="0" lang="en-US" sz="2800">
                <a:solidFill>
                  <a:srgbClr val="A3171E"/>
                </a:solidFill>
                <a:latin typeface="Arial"/>
                <a:ea typeface="Arial"/>
                <a:cs typeface="Arial"/>
                <a:sym typeface="Arial"/>
              </a:rPr>
              <a:t>Drawbacks of using file systems to store data / </a:t>
            </a:r>
            <a:r>
              <a:rPr b="1" i="0" lang="en-US" sz="2800" u="none" cap="none" strike="noStrike">
                <a:solidFill>
                  <a:srgbClr val="A3171E"/>
                </a:solidFill>
              </a:rPr>
              <a:t>Purpose of Database Systems</a:t>
            </a:r>
            <a:endParaRPr sz="2800">
              <a:solidFill>
                <a:srgbClr val="A3171E"/>
              </a:solidFill>
            </a:endParaRPr>
          </a:p>
        </p:txBody>
      </p:sp>
      <p:sp>
        <p:nvSpPr>
          <p:cNvPr id="301" name="Google Shape;301;p41"/>
          <p:cNvSpPr txBox="1"/>
          <p:nvPr/>
        </p:nvSpPr>
        <p:spPr>
          <a:xfrm>
            <a:off x="904875" y="1117600"/>
            <a:ext cx="180975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 cap="none" strike="noStrik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41"/>
          <p:cNvSpPr txBox="1"/>
          <p:nvPr/>
        </p:nvSpPr>
        <p:spPr>
          <a:xfrm>
            <a:off x="1247775" y="1165225"/>
            <a:ext cx="6808787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 the early days, database applications were built directly on top of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41"/>
          <p:cNvSpPr txBox="1"/>
          <p:nvPr/>
        </p:nvSpPr>
        <p:spPr>
          <a:xfrm>
            <a:off x="1247775" y="1438275"/>
            <a:ext cx="1217612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file systems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41"/>
          <p:cNvSpPr txBox="1"/>
          <p:nvPr/>
        </p:nvSpPr>
        <p:spPr>
          <a:xfrm>
            <a:off x="904875" y="1765300"/>
            <a:ext cx="180975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 cap="none" strike="noStrik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41"/>
          <p:cNvSpPr txBox="1"/>
          <p:nvPr/>
        </p:nvSpPr>
        <p:spPr>
          <a:xfrm>
            <a:off x="1247775" y="1812925"/>
            <a:ext cx="4670425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Drawbacks of using file systems to store data: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41"/>
          <p:cNvSpPr txBox="1"/>
          <p:nvPr/>
        </p:nvSpPr>
        <p:spPr>
          <a:xfrm>
            <a:off x="1362075" y="2154237"/>
            <a:ext cx="169862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1400"/>
              <a:buFont typeface="MS Gothic"/>
              <a:buNone/>
            </a:pPr>
            <a:r>
              <a:rPr b="0" i="0" lang="en-US" sz="1400" u="none" cap="none" strike="noStrike">
                <a:solidFill>
                  <a:srgbClr val="FF9800"/>
                </a:solidFill>
                <a:latin typeface="MS Gothic"/>
                <a:ea typeface="MS Gothic"/>
                <a:cs typeface="MS Gothic"/>
                <a:sym typeface="MS Gothic"/>
              </a:rPr>
              <a:t>●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41"/>
          <p:cNvSpPr txBox="1"/>
          <p:nvPr/>
        </p:nvSpPr>
        <p:spPr>
          <a:xfrm>
            <a:off x="1646237" y="2187575"/>
            <a:ext cx="363855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redundancy and inconsistency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41"/>
          <p:cNvSpPr txBox="1"/>
          <p:nvPr/>
        </p:nvSpPr>
        <p:spPr>
          <a:xfrm>
            <a:off x="1762125" y="2520950"/>
            <a:ext cx="6480175" cy="2936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CC32"/>
              </a:buClr>
              <a:buSzPts val="2000"/>
              <a:buFont typeface="Noto Sans Symbols"/>
              <a:buNone/>
            </a:pPr>
            <a:r>
              <a:rPr b="0" baseline="30000" i="0" lang="en-US" sz="2000" u="none" cap="none" strike="noStrike">
                <a:solidFill>
                  <a:srgbClr val="32CC3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</a:t>
            </a:r>
            <a:r>
              <a:rPr b="0" baseline="30000" i="0" lang="en-US" sz="2000" u="none" cap="none" strike="noStrike">
                <a:solidFill>
                  <a:srgbClr val="32CC3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Multiple file formats, duplication of information in different files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41"/>
          <p:cNvSpPr txBox="1"/>
          <p:nvPr/>
        </p:nvSpPr>
        <p:spPr>
          <a:xfrm>
            <a:off x="1362075" y="2903537"/>
            <a:ext cx="169862" cy="207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1400"/>
              <a:buFont typeface="MS Gothic"/>
              <a:buNone/>
            </a:pPr>
            <a:r>
              <a:rPr b="0" i="0" lang="en-US" sz="1400" u="none" cap="none" strike="noStrike">
                <a:solidFill>
                  <a:srgbClr val="FF9800"/>
                </a:solidFill>
                <a:latin typeface="MS Gothic"/>
                <a:ea typeface="MS Gothic"/>
                <a:cs typeface="MS Gothic"/>
                <a:sym typeface="MS Gothic"/>
              </a:rPr>
              <a:t>●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41"/>
          <p:cNvSpPr txBox="1"/>
          <p:nvPr/>
        </p:nvSpPr>
        <p:spPr>
          <a:xfrm>
            <a:off x="1646237" y="2935287"/>
            <a:ext cx="2716212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Difficulty in accessing data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41"/>
          <p:cNvSpPr txBox="1"/>
          <p:nvPr/>
        </p:nvSpPr>
        <p:spPr>
          <a:xfrm>
            <a:off x="1762125" y="3268662"/>
            <a:ext cx="5911850" cy="2936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CC32"/>
              </a:buClr>
              <a:buSzPts val="2000"/>
              <a:buFont typeface="Noto Sans Symbols"/>
              <a:buNone/>
            </a:pPr>
            <a:r>
              <a:rPr b="0" baseline="30000" i="0" lang="en-US" sz="2000" u="none" cap="none" strike="noStrike">
                <a:solidFill>
                  <a:srgbClr val="32CC3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</a:t>
            </a:r>
            <a:r>
              <a:rPr b="0" baseline="30000" i="0" lang="en-US" sz="2000" u="none" cap="none" strike="noStrike">
                <a:solidFill>
                  <a:srgbClr val="32CC3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Need to write a new program to carry out each new task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41"/>
          <p:cNvSpPr txBox="1"/>
          <p:nvPr/>
        </p:nvSpPr>
        <p:spPr>
          <a:xfrm>
            <a:off x="1362075" y="3651250"/>
            <a:ext cx="169862" cy="207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1400"/>
              <a:buFont typeface="MS Gothic"/>
              <a:buNone/>
            </a:pPr>
            <a:r>
              <a:rPr b="0" i="0" lang="en-US" sz="1400" u="none" cap="none" strike="noStrike">
                <a:solidFill>
                  <a:srgbClr val="FF9800"/>
                </a:solidFill>
                <a:latin typeface="MS Gothic"/>
                <a:ea typeface="MS Gothic"/>
                <a:cs typeface="MS Gothic"/>
                <a:sym typeface="MS Gothic"/>
              </a:rPr>
              <a:t>●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41"/>
          <p:cNvSpPr txBox="1"/>
          <p:nvPr/>
        </p:nvSpPr>
        <p:spPr>
          <a:xfrm>
            <a:off x="1646237" y="3683000"/>
            <a:ext cx="4287837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isolation — multiple files and formats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41"/>
          <p:cNvSpPr txBox="1"/>
          <p:nvPr/>
        </p:nvSpPr>
        <p:spPr>
          <a:xfrm>
            <a:off x="1362075" y="4025900"/>
            <a:ext cx="169862" cy="207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1400"/>
              <a:buFont typeface="MS Gothic"/>
              <a:buNone/>
            </a:pPr>
            <a:r>
              <a:rPr b="0" i="0" lang="en-US" sz="1400" u="none" cap="none" strike="noStrike">
                <a:solidFill>
                  <a:srgbClr val="FF9800"/>
                </a:solidFill>
                <a:latin typeface="MS Gothic"/>
                <a:ea typeface="MS Gothic"/>
                <a:cs typeface="MS Gothic"/>
                <a:sym typeface="MS Gothic"/>
              </a:rPr>
              <a:t>●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41"/>
          <p:cNvSpPr txBox="1"/>
          <p:nvPr/>
        </p:nvSpPr>
        <p:spPr>
          <a:xfrm>
            <a:off x="1646237" y="4056062"/>
            <a:ext cx="1838325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Integrity problems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41"/>
          <p:cNvSpPr txBox="1"/>
          <p:nvPr/>
        </p:nvSpPr>
        <p:spPr>
          <a:xfrm>
            <a:off x="1762125" y="4391025"/>
            <a:ext cx="6146800" cy="941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28600" lvl="0" marL="241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CC32"/>
              </a:buClr>
              <a:buSzPts val="2000"/>
              <a:buFont typeface="Noto Sans Symbols"/>
              <a:buNone/>
            </a:pPr>
            <a:r>
              <a:rPr b="0" baseline="30000" i="0" lang="en-US" sz="2000" u="none" cap="none" strike="noStrike">
                <a:solidFill>
                  <a:srgbClr val="32CC3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</a:t>
            </a:r>
            <a:r>
              <a:rPr b="0" baseline="30000" i="0" lang="en-US" sz="2000" u="none" cap="none" strike="noStrike">
                <a:solidFill>
                  <a:srgbClr val="32CC3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Integrity constraints	(e.g. account balance &gt; 0) become “buried” in program code rather than being stated explicitly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413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32CC32"/>
              </a:buClr>
              <a:buSzPts val="2000"/>
              <a:buFont typeface="Noto Sans Symbols"/>
              <a:buNone/>
            </a:pPr>
            <a:r>
              <a:rPr b="0" baseline="30000" i="0" lang="en-US" sz="2000" u="none" cap="none" strike="noStrike">
                <a:solidFill>
                  <a:srgbClr val="32CC3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</a:t>
            </a:r>
            <a:r>
              <a:rPr b="0" baseline="30000" i="0" lang="en-US" sz="2000" u="none" cap="none" strike="noStrike">
                <a:solidFill>
                  <a:srgbClr val="32CC3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Hard to add new constraints or change existing 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41"/>
          <p:cNvSpPr txBox="1"/>
          <p:nvPr/>
        </p:nvSpPr>
        <p:spPr>
          <a:xfrm>
            <a:off x="6727825" y="6408737"/>
            <a:ext cx="1919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DBMS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2"/>
          <p:cNvSpPr/>
          <p:nvPr/>
        </p:nvSpPr>
        <p:spPr>
          <a:xfrm>
            <a:off x="8916987" y="5445125"/>
            <a:ext cx="227012" cy="47625"/>
          </a:xfrm>
          <a:custGeom>
            <a:rect b="b" l="l" r="r" t="t"/>
            <a:pathLst>
              <a:path extrusionOk="0" h="48260" w="227329">
                <a:moveTo>
                  <a:pt x="123169" y="1274"/>
                </a:moveTo>
                <a:lnTo>
                  <a:pt x="55869" y="1274"/>
                </a:lnTo>
                <a:lnTo>
                  <a:pt x="50779" y="5084"/>
                </a:lnTo>
                <a:lnTo>
                  <a:pt x="45719" y="5084"/>
                </a:lnTo>
                <a:lnTo>
                  <a:pt x="35539" y="7619"/>
                </a:lnTo>
                <a:lnTo>
                  <a:pt x="31729" y="10155"/>
                </a:lnTo>
                <a:lnTo>
                  <a:pt x="19049" y="16514"/>
                </a:lnTo>
                <a:lnTo>
                  <a:pt x="12679" y="19049"/>
                </a:lnTo>
                <a:lnTo>
                  <a:pt x="10149" y="24134"/>
                </a:lnTo>
                <a:lnTo>
                  <a:pt x="6339" y="26669"/>
                </a:lnTo>
                <a:lnTo>
                  <a:pt x="3809" y="31754"/>
                </a:lnTo>
                <a:lnTo>
                  <a:pt x="1249" y="38099"/>
                </a:lnTo>
                <a:lnTo>
                  <a:pt x="0" y="43184"/>
                </a:lnTo>
                <a:lnTo>
                  <a:pt x="0" y="46994"/>
                </a:lnTo>
                <a:lnTo>
                  <a:pt x="1249" y="48255"/>
                </a:lnTo>
                <a:lnTo>
                  <a:pt x="2529" y="46994"/>
                </a:lnTo>
                <a:lnTo>
                  <a:pt x="5059" y="43184"/>
                </a:lnTo>
                <a:lnTo>
                  <a:pt x="11429" y="39374"/>
                </a:lnTo>
                <a:lnTo>
                  <a:pt x="17769" y="34289"/>
                </a:lnTo>
                <a:lnTo>
                  <a:pt x="25389" y="30479"/>
                </a:lnTo>
                <a:lnTo>
                  <a:pt x="30479" y="29205"/>
                </a:lnTo>
                <a:lnTo>
                  <a:pt x="38099" y="24134"/>
                </a:lnTo>
                <a:lnTo>
                  <a:pt x="41909" y="24134"/>
                </a:lnTo>
                <a:lnTo>
                  <a:pt x="45719" y="22859"/>
                </a:lnTo>
                <a:lnTo>
                  <a:pt x="67892" y="22859"/>
                </a:lnTo>
                <a:lnTo>
                  <a:pt x="66019" y="16514"/>
                </a:lnTo>
                <a:lnTo>
                  <a:pt x="88838" y="16514"/>
                </a:lnTo>
                <a:lnTo>
                  <a:pt x="87629" y="11429"/>
                </a:lnTo>
                <a:lnTo>
                  <a:pt x="177789" y="11429"/>
                </a:lnTo>
                <a:lnTo>
                  <a:pt x="171449" y="10155"/>
                </a:lnTo>
                <a:lnTo>
                  <a:pt x="166359" y="8894"/>
                </a:lnTo>
                <a:lnTo>
                  <a:pt x="160019" y="8894"/>
                </a:lnTo>
                <a:lnTo>
                  <a:pt x="152399" y="6345"/>
                </a:lnTo>
                <a:lnTo>
                  <a:pt x="144779" y="6345"/>
                </a:lnTo>
                <a:lnTo>
                  <a:pt x="137159" y="5084"/>
                </a:lnTo>
                <a:lnTo>
                  <a:pt x="129539" y="2535"/>
                </a:lnTo>
                <a:lnTo>
                  <a:pt x="123169" y="1274"/>
                </a:lnTo>
                <a:close/>
              </a:path>
              <a:path extrusionOk="0" h="48260" w="227329">
                <a:moveTo>
                  <a:pt x="67892" y="22859"/>
                </a:moveTo>
                <a:lnTo>
                  <a:pt x="46969" y="22859"/>
                </a:lnTo>
                <a:lnTo>
                  <a:pt x="72389" y="38099"/>
                </a:lnTo>
                <a:lnTo>
                  <a:pt x="67892" y="22859"/>
                </a:lnTo>
                <a:close/>
              </a:path>
              <a:path extrusionOk="0" h="48260" w="227329">
                <a:moveTo>
                  <a:pt x="88838" y="16514"/>
                </a:moveTo>
                <a:lnTo>
                  <a:pt x="66019" y="16514"/>
                </a:lnTo>
                <a:lnTo>
                  <a:pt x="93969" y="38099"/>
                </a:lnTo>
                <a:lnTo>
                  <a:pt x="88838" y="16514"/>
                </a:lnTo>
                <a:close/>
              </a:path>
              <a:path extrusionOk="0" h="48260" w="227329">
                <a:moveTo>
                  <a:pt x="177789" y="11429"/>
                </a:moveTo>
                <a:lnTo>
                  <a:pt x="87629" y="11429"/>
                </a:lnTo>
                <a:lnTo>
                  <a:pt x="114299" y="38099"/>
                </a:lnTo>
                <a:lnTo>
                  <a:pt x="113019" y="15239"/>
                </a:lnTo>
                <a:lnTo>
                  <a:pt x="190499" y="15239"/>
                </a:lnTo>
                <a:lnTo>
                  <a:pt x="186689" y="13965"/>
                </a:lnTo>
                <a:lnTo>
                  <a:pt x="177789" y="11429"/>
                </a:lnTo>
                <a:close/>
              </a:path>
              <a:path extrusionOk="0" h="48260" w="227329">
                <a:moveTo>
                  <a:pt x="217169" y="21585"/>
                </a:moveTo>
                <a:lnTo>
                  <a:pt x="151119" y="21585"/>
                </a:lnTo>
                <a:lnTo>
                  <a:pt x="156209" y="22859"/>
                </a:lnTo>
                <a:lnTo>
                  <a:pt x="160019" y="22859"/>
                </a:lnTo>
                <a:lnTo>
                  <a:pt x="165079" y="24134"/>
                </a:lnTo>
                <a:lnTo>
                  <a:pt x="170169" y="24134"/>
                </a:lnTo>
                <a:lnTo>
                  <a:pt x="173979" y="25395"/>
                </a:lnTo>
                <a:lnTo>
                  <a:pt x="177789" y="25395"/>
                </a:lnTo>
                <a:lnTo>
                  <a:pt x="182879" y="26669"/>
                </a:lnTo>
                <a:lnTo>
                  <a:pt x="187939" y="26669"/>
                </a:lnTo>
                <a:lnTo>
                  <a:pt x="191749" y="29205"/>
                </a:lnTo>
                <a:lnTo>
                  <a:pt x="206989" y="31754"/>
                </a:lnTo>
                <a:lnTo>
                  <a:pt x="213359" y="33015"/>
                </a:lnTo>
                <a:lnTo>
                  <a:pt x="217169" y="33015"/>
                </a:lnTo>
                <a:lnTo>
                  <a:pt x="220979" y="34289"/>
                </a:lnTo>
                <a:lnTo>
                  <a:pt x="222229" y="34289"/>
                </a:lnTo>
                <a:lnTo>
                  <a:pt x="227319" y="25395"/>
                </a:lnTo>
                <a:lnTo>
                  <a:pt x="226039" y="24134"/>
                </a:lnTo>
                <a:lnTo>
                  <a:pt x="222229" y="22859"/>
                </a:lnTo>
                <a:lnTo>
                  <a:pt x="217169" y="21585"/>
                </a:lnTo>
                <a:close/>
              </a:path>
              <a:path extrusionOk="0" h="48260" w="227329">
                <a:moveTo>
                  <a:pt x="212079" y="19049"/>
                </a:moveTo>
                <a:lnTo>
                  <a:pt x="142219" y="19049"/>
                </a:lnTo>
                <a:lnTo>
                  <a:pt x="144779" y="21585"/>
                </a:lnTo>
                <a:lnTo>
                  <a:pt x="214609" y="21585"/>
                </a:lnTo>
                <a:lnTo>
                  <a:pt x="212079" y="19049"/>
                </a:lnTo>
                <a:close/>
              </a:path>
              <a:path extrusionOk="0" h="48260" w="227329">
                <a:moveTo>
                  <a:pt x="190499" y="15239"/>
                </a:moveTo>
                <a:lnTo>
                  <a:pt x="118109" y="15239"/>
                </a:lnTo>
                <a:lnTo>
                  <a:pt x="123169" y="16514"/>
                </a:lnTo>
                <a:lnTo>
                  <a:pt x="125729" y="16514"/>
                </a:lnTo>
                <a:lnTo>
                  <a:pt x="129539" y="17775"/>
                </a:lnTo>
                <a:lnTo>
                  <a:pt x="133349" y="17775"/>
                </a:lnTo>
                <a:lnTo>
                  <a:pt x="137159" y="19049"/>
                </a:lnTo>
                <a:lnTo>
                  <a:pt x="206989" y="19049"/>
                </a:lnTo>
                <a:lnTo>
                  <a:pt x="196839" y="16514"/>
                </a:lnTo>
                <a:lnTo>
                  <a:pt x="190499" y="15239"/>
                </a:lnTo>
                <a:close/>
              </a:path>
              <a:path extrusionOk="0" h="48260" w="227329">
                <a:moveTo>
                  <a:pt x="109209" y="0"/>
                </a:moveTo>
                <a:lnTo>
                  <a:pt x="67299" y="0"/>
                </a:lnTo>
                <a:lnTo>
                  <a:pt x="62209" y="1274"/>
                </a:lnTo>
                <a:lnTo>
                  <a:pt x="115549" y="1274"/>
                </a:lnTo>
                <a:lnTo>
                  <a:pt x="10920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42"/>
          <p:cNvSpPr txBox="1"/>
          <p:nvPr/>
        </p:nvSpPr>
        <p:spPr>
          <a:xfrm>
            <a:off x="1228725" y="442912"/>
            <a:ext cx="7275512" cy="434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Purpose of Database Systems (Cont.)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42"/>
          <p:cNvSpPr txBox="1"/>
          <p:nvPr/>
        </p:nvSpPr>
        <p:spPr>
          <a:xfrm flipH="1" rot="10800000">
            <a:off x="9005887" y="6831012"/>
            <a:ext cx="63500" cy="51704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©Siberschatz, Korth and Sudarshan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42"/>
          <p:cNvSpPr txBox="1"/>
          <p:nvPr/>
        </p:nvSpPr>
        <p:spPr>
          <a:xfrm>
            <a:off x="904875" y="1090612"/>
            <a:ext cx="180975" cy="2301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 cap="none" strike="noStrik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42"/>
          <p:cNvSpPr txBox="1"/>
          <p:nvPr/>
        </p:nvSpPr>
        <p:spPr>
          <a:xfrm>
            <a:off x="1247775" y="1135062"/>
            <a:ext cx="3983037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Drawbacks of using file systems (cont.)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42"/>
          <p:cNvSpPr txBox="1"/>
          <p:nvPr/>
        </p:nvSpPr>
        <p:spPr>
          <a:xfrm>
            <a:off x="1362075" y="1449387"/>
            <a:ext cx="169862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1400"/>
              <a:buFont typeface="MS Gothic"/>
              <a:buNone/>
            </a:pPr>
            <a:r>
              <a:rPr b="0" i="0" lang="en-US" sz="1400" u="none" cap="none" strike="noStrike">
                <a:solidFill>
                  <a:srgbClr val="FF9800"/>
                </a:solidFill>
                <a:latin typeface="MS Gothic"/>
                <a:ea typeface="MS Gothic"/>
                <a:cs typeface="MS Gothic"/>
                <a:sym typeface="MS Gothic"/>
              </a:rPr>
              <a:t>●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42"/>
          <p:cNvSpPr txBox="1"/>
          <p:nvPr/>
        </p:nvSpPr>
        <p:spPr>
          <a:xfrm>
            <a:off x="1647825" y="1482725"/>
            <a:ext cx="2079625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Atomicity of updates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42"/>
          <p:cNvSpPr txBox="1"/>
          <p:nvPr/>
        </p:nvSpPr>
        <p:spPr>
          <a:xfrm>
            <a:off x="1762125" y="1789112"/>
            <a:ext cx="6707187" cy="1133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28600" lvl="0" marL="24130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32CC32"/>
              </a:buClr>
              <a:buSzPts val="2000"/>
              <a:buFont typeface="Noto Sans Symbols"/>
              <a:buNone/>
            </a:pPr>
            <a:r>
              <a:rPr b="0" baseline="30000" i="0" lang="en-US" sz="2000" u="none" cap="none" strike="noStrike">
                <a:solidFill>
                  <a:srgbClr val="32CC3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</a:t>
            </a:r>
            <a:r>
              <a:rPr b="0" baseline="30000" i="0" lang="en-US" sz="2000" u="none" cap="none" strike="noStrike">
                <a:solidFill>
                  <a:srgbClr val="32CC3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Failures may leave database in an inconsistent state with partial updates carried out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41300" marR="0" rtl="0" algn="l">
              <a:lnSpc>
                <a:spcPct val="95000"/>
              </a:lnSpc>
              <a:spcBef>
                <a:spcPts val="700"/>
              </a:spcBef>
              <a:spcAft>
                <a:spcPts val="0"/>
              </a:spcAft>
              <a:buClr>
                <a:srgbClr val="32CC32"/>
              </a:buClr>
              <a:buSzPts val="2000"/>
              <a:buFont typeface="Noto Sans Symbols"/>
              <a:buNone/>
            </a:pPr>
            <a:r>
              <a:rPr b="0" baseline="30000" i="0" lang="en-US" sz="2000" u="none" cap="none" strike="noStrike">
                <a:solidFill>
                  <a:srgbClr val="32CC3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</a:t>
            </a:r>
            <a:r>
              <a:rPr b="0" baseline="30000" i="0" lang="en-US" sz="2000" u="none" cap="none" strike="noStrike">
                <a:solidFill>
                  <a:srgbClr val="32CC3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Example: Transfer of funds from one account to another should either complete or not happen at all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42"/>
          <p:cNvSpPr txBox="1"/>
          <p:nvPr/>
        </p:nvSpPr>
        <p:spPr>
          <a:xfrm>
            <a:off x="1362075" y="2982912"/>
            <a:ext cx="169862" cy="207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1400"/>
              <a:buFont typeface="MS Gothic"/>
              <a:buNone/>
            </a:pPr>
            <a:r>
              <a:rPr b="0" i="0" lang="en-US" sz="1400" u="none" cap="none" strike="noStrike">
                <a:solidFill>
                  <a:srgbClr val="FF9800"/>
                </a:solidFill>
                <a:latin typeface="MS Gothic"/>
                <a:ea typeface="MS Gothic"/>
                <a:cs typeface="MS Gothic"/>
                <a:sym typeface="MS Gothic"/>
              </a:rPr>
              <a:t>●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42"/>
          <p:cNvSpPr txBox="1"/>
          <p:nvPr/>
        </p:nvSpPr>
        <p:spPr>
          <a:xfrm>
            <a:off x="1647825" y="3014662"/>
            <a:ext cx="370205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Concurrent access by multiple users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42"/>
          <p:cNvSpPr txBox="1"/>
          <p:nvPr/>
        </p:nvSpPr>
        <p:spPr>
          <a:xfrm>
            <a:off x="1762125" y="3321050"/>
            <a:ext cx="6859587" cy="12334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CC32"/>
              </a:buClr>
              <a:buSzPts val="2000"/>
              <a:buFont typeface="Noto Sans Symbols"/>
              <a:buNone/>
            </a:pPr>
            <a:r>
              <a:rPr b="0" baseline="30000" i="0" lang="en-US" sz="2000" u="none" cap="none" strike="noStrike">
                <a:solidFill>
                  <a:srgbClr val="32CC3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</a:t>
            </a:r>
            <a:r>
              <a:rPr b="0" baseline="30000" i="0" lang="en-US" sz="2000" u="none" cap="none" strike="noStrike">
                <a:solidFill>
                  <a:srgbClr val="32CC3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Concurrent accessed needed for performance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2CC32"/>
              </a:buClr>
              <a:buSzPts val="2000"/>
              <a:buFont typeface="Noto Sans Symbols"/>
              <a:buNone/>
            </a:pPr>
            <a:r>
              <a:rPr b="0" baseline="30000" i="0" lang="en-US" sz="2000" u="none" cap="none" strike="noStrike">
                <a:solidFill>
                  <a:srgbClr val="32CC3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</a:t>
            </a:r>
            <a:r>
              <a:rPr b="0" baseline="30000" i="0" lang="en-US" sz="2000" u="none" cap="none" strike="noStrike">
                <a:solidFill>
                  <a:srgbClr val="32CC3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Uncontrolled concurrent accesses can lead to inconsistencies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70370"/>
              </a:lnSpc>
              <a:spcBef>
                <a:spcPts val="800"/>
              </a:spcBef>
              <a:spcAft>
                <a:spcPts val="0"/>
              </a:spcAft>
              <a:buClr>
                <a:srgbClr val="FF9800"/>
              </a:buClr>
              <a:buSzPts val="2700"/>
              <a:buFont typeface="Arial"/>
              <a:buNone/>
            </a:pPr>
            <a:r>
              <a:rPr b="0" baseline="-25000" i="0" lang="en-US" sz="2700" u="none" cap="none" strike="noStrike">
                <a:solidFill>
                  <a:srgbClr val="FF9800"/>
                </a:solidFill>
                <a:latin typeface="Arial"/>
                <a:ea typeface="Arial"/>
                <a:cs typeface="Arial"/>
                <a:sym typeface="Arial"/>
              </a:rPr>
              <a:t>–  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Example: Two people reading a balance and updating it at the same time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42"/>
          <p:cNvSpPr txBox="1"/>
          <p:nvPr/>
        </p:nvSpPr>
        <p:spPr>
          <a:xfrm>
            <a:off x="1362075" y="4614862"/>
            <a:ext cx="169862" cy="207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1400"/>
              <a:buFont typeface="MS Gothic"/>
              <a:buNone/>
            </a:pPr>
            <a:r>
              <a:rPr b="0" i="0" lang="en-US" sz="1400" u="none" cap="none" strike="noStrike">
                <a:solidFill>
                  <a:srgbClr val="FF9800"/>
                </a:solidFill>
                <a:latin typeface="MS Gothic"/>
                <a:ea typeface="MS Gothic"/>
                <a:cs typeface="MS Gothic"/>
                <a:sym typeface="MS Gothic"/>
              </a:rPr>
              <a:t>●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42"/>
          <p:cNvSpPr txBox="1"/>
          <p:nvPr/>
        </p:nvSpPr>
        <p:spPr>
          <a:xfrm>
            <a:off x="1647825" y="4645025"/>
            <a:ext cx="1849437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Security problems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42"/>
          <p:cNvSpPr txBox="1"/>
          <p:nvPr/>
        </p:nvSpPr>
        <p:spPr>
          <a:xfrm>
            <a:off x="1762125" y="4953000"/>
            <a:ext cx="5661025" cy="2936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CC32"/>
              </a:buClr>
              <a:buSzPts val="2000"/>
              <a:buFont typeface="Noto Sans Symbols"/>
              <a:buNone/>
            </a:pPr>
            <a:r>
              <a:rPr b="0" baseline="30000" i="0" lang="en-US" sz="2000" u="none" cap="none" strike="noStrike">
                <a:solidFill>
                  <a:srgbClr val="32CC3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</a:t>
            </a:r>
            <a:r>
              <a:rPr b="0" baseline="30000" i="0" lang="en-US" sz="2000" u="none" cap="none" strike="noStrike">
                <a:solidFill>
                  <a:srgbClr val="32CC3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Hard to provide user access to some, but not all, data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42"/>
          <p:cNvSpPr txBox="1"/>
          <p:nvPr/>
        </p:nvSpPr>
        <p:spPr>
          <a:xfrm>
            <a:off x="904875" y="5292725"/>
            <a:ext cx="180975" cy="2301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 cap="none" strike="noStrik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42"/>
          <p:cNvSpPr txBox="1"/>
          <p:nvPr/>
        </p:nvSpPr>
        <p:spPr>
          <a:xfrm>
            <a:off x="1247775" y="5338762"/>
            <a:ext cx="5999162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Database systems offer solutions to all the above problems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42"/>
          <p:cNvSpPr txBox="1"/>
          <p:nvPr/>
        </p:nvSpPr>
        <p:spPr>
          <a:xfrm>
            <a:off x="6700837" y="6567487"/>
            <a:ext cx="1920875" cy="3667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DBMS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3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1- </a:t>
            </a:r>
            <a:fld id="{00000000-1234-1234-1234-123412341234}" type="slidenum"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43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Basic Definitions</a:t>
            </a:r>
            <a:endParaRPr/>
          </a:p>
        </p:txBody>
      </p:sp>
      <p:sp>
        <p:nvSpPr>
          <p:cNvPr id="346" name="Google Shape;346;p43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 Symbols"/>
              <a:buChar char="■"/>
            </a:pPr>
            <a:r>
              <a:rPr b="1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Data: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Known facts that can be recorded and have an implicit meaning.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 Symbols"/>
              <a:buChar char="■"/>
            </a:pPr>
            <a:r>
              <a:rPr b="1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Database: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 collection of related data.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 Symbols"/>
              <a:buChar char="■"/>
            </a:pPr>
            <a:r>
              <a:rPr b="1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Mini-world: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Some part of the real world about which data is stored in a database. For example, student grades and transcripts at a university.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 Symbols"/>
              <a:buChar char="■"/>
            </a:pPr>
            <a:r>
              <a:rPr b="1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Database Management System (DBMS):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 software package/ system to facilitate the creation and maintenance of a computerized database.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 Symbols"/>
              <a:buChar char="■"/>
            </a:pPr>
            <a:r>
              <a:rPr b="1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Database System: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The DBMS software together with the data itself.  Sometimes, the applications are also included.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44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1- </a:t>
            </a:r>
            <a:fld id="{00000000-1234-1234-1234-123412341234}" type="slidenum"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44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Simplified database system environment</a:t>
            </a:r>
            <a:endParaRPr/>
          </a:p>
        </p:txBody>
      </p:sp>
      <p:pic>
        <p:nvPicPr>
          <p:cNvPr descr="fig01_01" id="353" name="Google Shape;353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71625" y="1524000"/>
            <a:ext cx="5743575" cy="496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45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1- </a:t>
            </a:r>
            <a:fld id="{00000000-1234-1234-1234-123412341234}" type="slidenum"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45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Typical DBMS Functionality</a:t>
            </a:r>
            <a:endParaRPr/>
          </a:p>
        </p:txBody>
      </p:sp>
      <p:sp>
        <p:nvSpPr>
          <p:cNvPr id="361" name="Google Shape;361;p45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1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Define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a particular database in terms of its data types, structures, and constraints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1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Construct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or Load the initial database contents on a secondary storage medium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1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Manipulating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the database: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Retrieval: Querying, generating reports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Modification: Insertions, deletions and updates to its content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Accessing the database through Web applications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1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Processing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0" i="1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Sharing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by a set of concurrent users and application programs – yet, keeping all data valid and consistent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46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1- </a:t>
            </a:r>
            <a:fld id="{00000000-1234-1234-1234-123412341234}" type="slidenum"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46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Typical DBMS Functionality</a:t>
            </a:r>
            <a:endParaRPr/>
          </a:p>
        </p:txBody>
      </p:sp>
      <p:sp>
        <p:nvSpPr>
          <p:cNvPr id="369" name="Google Shape;369;p46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Other features: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Protection or Security measures to prevent unauthorized access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“Active” processing to take internal actions on data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Presentation and Visualization of data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Maintaining the database and associated programs over the lifetime of the database application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Called database, software, and system maintenance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47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1- </a:t>
            </a:r>
            <a:fld id="{00000000-1234-1234-1234-123412341234}" type="slidenum"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47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Example of a Database</a:t>
            </a:r>
            <a:b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(with a Conceptual Data Model)</a:t>
            </a:r>
            <a:endParaRPr/>
          </a:p>
        </p:txBody>
      </p:sp>
      <p:sp>
        <p:nvSpPr>
          <p:cNvPr id="377" name="Google Shape;377;p47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Mini-world for the example: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Part of a UNIVERSITY environment.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Some mini-world </a:t>
            </a:r>
            <a:r>
              <a:rPr b="1" i="1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entities</a:t>
            </a: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STUDENTs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COURSEs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SECTIONs (of COURSEs)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(academic) DEPARTMENTs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INSTRUCTORs</a:t>
            </a:r>
            <a:endParaRPr/>
          </a:p>
          <a:p>
            <a:pPr indent="-23622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None/>
            </a:pPr>
            <a:r>
              <a:t/>
            </a:r>
            <a:endParaRPr b="0" i="0" sz="2800" u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622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None/>
            </a:pPr>
            <a:r>
              <a:t/>
            </a:r>
            <a:endParaRPr b="0" i="0" sz="2800" u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48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1- </a:t>
            </a:r>
            <a:fld id="{00000000-1234-1234-1234-123412341234}" type="slidenum"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48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Example of a Database</a:t>
            </a:r>
            <a:b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(with a Conceptual Data Model)</a:t>
            </a:r>
            <a:endParaRPr/>
          </a:p>
        </p:txBody>
      </p:sp>
      <p:sp>
        <p:nvSpPr>
          <p:cNvPr id="385" name="Google Shape;385;p48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Some mini-world </a:t>
            </a:r>
            <a:r>
              <a:rPr b="1" i="1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relationships</a:t>
            </a: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SECTIONs </a:t>
            </a:r>
            <a:r>
              <a:rPr b="0" i="1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are of specific</a:t>
            </a: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COURSEs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STUDENTs </a:t>
            </a:r>
            <a:r>
              <a:rPr b="0" i="1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take</a:t>
            </a: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SECTIONs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COURSEs </a:t>
            </a:r>
            <a:r>
              <a:rPr b="0" i="1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have  prerequisite</a:t>
            </a: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COURSEs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INSTRUCTORs </a:t>
            </a:r>
            <a:r>
              <a:rPr b="0" i="1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teach</a:t>
            </a: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SECTIONs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COURSEs </a:t>
            </a:r>
            <a:r>
              <a:rPr b="0" i="1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are offered by</a:t>
            </a: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DEPARTMENTs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STUDENTs </a:t>
            </a:r>
            <a:r>
              <a:rPr b="0" i="1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major in</a:t>
            </a: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DEPARTMENTs</a:t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Note: The above entities and relationships are typically expressed in a conceptual data model, such as the ENTITY-RELATIONSHIP data model (see Chapters 3, 4)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49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1- </a:t>
            </a:r>
            <a:fld id="{00000000-1234-1234-1234-123412341234}" type="slidenum"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49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Example of a simple database</a:t>
            </a:r>
            <a:endParaRPr/>
          </a:p>
        </p:txBody>
      </p:sp>
      <p:pic>
        <p:nvPicPr>
          <p:cNvPr descr="fig01_02" id="392" name="Google Shape;392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89125" y="1524000"/>
            <a:ext cx="4370387" cy="502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50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1- </a:t>
            </a:r>
            <a:fld id="{00000000-1234-1234-1234-123412341234}" type="slidenum"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50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Main Characteristics of the Database Approach</a:t>
            </a:r>
            <a:endParaRPr/>
          </a:p>
        </p:txBody>
      </p:sp>
      <p:sp>
        <p:nvSpPr>
          <p:cNvPr id="400" name="Google Shape;400;p50"/>
          <p:cNvSpPr txBox="1"/>
          <p:nvPr>
            <p:ph idx="1" type="body"/>
          </p:nvPr>
        </p:nvSpPr>
        <p:spPr>
          <a:xfrm>
            <a:off x="239712" y="1600200"/>
            <a:ext cx="57800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Self-describing nature of a database system: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 DBMS </a:t>
            </a:r>
            <a:r>
              <a:rPr b="1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catalog</a:t>
            </a: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stores the description of a particular database (e.g. data structures, types, and constraints)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The description is called </a:t>
            </a:r>
            <a:r>
              <a:rPr b="1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meta-data</a:t>
            </a: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This allows the DBMS software to work with different database applications.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Insulation between programs and data: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Called </a:t>
            </a:r>
            <a:r>
              <a:rPr b="1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program-data independence</a:t>
            </a: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Allows changing data structures and storage organization without having to change the DBMS access programs.</a:t>
            </a:r>
            <a:endParaRPr/>
          </a:p>
        </p:txBody>
      </p:sp>
      <p:pic>
        <p:nvPicPr>
          <p:cNvPr descr="Pink tissue paper" id="401" name="Google Shape;401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72200" y="1600200"/>
            <a:ext cx="3429000" cy="525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51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1- </a:t>
            </a:r>
            <a:fld id="{00000000-1234-1234-1234-123412341234}" type="slidenum"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51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Example of a simplified database catalog</a:t>
            </a:r>
            <a:endParaRPr/>
          </a:p>
        </p:txBody>
      </p:sp>
      <p:pic>
        <p:nvPicPr>
          <p:cNvPr descr="fig01_03" id="408" name="Google Shape;408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" y="1600200"/>
            <a:ext cx="6172200" cy="49514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52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1- </a:t>
            </a:r>
            <a:fld id="{00000000-1234-1234-1234-123412341234}" type="slidenum"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52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Main Characteristics of the Database Approach (continued)</a:t>
            </a:r>
            <a:endParaRPr/>
          </a:p>
        </p:txBody>
      </p:sp>
      <p:sp>
        <p:nvSpPr>
          <p:cNvPr id="416" name="Google Shape;416;p52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Data Abstraction: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data model</a:t>
            </a: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is used to hide storage details and present the users with a conceptual view  of the database.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Programs refer to the data model constructs rather than data storage details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Support of multiple views of the data: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Each user may see a different view of the database, which describes </a:t>
            </a:r>
            <a:r>
              <a:rPr b="1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only</a:t>
            </a: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the data of interest to that user.</a:t>
            </a:r>
            <a:endParaRPr/>
          </a:p>
          <a:p>
            <a:pPr indent="-23622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None/>
            </a:pPr>
            <a:r>
              <a:t/>
            </a:r>
            <a:endParaRPr b="0" i="0" sz="2800" u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622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None/>
            </a:pPr>
            <a:r>
              <a:t/>
            </a:r>
            <a:endParaRPr b="0" i="0" sz="2800" u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53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1- </a:t>
            </a:r>
            <a:fld id="{00000000-1234-1234-1234-123412341234}" type="slidenum"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53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Main Characteristics of the Database Approach (continued)</a:t>
            </a:r>
            <a:endParaRPr/>
          </a:p>
        </p:txBody>
      </p:sp>
      <p:sp>
        <p:nvSpPr>
          <p:cNvPr id="424" name="Google Shape;424;p53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Sharing of data and multi-user transaction processing: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Allowing a set of </a:t>
            </a:r>
            <a:r>
              <a:rPr b="1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concurrent users</a:t>
            </a: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to retrieve from and to update the database.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1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Concurrency control</a:t>
            </a: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within the DBMS guarantees that each </a:t>
            </a:r>
            <a:r>
              <a:rPr b="1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transaction</a:t>
            </a: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is correctly executed or aborted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1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Recovery</a:t>
            </a: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subsystem ensures each completed transaction has its effect permanently recorded in the database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1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OLTP</a:t>
            </a: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(Online Transaction Processing) is a major part of database applications. This allows hundreds of concurrent transactions to execute per second.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54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1- </a:t>
            </a:r>
            <a:fld id="{00000000-1234-1234-1234-123412341234}" type="slidenum"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54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Database Users</a:t>
            </a:r>
            <a:endParaRPr/>
          </a:p>
        </p:txBody>
      </p:sp>
      <p:sp>
        <p:nvSpPr>
          <p:cNvPr id="432" name="Google Shape;432;p54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Users may be divided into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Those who actually use and control the database content, and those who design, develop and maintain database applications (called “</a:t>
            </a:r>
            <a:r>
              <a:rPr b="0" i="0" lang="en-US" sz="26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Actors on the Scene</a:t>
            </a: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”), and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Those who design and develop the DBMS software and related tools, and the computer systems operators (called “</a:t>
            </a:r>
            <a:r>
              <a:rPr b="0" i="0" lang="en-US" sz="2600" u="none">
                <a:solidFill>
                  <a:srgbClr val="FF0000"/>
                </a:solidFill>
              </a:rPr>
              <a:t>Workers Behind the Scene”).</a:t>
            </a:r>
            <a:endParaRPr>
              <a:solidFill>
                <a:srgbClr val="FF0000"/>
              </a:solidFill>
            </a:endParaRPr>
          </a:p>
          <a:p>
            <a:pPr indent="-243840" lvl="0" marL="34290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1560"/>
              <a:buNone/>
            </a:pPr>
            <a:r>
              <a:t/>
            </a:r>
            <a:endParaRPr b="0" i="0" sz="2600" u="none">
              <a:solidFill>
                <a:srgbClr val="8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55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1- </a:t>
            </a:r>
            <a:fld id="{00000000-1234-1234-1234-123412341234}" type="slidenum"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55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Database Users</a:t>
            </a:r>
            <a:endParaRPr/>
          </a:p>
        </p:txBody>
      </p:sp>
      <p:sp>
        <p:nvSpPr>
          <p:cNvPr id="440" name="Google Shape;440;p55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Actors on the scene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1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Database administrators: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Responsible for authorizing access to the database, for coordinating and monitoring its use, acquiring software and hardware resources, controlling its use and monitoring efficiency of operations.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1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Database Designers: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Responsible to define the content, the structure, the constraints, and functions or transactions against the database. They must communicate with the end-users and understand their needs.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56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1- </a:t>
            </a:r>
            <a:fld id="{00000000-1234-1234-1234-123412341234}" type="slidenum"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56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Categories of End-users</a:t>
            </a:r>
            <a:endParaRPr/>
          </a:p>
        </p:txBody>
      </p:sp>
      <p:sp>
        <p:nvSpPr>
          <p:cNvPr id="448" name="Google Shape;448;p56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Actors on the scene (continued)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1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End-users: </a:t>
            </a: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They use the data for queries, reports and some of them update the database content. End-users can be categorized into: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 Symbols"/>
              <a:buChar char="■"/>
            </a:pP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Casual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: access database occasionally when needed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 Symbols"/>
              <a:buChar char="■"/>
            </a:pP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Naïve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or Parametric: they make up a large section of the end-user population.</a:t>
            </a:r>
            <a:endParaRPr/>
          </a:p>
          <a:p>
            <a:pPr indent="-228600" lvl="3" marL="1600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They use previously well-defined functions in the form of  “canned transactions” against the database.</a:t>
            </a:r>
            <a:endParaRPr/>
          </a:p>
          <a:p>
            <a:pPr indent="-228600" lvl="3" marL="1600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Examples are bank-tellers or reservation clerks who do this activity for an entire shift of operations.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57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1- </a:t>
            </a:r>
            <a:fld id="{00000000-1234-1234-1234-123412341234}" type="slidenum"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57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Categories of End-users (continued)</a:t>
            </a:r>
            <a:endParaRPr/>
          </a:p>
        </p:txBody>
      </p:sp>
      <p:sp>
        <p:nvSpPr>
          <p:cNvPr id="456" name="Google Shape;456;p57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228600" lvl="2" marL="1143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 Symbols"/>
              <a:buChar char="■"/>
            </a:pP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Sophisticated:</a:t>
            </a:r>
            <a:endParaRPr/>
          </a:p>
          <a:p>
            <a:pPr indent="-228600" lvl="3" marL="16002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These include business analysts, scientists, engineers, others thoroughly familiar with the system capabilities.</a:t>
            </a:r>
            <a:endParaRPr/>
          </a:p>
          <a:p>
            <a:pPr indent="-228600" lvl="3" marL="16002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Many use tools in the form of software packages that work closely with the stored database.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 Symbols"/>
              <a:buChar char="■"/>
            </a:pP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Stand-alone:</a:t>
            </a:r>
            <a:endParaRPr/>
          </a:p>
          <a:p>
            <a:pPr indent="-228600" lvl="3" marL="16002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Mostly maintain personal databases using ready-to-use packaged applications.</a:t>
            </a:r>
            <a:endParaRPr/>
          </a:p>
          <a:p>
            <a:pPr indent="-228600" lvl="3" marL="16002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An example is a tax program user that creates its own internal database.</a:t>
            </a:r>
            <a:endParaRPr/>
          </a:p>
          <a:p>
            <a:pPr indent="-228600" lvl="3" marL="16002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Another example is a user that maintains an address book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58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1- </a:t>
            </a:r>
            <a:fld id="{00000000-1234-1234-1234-123412341234}" type="slidenum"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58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Advantages of Using the Database Approach</a:t>
            </a:r>
            <a:endParaRPr/>
          </a:p>
        </p:txBody>
      </p:sp>
      <p:sp>
        <p:nvSpPr>
          <p:cNvPr id="464" name="Google Shape;464;p58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Controlling redundancy in data storage and in development and maintenance efforts.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Sharing of data among multiple users.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Restricting unauthorized access to data.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Providing persistent storage for program Objects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In Object-oriented DBMSs – see Chapters 20-22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Providing Storage Structures (e.g. indexes) for efficient Query Processing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59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1- </a:t>
            </a:r>
            <a:fld id="{00000000-1234-1234-1234-123412341234}" type="slidenum"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59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Advantages of Using the Database Approach (continued)</a:t>
            </a:r>
            <a:endParaRPr/>
          </a:p>
        </p:txBody>
      </p:sp>
      <p:sp>
        <p:nvSpPr>
          <p:cNvPr id="472" name="Google Shape;472;p59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Providing backup and recovery services.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Providing multiple interfaces to different classes of users.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Representing complex relationships among data.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Enforcing integrity constraints on the database.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Drawing inferences and actions from the stored data using deductive and active rules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60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1- </a:t>
            </a:r>
            <a:fld id="{00000000-1234-1234-1234-123412341234}" type="slidenum"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60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Additional Implications of Using the Database Approach</a:t>
            </a:r>
            <a:endParaRPr/>
          </a:p>
        </p:txBody>
      </p:sp>
      <p:sp>
        <p:nvSpPr>
          <p:cNvPr id="480" name="Google Shape;480;p60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Potential for enforcing standards: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This is very crucial for the success of database applications in large organizations. </a:t>
            </a:r>
            <a:r>
              <a:rPr b="1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Standards</a:t>
            </a: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refer to data item names, display formats, screens, report structures, meta-data (description of data), Web page layouts, etc.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Reduced application development time: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Incremental time to add each new application is reduced.</a:t>
            </a:r>
            <a:endParaRPr/>
          </a:p>
          <a:p>
            <a:pPr indent="-243840" lvl="0" marL="34290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1560"/>
              <a:buNone/>
            </a:pPr>
            <a:r>
              <a:t/>
            </a:r>
            <a:endParaRPr b="0" i="0" sz="2600" u="none">
              <a:solidFill>
                <a:srgbClr val="8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61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1- </a:t>
            </a:r>
            <a:fld id="{00000000-1234-1234-1234-123412341234}" type="slidenum"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61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Additional Implications of Using the Database Approach (continued)</a:t>
            </a:r>
            <a:endParaRPr/>
          </a:p>
        </p:txBody>
      </p:sp>
      <p:sp>
        <p:nvSpPr>
          <p:cNvPr id="488" name="Google Shape;488;p61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Flexibility to change data structures: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Database structure may evolve as new requirements are defined.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Availability of current information: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Extremely important for on-line transaction systems such as airline, hotel, car reservations.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Economies of scale: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Wasteful overlap of resources and personnel can be avoided by consolidating data and applications across departments.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2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1- </a:t>
            </a:r>
            <a:fld id="{00000000-1234-1234-1234-123412341234}" type="slidenum"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62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Historical Development of Database Technology</a:t>
            </a:r>
            <a:endParaRPr/>
          </a:p>
        </p:txBody>
      </p:sp>
      <p:sp>
        <p:nvSpPr>
          <p:cNvPr id="496" name="Google Shape;496;p62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Early Database Applications: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The Hierarchical and Network Models were introduced in mid 1960s and dominated during the seventies.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 bulk of the worldwide database processing still occurs using these models, particularly, the hierarchical model.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Relational Model based Systems: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Relational model was originally introduced in 1970, was heavily researched and experimented within IBM Research and several universities.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Relational DBMS Products emerged in the early 1980s.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63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1- </a:t>
            </a:r>
            <a:fld id="{00000000-1234-1234-1234-123412341234}" type="slidenum"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63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Historical Development of Database Technology (continued)</a:t>
            </a:r>
            <a:endParaRPr/>
          </a:p>
        </p:txBody>
      </p:sp>
      <p:sp>
        <p:nvSpPr>
          <p:cNvPr id="504" name="Google Shape;504;p63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Object-oriented and emerging applications: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Object-Oriented Database Management Systems (OODBMSs) were introduced in late 1980s and early 1990s to cater to the need of complex data processing in CAD and other applications.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Their use has not taken off much.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Many relational DBMSs have incorporated object database concepts, leading to a new category called </a:t>
            </a:r>
            <a:r>
              <a:rPr b="0" i="1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object-relationa</a:t>
            </a: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l DBMSs (ORDBMSs)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1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Extended relational</a:t>
            </a: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systems add further capabilities (e.g. for multimedia data, XML, and other data types)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64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1- </a:t>
            </a:r>
            <a:fld id="{00000000-1234-1234-1234-123412341234}" type="slidenum"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64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Historical Development of Database Technology (continued)</a:t>
            </a:r>
            <a:endParaRPr/>
          </a:p>
        </p:txBody>
      </p:sp>
      <p:sp>
        <p:nvSpPr>
          <p:cNvPr id="512" name="Google Shape;512;p64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Data on the Web and E-commerce Applications: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Web contains data in HTML (Hypertext markup language) with links among pages.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This has given rise to a new set of applications and E-commerce is using new standards like XML (eXtended  Markup Language). (see Ch. 27).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Script programming languages such as PHP and JavaScript allow generation of dynamic Web pages that are partially generated from a database (see Ch. 26).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Also allow database updates through Web pages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65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1- </a:t>
            </a:r>
            <a:fld id="{00000000-1234-1234-1234-123412341234}" type="slidenum"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65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Extending Database Capabilities</a:t>
            </a:r>
            <a:endParaRPr/>
          </a:p>
        </p:txBody>
      </p:sp>
      <p:sp>
        <p:nvSpPr>
          <p:cNvPr id="520" name="Google Shape;520;p65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 Symbols"/>
              <a:buChar char="■"/>
            </a:pP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New functionality is being added to DBMSs in the following areas: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Scientific Applications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XML (eXtensible Markup Language)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Image Storage and Management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Audio and Video Data Management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Data Warehousing and Data Mining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Spatial Data Management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Time Series and Historical Data Management</a:t>
            </a:r>
            <a:endParaRPr/>
          </a:p>
          <a:p>
            <a:pPr indent="-21590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oto Sans Symbols"/>
              <a:buNone/>
            </a:pPr>
            <a:r>
              <a:t/>
            </a:r>
            <a:endParaRPr b="0" i="0" sz="2000" u="none">
              <a:solidFill>
                <a:srgbClr val="8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 Symbols"/>
              <a:buChar char="■"/>
            </a:pP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above gives rise to </a:t>
            </a:r>
            <a:r>
              <a:rPr b="0" i="1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new research and development</a:t>
            </a: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in incorporating new data types, complex data structures, new operations and storage and indexing schemes in database systems. 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66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1- </a:t>
            </a:r>
            <a:fld id="{00000000-1234-1234-1234-123412341234}" type="slidenum"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p66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When not to use a DBMS</a:t>
            </a:r>
            <a:endParaRPr/>
          </a:p>
        </p:txBody>
      </p:sp>
      <p:sp>
        <p:nvSpPr>
          <p:cNvPr id="528" name="Google Shape;528;p66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Main inhibitors (costs) of using a DBMS: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High initial investment and possible need for additional hardware.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Overhead for providing generality, security, concurrency control, recovery, and  integrity functions.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When a DBMS may be unnecessary: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If the database and applications are simple, well defined, and not expected to change.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If there are stringent real-time requirements that may not be met because of DBMS overhead.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If access to data by multiple users is not required.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67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1- </a:t>
            </a:r>
            <a:fld id="{00000000-1234-1234-1234-123412341234}" type="slidenum"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p67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When not to use a DBMS</a:t>
            </a:r>
            <a:endParaRPr/>
          </a:p>
        </p:txBody>
      </p:sp>
      <p:sp>
        <p:nvSpPr>
          <p:cNvPr id="536" name="Google Shape;536;p67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When no DBMS may suffice: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If the database system is not able to handle the complexity of data because of modeling limitations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If the database users need special operations not supported by the DBMS.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68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1- </a:t>
            </a:r>
            <a:fld id="{00000000-1234-1234-1234-123412341234}" type="slidenum"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68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Summary</a:t>
            </a:r>
            <a:endParaRPr/>
          </a:p>
        </p:txBody>
      </p:sp>
      <p:sp>
        <p:nvSpPr>
          <p:cNvPr id="544" name="Google Shape;544;p68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Types of Databases and Database Applications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Basic Definitions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Typical DBMS Functionality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Example of a Database (UNIVERSITY)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Main Characteristics of the Database Approach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Database Users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Advantages of Using the Database Approach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When Not to Use Databases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7_Concourse">
  <a:themeElements>
    <a:clrScheme name="Concourse">
      <a:dk1>
        <a:srgbClr val="000000"/>
      </a:dk1>
      <a:lt1>
        <a:srgbClr val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2_Concourse">
  <a:themeElements>
    <a:clrScheme name="Concourse">
      <a:dk1>
        <a:srgbClr val="000000"/>
      </a:dk1>
      <a:lt1>
        <a:srgbClr val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6_Concourse">
  <a:themeElements>
    <a:clrScheme name="Concourse">
      <a:dk1>
        <a:srgbClr val="000000"/>
      </a:dk1>
      <a:lt1>
        <a:srgbClr val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3_Concourse">
  <a:themeElements>
    <a:clrScheme name="Concourse">
      <a:dk1>
        <a:srgbClr val="000000"/>
      </a:dk1>
      <a:lt1>
        <a:srgbClr val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9_Concourse">
  <a:themeElements>
    <a:clrScheme name="Concourse">
      <a:dk1>
        <a:srgbClr val="000000"/>
      </a:dk1>
      <a:lt1>
        <a:srgbClr val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5_Concourse">
  <a:themeElements>
    <a:clrScheme name="Concourse">
      <a:dk1>
        <a:srgbClr val="000000"/>
      </a:dk1>
      <a:lt1>
        <a:srgbClr val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8_Concourse">
  <a:themeElements>
    <a:clrScheme name="Concourse">
      <a:dk1>
        <a:srgbClr val="000000"/>
      </a:dk1>
      <a:lt1>
        <a:srgbClr val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1_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Concourse">
  <a:themeElements>
    <a:clrScheme name="Concourse">
      <a:dk1>
        <a:srgbClr val="000000"/>
      </a:dk1>
      <a:lt1>
        <a:srgbClr val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1_Concourse">
  <a:themeElements>
    <a:clrScheme name="Concourse">
      <a:dk1>
        <a:srgbClr val="000000"/>
      </a:dk1>
      <a:lt1>
        <a:srgbClr val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4_Concourse">
  <a:themeElements>
    <a:clrScheme name="Concourse">
      <a:dk1>
        <a:srgbClr val="000000"/>
      </a:dk1>
      <a:lt1>
        <a:srgbClr val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10_Concourse">
  <a:themeElements>
    <a:clrScheme name="Concourse">
      <a:dk1>
        <a:srgbClr val="000000"/>
      </a:dk1>
      <a:lt1>
        <a:srgbClr val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11_Concourse">
  <a:themeElements>
    <a:clrScheme name="Concourse">
      <a:dk1>
        <a:srgbClr val="000000"/>
      </a:dk1>
      <a:lt1>
        <a:srgbClr val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