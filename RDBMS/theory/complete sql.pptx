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</p:sldIdLst>
  <p:sldSz cy="10287000" cx="18288000"/>
  <p:notesSz cx="18288000" cy="10287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  <p:ext uri="GoogleSlidesCustomDataVersion2">
      <go:slidesCustomData xmlns:go="http://customooxmlschemas.google.com/" r:id="rId64" roundtripDataSignature="AMtx7mgWO6bNfnvka0lhdoUbkZ5z0z9AS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customschemas.google.com/relationships/presentationmetadata" Target="metadata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1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4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5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6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6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7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7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8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8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9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9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0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0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1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1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2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2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3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3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4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4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5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5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6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6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7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7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8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8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9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9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0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0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1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1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2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22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3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23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4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4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5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25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6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6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7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27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8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28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9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29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30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30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1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31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32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32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33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33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34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4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35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35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36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36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37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37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38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38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39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39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40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40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41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41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42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42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43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43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44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44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45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45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46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46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47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47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48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48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49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49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50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50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51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51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52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52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53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53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54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54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55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55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56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56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57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57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58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58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obj">
  <p:cSld name="OBJEC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60"/>
          <p:cNvSpPr txBox="1"/>
          <p:nvPr>
            <p:ph idx="11" type="ftr"/>
          </p:nvPr>
        </p:nvSpPr>
        <p:spPr>
          <a:xfrm>
            <a:off x="12924582" y="8459571"/>
            <a:ext cx="4949825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8950">
                <a:solidFill>
                  <a:srgbClr val="F79C0D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60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60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61"/>
          <p:cNvSpPr txBox="1"/>
          <p:nvPr>
            <p:ph type="title"/>
          </p:nvPr>
        </p:nvSpPr>
        <p:spPr>
          <a:xfrm>
            <a:off x="1027106" y="1059179"/>
            <a:ext cx="4027804" cy="665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200" u="sng">
                <a:solidFill>
                  <a:srgbClr val="FFA51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61"/>
          <p:cNvSpPr txBox="1"/>
          <p:nvPr>
            <p:ph idx="1" type="body"/>
          </p:nvPr>
        </p:nvSpPr>
        <p:spPr>
          <a:xfrm>
            <a:off x="1016000" y="1707009"/>
            <a:ext cx="8700135" cy="29102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1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61"/>
          <p:cNvSpPr txBox="1"/>
          <p:nvPr>
            <p:ph idx="11" type="ftr"/>
          </p:nvPr>
        </p:nvSpPr>
        <p:spPr>
          <a:xfrm>
            <a:off x="12924582" y="8459571"/>
            <a:ext cx="4949825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8950">
                <a:solidFill>
                  <a:srgbClr val="F79C0D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61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61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2"/>
          <p:cNvSpPr txBox="1"/>
          <p:nvPr>
            <p:ph type="ctrTitle"/>
          </p:nvPr>
        </p:nvSpPr>
        <p:spPr>
          <a:xfrm>
            <a:off x="1027106" y="1059180"/>
            <a:ext cx="16233787" cy="1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62"/>
          <p:cNvSpPr txBox="1"/>
          <p:nvPr>
            <p:ph idx="1" type="subTitle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62"/>
          <p:cNvSpPr txBox="1"/>
          <p:nvPr>
            <p:ph idx="11" type="ftr"/>
          </p:nvPr>
        </p:nvSpPr>
        <p:spPr>
          <a:xfrm>
            <a:off x="12924582" y="8459571"/>
            <a:ext cx="4949825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8950">
                <a:solidFill>
                  <a:srgbClr val="F79C0D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62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62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3"/>
          <p:cNvSpPr txBox="1"/>
          <p:nvPr>
            <p:ph type="title"/>
          </p:nvPr>
        </p:nvSpPr>
        <p:spPr>
          <a:xfrm>
            <a:off x="1027106" y="1059179"/>
            <a:ext cx="4027804" cy="665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200" u="sng">
                <a:solidFill>
                  <a:srgbClr val="FFA51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63"/>
          <p:cNvSpPr txBox="1"/>
          <p:nvPr>
            <p:ph idx="1" type="body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3"/>
          <p:cNvSpPr txBox="1"/>
          <p:nvPr>
            <p:ph idx="2" type="body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63"/>
          <p:cNvSpPr txBox="1"/>
          <p:nvPr>
            <p:ph idx="11" type="ftr"/>
          </p:nvPr>
        </p:nvSpPr>
        <p:spPr>
          <a:xfrm>
            <a:off x="12924582" y="8459571"/>
            <a:ext cx="4949825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8950">
                <a:solidFill>
                  <a:srgbClr val="F79C0D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63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3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4"/>
          <p:cNvSpPr txBox="1"/>
          <p:nvPr>
            <p:ph type="title"/>
          </p:nvPr>
        </p:nvSpPr>
        <p:spPr>
          <a:xfrm>
            <a:off x="1027106" y="1059179"/>
            <a:ext cx="4027804" cy="665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200" u="sng">
                <a:solidFill>
                  <a:srgbClr val="FFA51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4"/>
          <p:cNvSpPr txBox="1"/>
          <p:nvPr>
            <p:ph idx="11" type="ftr"/>
          </p:nvPr>
        </p:nvSpPr>
        <p:spPr>
          <a:xfrm>
            <a:off x="12924582" y="8459571"/>
            <a:ext cx="4949825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8950">
                <a:solidFill>
                  <a:srgbClr val="F79C0D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4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4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04172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7;p59"/>
          <p:cNvSpPr txBox="1"/>
          <p:nvPr>
            <p:ph type="title"/>
          </p:nvPr>
        </p:nvSpPr>
        <p:spPr>
          <a:xfrm>
            <a:off x="1027106" y="1059179"/>
            <a:ext cx="4027804" cy="665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200" u="sng" cap="none" strike="noStrike">
                <a:solidFill>
                  <a:srgbClr val="FFA51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" name="Google Shape;8;p59"/>
          <p:cNvSpPr txBox="1"/>
          <p:nvPr>
            <p:ph idx="1" type="body"/>
          </p:nvPr>
        </p:nvSpPr>
        <p:spPr>
          <a:xfrm>
            <a:off x="1016000" y="1707009"/>
            <a:ext cx="8700135" cy="29102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1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59"/>
          <p:cNvSpPr txBox="1"/>
          <p:nvPr>
            <p:ph idx="11" type="ftr"/>
          </p:nvPr>
        </p:nvSpPr>
        <p:spPr>
          <a:xfrm>
            <a:off x="12924582" y="8459571"/>
            <a:ext cx="4949825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8950">
                <a:solidFill>
                  <a:srgbClr val="F79C0D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59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59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u="non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0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0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4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Relationship Id="rId4" Type="http://schemas.openxmlformats.org/officeDocument/2006/relationships/image" Target="../media/image9.png"/><Relationship Id="rId5" Type="http://schemas.openxmlformats.org/officeDocument/2006/relationships/image" Target="../media/image6.jpg"/><Relationship Id="rId6" Type="http://schemas.openxmlformats.org/officeDocument/2006/relationships/image" Target="../media/image42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jpg"/><Relationship Id="rId4" Type="http://schemas.openxmlformats.org/officeDocument/2006/relationships/image" Target="../media/image16.jpg"/><Relationship Id="rId5" Type="http://schemas.openxmlformats.org/officeDocument/2006/relationships/image" Target="../media/image12.jpg"/><Relationship Id="rId6" Type="http://schemas.openxmlformats.org/officeDocument/2006/relationships/image" Target="../media/image41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4.jpg"/><Relationship Id="rId4" Type="http://schemas.openxmlformats.org/officeDocument/2006/relationships/image" Target="../media/image15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3.jpg"/><Relationship Id="rId4" Type="http://schemas.openxmlformats.org/officeDocument/2006/relationships/image" Target="../media/image17.jpg"/><Relationship Id="rId5" Type="http://schemas.openxmlformats.org/officeDocument/2006/relationships/image" Target="../media/image21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8.jpg"/><Relationship Id="rId4" Type="http://schemas.openxmlformats.org/officeDocument/2006/relationships/image" Target="../media/image18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0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5.jpg"/><Relationship Id="rId4" Type="http://schemas.openxmlformats.org/officeDocument/2006/relationships/image" Target="../media/image20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9.jpg"/><Relationship Id="rId4" Type="http://schemas.openxmlformats.org/officeDocument/2006/relationships/image" Target="../media/image57.jpg"/><Relationship Id="rId5" Type="http://schemas.openxmlformats.org/officeDocument/2006/relationships/image" Target="../media/image24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3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2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5.png"/><Relationship Id="rId4" Type="http://schemas.openxmlformats.org/officeDocument/2006/relationships/image" Target="../media/image30.jpg"/><Relationship Id="rId5" Type="http://schemas.openxmlformats.org/officeDocument/2006/relationships/image" Target="../media/image29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1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6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63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3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82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9.png"/><Relationship Id="rId4" Type="http://schemas.openxmlformats.org/officeDocument/2006/relationships/image" Target="../media/image67.jpg"/><Relationship Id="rId5" Type="http://schemas.openxmlformats.org/officeDocument/2006/relationships/image" Target="../media/image37.jpg"/><Relationship Id="rId6" Type="http://schemas.openxmlformats.org/officeDocument/2006/relationships/image" Target="../media/image44.jpg"/><Relationship Id="rId7" Type="http://schemas.openxmlformats.org/officeDocument/2006/relationships/image" Target="../media/image47.jp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63.jp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3.jpg"/><Relationship Id="rId4" Type="http://schemas.openxmlformats.org/officeDocument/2006/relationships/image" Target="../media/image83.jpg"/><Relationship Id="rId5" Type="http://schemas.openxmlformats.org/officeDocument/2006/relationships/image" Target="../media/image48.jpg"/><Relationship Id="rId6" Type="http://schemas.openxmlformats.org/officeDocument/2006/relationships/image" Target="../media/image50.jp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83.jp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53.png"/><Relationship Id="rId4" Type="http://schemas.openxmlformats.org/officeDocument/2006/relationships/image" Target="../media/image49.png"/><Relationship Id="rId5" Type="http://schemas.openxmlformats.org/officeDocument/2006/relationships/image" Target="../media/image79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8.jp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53.png"/><Relationship Id="rId4" Type="http://schemas.openxmlformats.org/officeDocument/2006/relationships/image" Target="../media/image49.png"/><Relationship Id="rId5" Type="http://schemas.openxmlformats.org/officeDocument/2006/relationships/image" Target="../media/image55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50.jp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53.png"/><Relationship Id="rId4" Type="http://schemas.openxmlformats.org/officeDocument/2006/relationships/image" Target="../media/image49.png"/><Relationship Id="rId5" Type="http://schemas.openxmlformats.org/officeDocument/2006/relationships/image" Target="../media/image81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3.jpg"/><Relationship Id="rId4" Type="http://schemas.openxmlformats.org/officeDocument/2006/relationships/image" Target="../media/image58.jp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53.png"/><Relationship Id="rId4" Type="http://schemas.openxmlformats.org/officeDocument/2006/relationships/image" Target="../media/image49.png"/><Relationship Id="rId5" Type="http://schemas.openxmlformats.org/officeDocument/2006/relationships/image" Target="../media/image56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64.png"/><Relationship Id="rId4" Type="http://schemas.openxmlformats.org/officeDocument/2006/relationships/image" Target="../media/image59.jpg"/><Relationship Id="rId5" Type="http://schemas.openxmlformats.org/officeDocument/2006/relationships/image" Target="../media/image61.jpg"/><Relationship Id="rId6" Type="http://schemas.openxmlformats.org/officeDocument/2006/relationships/image" Target="../media/image66.jp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77.png"/><Relationship Id="rId4" Type="http://schemas.openxmlformats.org/officeDocument/2006/relationships/image" Target="../media/image65.jp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71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75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72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72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84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7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"/>
          <p:cNvSpPr txBox="1"/>
          <p:nvPr/>
        </p:nvSpPr>
        <p:spPr>
          <a:xfrm>
            <a:off x="6172200" y="2171700"/>
            <a:ext cx="5482590" cy="33227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15000">
            <a:spAutoFit/>
          </a:bodyPr>
          <a:lstStyle/>
          <a:p>
            <a:pPr indent="0" lvl="0" marL="0" marR="24701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9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SQL</a:t>
            </a:r>
            <a:endParaRPr sz="169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17437" y="437318"/>
            <a:ext cx="1295399" cy="125483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2"/>
          <p:cNvSpPr txBox="1"/>
          <p:nvPr>
            <p:ph type="title"/>
          </p:nvPr>
        </p:nvSpPr>
        <p:spPr>
          <a:xfrm>
            <a:off x="1027098" y="929075"/>
            <a:ext cx="4090500" cy="8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/>
              <a:t>Database</a:t>
            </a:r>
            <a:endParaRPr sz="5600"/>
          </a:p>
        </p:txBody>
      </p:sp>
      <p:sp>
        <p:nvSpPr>
          <p:cNvPr id="51" name="Google Shape;51;p2"/>
          <p:cNvSpPr txBox="1"/>
          <p:nvPr/>
        </p:nvSpPr>
        <p:spPr>
          <a:xfrm>
            <a:off x="1016000" y="2479948"/>
            <a:ext cx="16584294" cy="1404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Database is </a:t>
            </a:r>
            <a:r>
              <a:rPr lang="en-US" sz="320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collection of data </a:t>
            </a:r>
            <a:r>
              <a:rPr lang="en-US"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 a format that can be easily accessed (Digital)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3175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software application used to manage our DB is called DBMS (</a:t>
            </a:r>
            <a:r>
              <a:rPr lang="en-US" sz="320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Database Management System</a:t>
            </a:r>
            <a:r>
              <a:rPr lang="en-US"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"/>
          <p:cNvSpPr txBox="1"/>
          <p:nvPr>
            <p:ph type="title"/>
          </p:nvPr>
        </p:nvSpPr>
        <p:spPr>
          <a:xfrm>
            <a:off x="1027106" y="929071"/>
            <a:ext cx="6124575" cy="87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/>
              <a:t>Types </a:t>
            </a:r>
            <a:r>
              <a:rPr lang="en-US" sz="5600">
                <a:solidFill>
                  <a:srgbClr val="FFFFFF"/>
                </a:solidFill>
              </a:rPr>
              <a:t>of Databases</a:t>
            </a:r>
            <a:endParaRPr sz="5600"/>
          </a:p>
        </p:txBody>
      </p:sp>
      <p:grpSp>
        <p:nvGrpSpPr>
          <p:cNvPr id="57" name="Google Shape;57;p3"/>
          <p:cNvGrpSpPr/>
          <p:nvPr/>
        </p:nvGrpSpPr>
        <p:grpSpPr>
          <a:xfrm>
            <a:off x="10049303" y="4453446"/>
            <a:ext cx="422895" cy="943875"/>
            <a:chOff x="10049303" y="4453446"/>
            <a:chExt cx="422895" cy="943875"/>
          </a:xfrm>
        </p:grpSpPr>
        <p:sp>
          <p:nvSpPr>
            <p:cNvPr id="58" name="Google Shape;58;p3"/>
            <p:cNvSpPr/>
            <p:nvPr/>
          </p:nvSpPr>
          <p:spPr>
            <a:xfrm>
              <a:off x="10256933" y="4457043"/>
              <a:ext cx="215265" cy="815975"/>
            </a:xfrm>
            <a:custGeom>
              <a:rect b="b" l="l" r="r" t="t"/>
              <a:pathLst>
                <a:path extrusionOk="0" h="815975" w="215265">
                  <a:moveTo>
                    <a:pt x="38973" y="815891"/>
                  </a:moveTo>
                  <a:lnTo>
                    <a:pt x="30224" y="815891"/>
                  </a:lnTo>
                  <a:lnTo>
                    <a:pt x="22556" y="803049"/>
                  </a:lnTo>
                  <a:lnTo>
                    <a:pt x="7643" y="754532"/>
                  </a:lnTo>
                  <a:lnTo>
                    <a:pt x="88" y="142508"/>
                  </a:lnTo>
                  <a:lnTo>
                    <a:pt x="0" y="11046"/>
                  </a:lnTo>
                  <a:lnTo>
                    <a:pt x="567" y="0"/>
                  </a:lnTo>
                  <a:lnTo>
                    <a:pt x="25664" y="47263"/>
                  </a:lnTo>
                  <a:lnTo>
                    <a:pt x="34517" y="59578"/>
                  </a:lnTo>
                  <a:lnTo>
                    <a:pt x="44637" y="70872"/>
                  </a:lnTo>
                  <a:lnTo>
                    <a:pt x="60197" y="86859"/>
                  </a:lnTo>
                  <a:lnTo>
                    <a:pt x="75276" y="103277"/>
                  </a:lnTo>
                  <a:lnTo>
                    <a:pt x="103583" y="137618"/>
                  </a:lnTo>
                  <a:lnTo>
                    <a:pt x="132990" y="180728"/>
                  </a:lnTo>
                  <a:lnTo>
                    <a:pt x="157736" y="226057"/>
                  </a:lnTo>
                  <a:lnTo>
                    <a:pt x="178350" y="273509"/>
                  </a:lnTo>
                  <a:lnTo>
                    <a:pt x="195362" y="322985"/>
                  </a:lnTo>
                  <a:lnTo>
                    <a:pt x="209523" y="385311"/>
                  </a:lnTo>
                  <a:lnTo>
                    <a:pt x="214842" y="448777"/>
                  </a:lnTo>
                  <a:lnTo>
                    <a:pt x="212936" y="502247"/>
                  </a:lnTo>
                  <a:lnTo>
                    <a:pt x="205456" y="553507"/>
                  </a:lnTo>
                  <a:lnTo>
                    <a:pt x="192421" y="602547"/>
                  </a:lnTo>
                  <a:lnTo>
                    <a:pt x="173850" y="649361"/>
                  </a:lnTo>
                  <a:lnTo>
                    <a:pt x="149763" y="693938"/>
                  </a:lnTo>
                  <a:lnTo>
                    <a:pt x="120179" y="736271"/>
                  </a:lnTo>
                  <a:lnTo>
                    <a:pt x="85116" y="776351"/>
                  </a:lnTo>
                  <a:lnTo>
                    <a:pt x="51110" y="806709"/>
                  </a:lnTo>
                  <a:lnTo>
                    <a:pt x="38973" y="815891"/>
                  </a:lnTo>
                  <a:close/>
                </a:path>
              </a:pathLst>
            </a:custGeom>
            <a:solidFill>
              <a:srgbClr val="58953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" name="Google Shape;59;p3"/>
            <p:cNvSpPr/>
            <p:nvPr/>
          </p:nvSpPr>
          <p:spPr>
            <a:xfrm>
              <a:off x="10049303" y="4453446"/>
              <a:ext cx="214629" cy="828675"/>
            </a:xfrm>
            <a:custGeom>
              <a:rect b="b" l="l" r="r" t="t"/>
              <a:pathLst>
                <a:path extrusionOk="0" h="828675" w="214629">
                  <a:moveTo>
                    <a:pt x="197650" y="828180"/>
                  </a:moveTo>
                  <a:lnTo>
                    <a:pt x="193045" y="828180"/>
                  </a:lnTo>
                  <a:lnTo>
                    <a:pt x="181232" y="818836"/>
                  </a:lnTo>
                  <a:lnTo>
                    <a:pt x="147409" y="789170"/>
                  </a:lnTo>
                  <a:lnTo>
                    <a:pt x="113862" y="753591"/>
                  </a:lnTo>
                  <a:lnTo>
                    <a:pt x="83884" y="715720"/>
                  </a:lnTo>
                  <a:lnTo>
                    <a:pt x="57786" y="675360"/>
                  </a:lnTo>
                  <a:lnTo>
                    <a:pt x="35877" y="632311"/>
                  </a:lnTo>
                  <a:lnTo>
                    <a:pt x="18466" y="586373"/>
                  </a:lnTo>
                  <a:lnTo>
                    <a:pt x="4812" y="505070"/>
                  </a:lnTo>
                  <a:lnTo>
                    <a:pt x="515" y="457648"/>
                  </a:lnTo>
                  <a:lnTo>
                    <a:pt x="0" y="424131"/>
                  </a:lnTo>
                  <a:lnTo>
                    <a:pt x="5123" y="375954"/>
                  </a:lnTo>
                  <a:lnTo>
                    <a:pt x="13868" y="328816"/>
                  </a:lnTo>
                  <a:lnTo>
                    <a:pt x="26406" y="282763"/>
                  </a:lnTo>
                  <a:lnTo>
                    <a:pt x="42909" y="237843"/>
                  </a:lnTo>
                  <a:lnTo>
                    <a:pt x="63550" y="194105"/>
                  </a:lnTo>
                  <a:lnTo>
                    <a:pt x="86481" y="155156"/>
                  </a:lnTo>
                  <a:lnTo>
                    <a:pt x="112335" y="118566"/>
                  </a:lnTo>
                  <a:lnTo>
                    <a:pt x="141358" y="84574"/>
                  </a:lnTo>
                  <a:lnTo>
                    <a:pt x="173796" y="53419"/>
                  </a:lnTo>
                  <a:lnTo>
                    <a:pt x="185847" y="42710"/>
                  </a:lnTo>
                  <a:lnTo>
                    <a:pt x="191394" y="37040"/>
                  </a:lnTo>
                  <a:lnTo>
                    <a:pt x="205111" y="2582"/>
                  </a:lnTo>
                  <a:lnTo>
                    <a:pt x="207160" y="0"/>
                  </a:lnTo>
                  <a:lnTo>
                    <a:pt x="208403" y="2075"/>
                  </a:lnTo>
                  <a:lnTo>
                    <a:pt x="214045" y="723946"/>
                  </a:lnTo>
                  <a:lnTo>
                    <a:pt x="206911" y="781702"/>
                  </a:lnTo>
                  <a:lnTo>
                    <a:pt x="202751" y="807742"/>
                  </a:lnTo>
                  <a:lnTo>
                    <a:pt x="201216" y="814421"/>
                  </a:lnTo>
                  <a:lnTo>
                    <a:pt x="198180" y="824076"/>
                  </a:lnTo>
                  <a:lnTo>
                    <a:pt x="197650" y="828180"/>
                  </a:lnTo>
                  <a:close/>
                </a:path>
              </a:pathLst>
            </a:custGeom>
            <a:solidFill>
              <a:srgbClr val="6BAB4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" name="Google Shape;60;p3"/>
            <p:cNvSpPr/>
            <p:nvPr/>
          </p:nvSpPr>
          <p:spPr>
            <a:xfrm>
              <a:off x="10242165" y="5163006"/>
              <a:ext cx="53340" cy="234315"/>
            </a:xfrm>
            <a:custGeom>
              <a:rect b="b" l="l" r="r" t="t"/>
              <a:pathLst>
                <a:path extrusionOk="0" h="234314" w="53340">
                  <a:moveTo>
                    <a:pt x="39511" y="234106"/>
                  </a:moveTo>
                  <a:lnTo>
                    <a:pt x="36426" y="234106"/>
                  </a:lnTo>
                  <a:lnTo>
                    <a:pt x="32350" y="231040"/>
                  </a:lnTo>
                  <a:lnTo>
                    <a:pt x="27699" y="230510"/>
                  </a:lnTo>
                  <a:lnTo>
                    <a:pt x="23601" y="228965"/>
                  </a:lnTo>
                  <a:lnTo>
                    <a:pt x="13861" y="225086"/>
                  </a:lnTo>
                  <a:lnTo>
                    <a:pt x="13861" y="204872"/>
                  </a:lnTo>
                  <a:lnTo>
                    <a:pt x="12409" y="183785"/>
                  </a:lnTo>
                  <a:lnTo>
                    <a:pt x="10050" y="162890"/>
                  </a:lnTo>
                  <a:lnTo>
                    <a:pt x="6258" y="142190"/>
                  </a:lnTo>
                  <a:lnTo>
                    <a:pt x="506" y="121687"/>
                  </a:lnTo>
                  <a:lnTo>
                    <a:pt x="0" y="120165"/>
                  </a:lnTo>
                  <a:lnTo>
                    <a:pt x="0" y="118090"/>
                  </a:lnTo>
                  <a:lnTo>
                    <a:pt x="3453" y="111753"/>
                  </a:lnTo>
                  <a:lnTo>
                    <a:pt x="5644" y="105122"/>
                  </a:lnTo>
                  <a:lnTo>
                    <a:pt x="7061" y="98300"/>
                  </a:lnTo>
                  <a:lnTo>
                    <a:pt x="8197" y="91392"/>
                  </a:lnTo>
                  <a:lnTo>
                    <a:pt x="11361" y="74361"/>
                  </a:lnTo>
                  <a:lnTo>
                    <a:pt x="13950" y="57128"/>
                  </a:lnTo>
                  <a:lnTo>
                    <a:pt x="15964" y="39702"/>
                  </a:lnTo>
                  <a:lnTo>
                    <a:pt x="17407" y="22087"/>
                  </a:lnTo>
                  <a:lnTo>
                    <a:pt x="17407" y="19505"/>
                  </a:lnTo>
                  <a:lnTo>
                    <a:pt x="17959" y="2075"/>
                  </a:lnTo>
                  <a:lnTo>
                    <a:pt x="20492" y="0"/>
                  </a:lnTo>
                  <a:lnTo>
                    <a:pt x="20492" y="13372"/>
                  </a:lnTo>
                  <a:lnTo>
                    <a:pt x="22021" y="30008"/>
                  </a:lnTo>
                  <a:lnTo>
                    <a:pt x="31268" y="79611"/>
                  </a:lnTo>
                  <a:lnTo>
                    <a:pt x="53327" y="109929"/>
                  </a:lnTo>
                  <a:lnTo>
                    <a:pt x="48972" y="117275"/>
                  </a:lnTo>
                  <a:lnTo>
                    <a:pt x="45083" y="124814"/>
                  </a:lnTo>
                  <a:lnTo>
                    <a:pt x="42110" y="132738"/>
                  </a:lnTo>
                  <a:lnTo>
                    <a:pt x="40519" y="141146"/>
                  </a:lnTo>
                  <a:lnTo>
                    <a:pt x="39511" y="148846"/>
                  </a:lnTo>
                  <a:lnTo>
                    <a:pt x="37969" y="157077"/>
                  </a:lnTo>
                  <a:lnTo>
                    <a:pt x="38475" y="165285"/>
                  </a:lnTo>
                  <a:lnTo>
                    <a:pt x="38475" y="212549"/>
                  </a:lnTo>
                  <a:lnTo>
                    <a:pt x="39970" y="228965"/>
                  </a:lnTo>
                  <a:lnTo>
                    <a:pt x="40018" y="231570"/>
                  </a:lnTo>
                  <a:lnTo>
                    <a:pt x="39511" y="234106"/>
                  </a:lnTo>
                  <a:close/>
                </a:path>
                <a:path extrusionOk="0" h="234314" w="53340">
                  <a:moveTo>
                    <a:pt x="40535" y="141238"/>
                  </a:moveTo>
                  <a:close/>
                </a:path>
                <a:path extrusionOk="0" h="234314" w="53340">
                  <a:moveTo>
                    <a:pt x="13861" y="227443"/>
                  </a:moveTo>
                  <a:lnTo>
                    <a:pt x="13354" y="224884"/>
                  </a:lnTo>
                  <a:lnTo>
                    <a:pt x="13861" y="225086"/>
                  </a:lnTo>
                  <a:lnTo>
                    <a:pt x="13861" y="22744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1" name="Google Shape;61;p3"/>
          <p:cNvSpPr/>
          <p:nvPr/>
        </p:nvSpPr>
        <p:spPr>
          <a:xfrm>
            <a:off x="11923978" y="4889058"/>
            <a:ext cx="561975" cy="287020"/>
          </a:xfrm>
          <a:custGeom>
            <a:rect b="b" l="l" r="r" t="t"/>
            <a:pathLst>
              <a:path extrusionOk="0" h="287020" w="561975">
                <a:moveTo>
                  <a:pt x="108622" y="285071"/>
                </a:moveTo>
                <a:lnTo>
                  <a:pt x="12555" y="284129"/>
                </a:lnTo>
                <a:lnTo>
                  <a:pt x="8370" y="284129"/>
                </a:lnTo>
                <a:lnTo>
                  <a:pt x="8064" y="283493"/>
                </a:lnTo>
                <a:lnTo>
                  <a:pt x="27217" y="264486"/>
                </a:lnTo>
                <a:lnTo>
                  <a:pt x="31716" y="263309"/>
                </a:lnTo>
                <a:lnTo>
                  <a:pt x="35995" y="261293"/>
                </a:lnTo>
                <a:lnTo>
                  <a:pt x="39851" y="259645"/>
                </a:lnTo>
                <a:lnTo>
                  <a:pt x="42085" y="256443"/>
                </a:lnTo>
                <a:lnTo>
                  <a:pt x="43378" y="252582"/>
                </a:lnTo>
                <a:lnTo>
                  <a:pt x="44342" y="250016"/>
                </a:lnTo>
                <a:lnTo>
                  <a:pt x="44888" y="245034"/>
                </a:lnTo>
                <a:lnTo>
                  <a:pt x="44988" y="243896"/>
                </a:lnTo>
                <a:lnTo>
                  <a:pt x="46270" y="206558"/>
                </a:lnTo>
                <a:lnTo>
                  <a:pt x="46197" y="175279"/>
                </a:lnTo>
                <a:lnTo>
                  <a:pt x="45904" y="111330"/>
                </a:lnTo>
                <a:lnTo>
                  <a:pt x="45447" y="57567"/>
                </a:lnTo>
                <a:lnTo>
                  <a:pt x="24404" y="21234"/>
                </a:lnTo>
                <a:lnTo>
                  <a:pt x="17022" y="20599"/>
                </a:lnTo>
                <a:lnTo>
                  <a:pt x="9310" y="19304"/>
                </a:lnTo>
                <a:lnTo>
                  <a:pt x="275" y="18070"/>
                </a:lnTo>
                <a:lnTo>
                  <a:pt x="3855" y="9981"/>
                </a:lnTo>
                <a:lnTo>
                  <a:pt x="4819" y="7415"/>
                </a:lnTo>
                <a:lnTo>
                  <a:pt x="6442" y="4943"/>
                </a:lnTo>
                <a:lnTo>
                  <a:pt x="9357" y="659"/>
                </a:lnTo>
                <a:lnTo>
                  <a:pt x="10956" y="0"/>
                </a:lnTo>
                <a:lnTo>
                  <a:pt x="13213" y="329"/>
                </a:lnTo>
                <a:lnTo>
                  <a:pt x="37736" y="958"/>
                </a:lnTo>
                <a:lnTo>
                  <a:pt x="165318" y="958"/>
                </a:lnTo>
                <a:lnTo>
                  <a:pt x="170264" y="1232"/>
                </a:lnTo>
                <a:lnTo>
                  <a:pt x="217574" y="11912"/>
                </a:lnTo>
                <a:lnTo>
                  <a:pt x="235424" y="21099"/>
                </a:lnTo>
                <a:lnTo>
                  <a:pt x="124175" y="21099"/>
                </a:lnTo>
                <a:lnTo>
                  <a:pt x="114663" y="21134"/>
                </a:lnTo>
                <a:lnTo>
                  <a:pt x="96890" y="21964"/>
                </a:lnTo>
                <a:lnTo>
                  <a:pt x="91717" y="24507"/>
                </a:lnTo>
                <a:lnTo>
                  <a:pt x="92047" y="230076"/>
                </a:lnTo>
                <a:lnTo>
                  <a:pt x="118046" y="260170"/>
                </a:lnTo>
                <a:lnTo>
                  <a:pt x="146026" y="263858"/>
                </a:lnTo>
                <a:lnTo>
                  <a:pt x="221254" y="263858"/>
                </a:lnTo>
                <a:lnTo>
                  <a:pt x="214114" y="267858"/>
                </a:lnTo>
                <a:lnTo>
                  <a:pt x="193822" y="275833"/>
                </a:lnTo>
                <a:lnTo>
                  <a:pt x="172267" y="281210"/>
                </a:lnTo>
                <a:lnTo>
                  <a:pt x="146240" y="284435"/>
                </a:lnTo>
                <a:lnTo>
                  <a:pt x="108622" y="285071"/>
                </a:lnTo>
                <a:close/>
              </a:path>
              <a:path extrusionOk="0" h="287020" w="561975">
                <a:moveTo>
                  <a:pt x="165318" y="958"/>
                </a:moveTo>
                <a:lnTo>
                  <a:pt x="37736" y="958"/>
                </a:lnTo>
                <a:lnTo>
                  <a:pt x="153952" y="329"/>
                </a:lnTo>
                <a:lnTo>
                  <a:pt x="165318" y="958"/>
                </a:lnTo>
                <a:close/>
              </a:path>
              <a:path extrusionOk="0" h="287020" w="561975">
                <a:moveTo>
                  <a:pt x="0" y="18692"/>
                </a:moveTo>
                <a:lnTo>
                  <a:pt x="0" y="18033"/>
                </a:lnTo>
                <a:lnTo>
                  <a:pt x="275" y="18070"/>
                </a:lnTo>
                <a:lnTo>
                  <a:pt x="0" y="18692"/>
                </a:lnTo>
                <a:close/>
              </a:path>
              <a:path extrusionOk="0" h="287020" w="561975">
                <a:moveTo>
                  <a:pt x="221254" y="263858"/>
                </a:moveTo>
                <a:lnTo>
                  <a:pt x="146026" y="263858"/>
                </a:lnTo>
                <a:lnTo>
                  <a:pt x="154869" y="263671"/>
                </a:lnTo>
                <a:lnTo>
                  <a:pt x="163606" y="262742"/>
                </a:lnTo>
                <a:lnTo>
                  <a:pt x="206947" y="245034"/>
                </a:lnTo>
                <a:lnTo>
                  <a:pt x="231727" y="215551"/>
                </a:lnTo>
                <a:lnTo>
                  <a:pt x="246222" y="172308"/>
                </a:lnTo>
                <a:lnTo>
                  <a:pt x="247786" y="157002"/>
                </a:lnTo>
                <a:lnTo>
                  <a:pt x="247856" y="156484"/>
                </a:lnTo>
                <a:lnTo>
                  <a:pt x="245806" y="116091"/>
                </a:lnTo>
                <a:lnTo>
                  <a:pt x="229176" y="72450"/>
                </a:lnTo>
                <a:lnTo>
                  <a:pt x="201546" y="42722"/>
                </a:lnTo>
                <a:lnTo>
                  <a:pt x="162914" y="25575"/>
                </a:lnTo>
                <a:lnTo>
                  <a:pt x="124175" y="21099"/>
                </a:lnTo>
                <a:lnTo>
                  <a:pt x="235424" y="21099"/>
                </a:lnTo>
                <a:lnTo>
                  <a:pt x="267065" y="48590"/>
                </a:lnTo>
                <a:lnTo>
                  <a:pt x="290751" y="94194"/>
                </a:lnTo>
                <a:lnTo>
                  <a:pt x="296160" y="128686"/>
                </a:lnTo>
                <a:lnTo>
                  <a:pt x="296117" y="137276"/>
                </a:lnTo>
                <a:lnTo>
                  <a:pt x="295325" y="145772"/>
                </a:lnTo>
                <a:lnTo>
                  <a:pt x="294025" y="160639"/>
                </a:lnTo>
                <a:lnTo>
                  <a:pt x="281501" y="203356"/>
                </a:lnTo>
                <a:lnTo>
                  <a:pt x="259875" y="234912"/>
                </a:lnTo>
                <a:lnTo>
                  <a:pt x="233080" y="257231"/>
                </a:lnTo>
                <a:lnTo>
                  <a:pt x="221254" y="263858"/>
                </a:lnTo>
                <a:close/>
              </a:path>
              <a:path extrusionOk="0" h="287020" w="561975">
                <a:moveTo>
                  <a:pt x="516986" y="266378"/>
                </a:moveTo>
                <a:lnTo>
                  <a:pt x="336494" y="266378"/>
                </a:lnTo>
                <a:lnTo>
                  <a:pt x="342606" y="264448"/>
                </a:lnTo>
                <a:lnTo>
                  <a:pt x="353881" y="261098"/>
                </a:lnTo>
                <a:lnTo>
                  <a:pt x="356664" y="257881"/>
                </a:lnTo>
                <a:lnTo>
                  <a:pt x="357372" y="252865"/>
                </a:lnTo>
                <a:lnTo>
                  <a:pt x="358688" y="245802"/>
                </a:lnTo>
                <a:lnTo>
                  <a:pt x="359629" y="239022"/>
                </a:lnTo>
                <a:lnTo>
                  <a:pt x="359911" y="129776"/>
                </a:lnTo>
                <a:lnTo>
                  <a:pt x="360031" y="106016"/>
                </a:lnTo>
                <a:lnTo>
                  <a:pt x="360474" y="64079"/>
                </a:lnTo>
                <a:lnTo>
                  <a:pt x="360597" y="47402"/>
                </a:lnTo>
                <a:lnTo>
                  <a:pt x="360283" y="42043"/>
                </a:lnTo>
                <a:lnTo>
                  <a:pt x="359652" y="36702"/>
                </a:lnTo>
                <a:lnTo>
                  <a:pt x="359041" y="28980"/>
                </a:lnTo>
                <a:lnTo>
                  <a:pt x="352928" y="24154"/>
                </a:lnTo>
                <a:lnTo>
                  <a:pt x="322058" y="19634"/>
                </a:lnTo>
                <a:lnTo>
                  <a:pt x="319495" y="19304"/>
                </a:lnTo>
                <a:lnTo>
                  <a:pt x="318837" y="18033"/>
                </a:lnTo>
                <a:lnTo>
                  <a:pt x="319166" y="15773"/>
                </a:lnTo>
                <a:lnTo>
                  <a:pt x="320106" y="10947"/>
                </a:lnTo>
                <a:lnTo>
                  <a:pt x="322928" y="6780"/>
                </a:lnTo>
                <a:lnTo>
                  <a:pt x="325279" y="2589"/>
                </a:lnTo>
                <a:lnTo>
                  <a:pt x="326690" y="353"/>
                </a:lnTo>
                <a:lnTo>
                  <a:pt x="329464" y="965"/>
                </a:lnTo>
                <a:lnTo>
                  <a:pt x="331392" y="1294"/>
                </a:lnTo>
                <a:lnTo>
                  <a:pt x="339055" y="2107"/>
                </a:lnTo>
                <a:lnTo>
                  <a:pt x="346621" y="2357"/>
                </a:lnTo>
                <a:lnTo>
                  <a:pt x="467506" y="2357"/>
                </a:lnTo>
                <a:lnTo>
                  <a:pt x="479332" y="3300"/>
                </a:lnTo>
                <a:lnTo>
                  <a:pt x="492248" y="6141"/>
                </a:lnTo>
                <a:lnTo>
                  <a:pt x="504569" y="10973"/>
                </a:lnTo>
                <a:lnTo>
                  <a:pt x="516154" y="18033"/>
                </a:lnTo>
                <a:lnTo>
                  <a:pt x="520858" y="21329"/>
                </a:lnTo>
                <a:lnTo>
                  <a:pt x="420994" y="21329"/>
                </a:lnTo>
                <a:lnTo>
                  <a:pt x="408462" y="23918"/>
                </a:lnTo>
                <a:lnTo>
                  <a:pt x="406534" y="26155"/>
                </a:lnTo>
                <a:lnTo>
                  <a:pt x="406534" y="30981"/>
                </a:lnTo>
                <a:lnTo>
                  <a:pt x="405594" y="56712"/>
                </a:lnTo>
                <a:lnTo>
                  <a:pt x="405503" y="58096"/>
                </a:lnTo>
                <a:lnTo>
                  <a:pt x="405265" y="64079"/>
                </a:lnTo>
                <a:lnTo>
                  <a:pt x="405299" y="73686"/>
                </a:lnTo>
                <a:lnTo>
                  <a:pt x="405430" y="78240"/>
                </a:lnTo>
                <a:lnTo>
                  <a:pt x="405846" y="84836"/>
                </a:lnTo>
                <a:lnTo>
                  <a:pt x="405876" y="120441"/>
                </a:lnTo>
                <a:lnTo>
                  <a:pt x="406229" y="121076"/>
                </a:lnTo>
                <a:lnTo>
                  <a:pt x="504304" y="121277"/>
                </a:lnTo>
                <a:lnTo>
                  <a:pt x="500392" y="123242"/>
                </a:lnTo>
                <a:lnTo>
                  <a:pt x="498464" y="123902"/>
                </a:lnTo>
                <a:lnTo>
                  <a:pt x="498134" y="125502"/>
                </a:lnTo>
                <a:lnTo>
                  <a:pt x="500062" y="125808"/>
                </a:lnTo>
                <a:lnTo>
                  <a:pt x="501661" y="126468"/>
                </a:lnTo>
                <a:lnTo>
                  <a:pt x="535242" y="142264"/>
                </a:lnTo>
                <a:lnTo>
                  <a:pt x="406182" y="142264"/>
                </a:lnTo>
                <a:lnTo>
                  <a:pt x="405547" y="143842"/>
                </a:lnTo>
                <a:lnTo>
                  <a:pt x="405664" y="221534"/>
                </a:lnTo>
                <a:lnTo>
                  <a:pt x="418288" y="258120"/>
                </a:lnTo>
                <a:lnTo>
                  <a:pt x="456919" y="263883"/>
                </a:lnTo>
                <a:lnTo>
                  <a:pt x="465007" y="264401"/>
                </a:lnTo>
                <a:lnTo>
                  <a:pt x="519979" y="264401"/>
                </a:lnTo>
                <a:lnTo>
                  <a:pt x="516986" y="266378"/>
                </a:lnTo>
                <a:close/>
              </a:path>
              <a:path extrusionOk="0" h="287020" w="561975">
                <a:moveTo>
                  <a:pt x="467506" y="2357"/>
                </a:moveTo>
                <a:lnTo>
                  <a:pt x="346621" y="2357"/>
                </a:lnTo>
                <a:lnTo>
                  <a:pt x="439920" y="1968"/>
                </a:lnTo>
                <a:lnTo>
                  <a:pt x="465994" y="2236"/>
                </a:lnTo>
                <a:lnTo>
                  <a:pt x="467506" y="2357"/>
                </a:lnTo>
                <a:close/>
              </a:path>
              <a:path extrusionOk="0" h="287020" w="561975">
                <a:moveTo>
                  <a:pt x="504304" y="121277"/>
                </a:moveTo>
                <a:lnTo>
                  <a:pt x="435212" y="121277"/>
                </a:lnTo>
                <a:lnTo>
                  <a:pt x="451788" y="120937"/>
                </a:lnTo>
                <a:lnTo>
                  <a:pt x="464701" y="119782"/>
                </a:lnTo>
                <a:lnTo>
                  <a:pt x="493500" y="91381"/>
                </a:lnTo>
                <a:lnTo>
                  <a:pt x="495184" y="64640"/>
                </a:lnTo>
                <a:lnTo>
                  <a:pt x="493687" y="58096"/>
                </a:lnTo>
                <a:lnTo>
                  <a:pt x="459223" y="26155"/>
                </a:lnTo>
                <a:lnTo>
                  <a:pt x="428706" y="21988"/>
                </a:lnTo>
                <a:lnTo>
                  <a:pt x="420994" y="21329"/>
                </a:lnTo>
                <a:lnTo>
                  <a:pt x="520858" y="21329"/>
                </a:lnTo>
                <a:lnTo>
                  <a:pt x="523004" y="22832"/>
                </a:lnTo>
                <a:lnTo>
                  <a:pt x="528503" y="28912"/>
                </a:lnTo>
                <a:lnTo>
                  <a:pt x="536732" y="43582"/>
                </a:lnTo>
                <a:lnTo>
                  <a:pt x="539054" y="51447"/>
                </a:lnTo>
                <a:lnTo>
                  <a:pt x="539585" y="59843"/>
                </a:lnTo>
                <a:lnTo>
                  <a:pt x="540220" y="66930"/>
                </a:lnTo>
                <a:lnTo>
                  <a:pt x="540220" y="73686"/>
                </a:lnTo>
                <a:lnTo>
                  <a:pt x="538292" y="80443"/>
                </a:lnTo>
                <a:lnTo>
                  <a:pt x="512923" y="116486"/>
                </a:lnTo>
                <a:lnTo>
                  <a:pt x="506810" y="120017"/>
                </a:lnTo>
                <a:lnTo>
                  <a:pt x="504304" y="121277"/>
                </a:lnTo>
                <a:close/>
              </a:path>
              <a:path extrusionOk="0" h="287020" w="561975">
                <a:moveTo>
                  <a:pt x="519979" y="264401"/>
                </a:moveTo>
                <a:lnTo>
                  <a:pt x="465007" y="264401"/>
                </a:lnTo>
                <a:lnTo>
                  <a:pt x="472719" y="262588"/>
                </a:lnTo>
                <a:lnTo>
                  <a:pt x="480431" y="259692"/>
                </a:lnTo>
                <a:lnTo>
                  <a:pt x="490243" y="254772"/>
                </a:lnTo>
                <a:lnTo>
                  <a:pt x="498461" y="248142"/>
                </a:lnTo>
                <a:lnTo>
                  <a:pt x="505052" y="239812"/>
                </a:lnTo>
                <a:lnTo>
                  <a:pt x="509984" y="229794"/>
                </a:lnTo>
                <a:lnTo>
                  <a:pt x="510337" y="229558"/>
                </a:lnTo>
                <a:lnTo>
                  <a:pt x="512837" y="221534"/>
                </a:lnTo>
                <a:lnTo>
                  <a:pt x="514187" y="213388"/>
                </a:lnTo>
                <a:lnTo>
                  <a:pt x="514576" y="205123"/>
                </a:lnTo>
                <a:lnTo>
                  <a:pt x="514193" y="196741"/>
                </a:lnTo>
                <a:lnTo>
                  <a:pt x="492132" y="157489"/>
                </a:lnTo>
                <a:lnTo>
                  <a:pt x="441872" y="142594"/>
                </a:lnTo>
                <a:lnTo>
                  <a:pt x="411660" y="142264"/>
                </a:lnTo>
                <a:lnTo>
                  <a:pt x="535242" y="142264"/>
                </a:lnTo>
                <a:lnTo>
                  <a:pt x="561098" y="183086"/>
                </a:lnTo>
                <a:lnTo>
                  <a:pt x="561427" y="185017"/>
                </a:lnTo>
                <a:lnTo>
                  <a:pt x="561379" y="197400"/>
                </a:lnTo>
                <a:lnTo>
                  <a:pt x="560439" y="201590"/>
                </a:lnTo>
                <a:lnTo>
                  <a:pt x="558779" y="214617"/>
                </a:lnTo>
                <a:lnTo>
                  <a:pt x="554829" y="226680"/>
                </a:lnTo>
                <a:lnTo>
                  <a:pt x="548705" y="237782"/>
                </a:lnTo>
                <a:lnTo>
                  <a:pt x="540525" y="247921"/>
                </a:lnTo>
                <a:lnTo>
                  <a:pt x="528756" y="258601"/>
                </a:lnTo>
                <a:lnTo>
                  <a:pt x="519979" y="264401"/>
                </a:lnTo>
                <a:close/>
              </a:path>
              <a:path extrusionOk="0" h="287020" w="561975">
                <a:moveTo>
                  <a:pt x="318836" y="286036"/>
                </a:moveTo>
                <a:lnTo>
                  <a:pt x="317872" y="284717"/>
                </a:lnTo>
                <a:lnTo>
                  <a:pt x="318507" y="280857"/>
                </a:lnTo>
                <a:lnTo>
                  <a:pt x="319048" y="277961"/>
                </a:lnTo>
                <a:lnTo>
                  <a:pt x="320106" y="274736"/>
                </a:lnTo>
                <a:lnTo>
                  <a:pt x="321399" y="271840"/>
                </a:lnTo>
                <a:lnTo>
                  <a:pt x="321983" y="270066"/>
                </a:lnTo>
                <a:lnTo>
                  <a:pt x="323056" y="268668"/>
                </a:lnTo>
                <a:lnTo>
                  <a:pt x="326179" y="266625"/>
                </a:lnTo>
                <a:lnTo>
                  <a:pt x="327889" y="266202"/>
                </a:lnTo>
                <a:lnTo>
                  <a:pt x="329746" y="266378"/>
                </a:lnTo>
                <a:lnTo>
                  <a:pt x="516986" y="266378"/>
                </a:lnTo>
                <a:lnTo>
                  <a:pt x="478034" y="281779"/>
                </a:lnTo>
                <a:lnTo>
                  <a:pt x="454311" y="285565"/>
                </a:lnTo>
                <a:lnTo>
                  <a:pt x="322692" y="285565"/>
                </a:lnTo>
                <a:lnTo>
                  <a:pt x="318836" y="286036"/>
                </a:lnTo>
                <a:close/>
              </a:path>
              <a:path extrusionOk="0" h="287020" w="561975">
                <a:moveTo>
                  <a:pt x="423408" y="286611"/>
                </a:moveTo>
                <a:lnTo>
                  <a:pt x="322692" y="285565"/>
                </a:lnTo>
                <a:lnTo>
                  <a:pt x="454311" y="285565"/>
                </a:lnTo>
                <a:lnTo>
                  <a:pt x="451535" y="285895"/>
                </a:lnTo>
                <a:lnTo>
                  <a:pt x="423408" y="28661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2" name="Google Shape;6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00432" y="4984881"/>
            <a:ext cx="1273608" cy="302597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9806" y="4355929"/>
            <a:ext cx="7296149" cy="2285999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3"/>
          <p:cNvSpPr txBox="1"/>
          <p:nvPr/>
        </p:nvSpPr>
        <p:spPr>
          <a:xfrm>
            <a:off x="1027106" y="2479950"/>
            <a:ext cx="3642360" cy="13455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7D9FF"/>
                </a:solidFill>
                <a:latin typeface="Trebuchet MS"/>
                <a:ea typeface="Trebuchet MS"/>
                <a:cs typeface="Trebuchet MS"/>
                <a:sym typeface="Trebuchet MS"/>
              </a:rPr>
              <a:t>Relational</a:t>
            </a:r>
            <a:endParaRPr sz="32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2715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 stored in tables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3"/>
          <p:cNvSpPr txBox="1"/>
          <p:nvPr/>
        </p:nvSpPr>
        <p:spPr>
          <a:xfrm>
            <a:off x="9981529" y="2479950"/>
            <a:ext cx="4272280" cy="13455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7D9FF"/>
                </a:solidFill>
                <a:latin typeface="Trebuchet MS"/>
                <a:ea typeface="Trebuchet MS"/>
                <a:cs typeface="Trebuchet MS"/>
                <a:sym typeface="Trebuchet MS"/>
              </a:rPr>
              <a:t>Non-relational </a:t>
            </a:r>
            <a:r>
              <a:rPr b="1" lang="en-US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(NoSQL)</a:t>
            </a:r>
            <a:endParaRPr sz="32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2715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 not stored in tables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3"/>
          <p:cNvSpPr txBox="1"/>
          <p:nvPr/>
        </p:nvSpPr>
        <p:spPr>
          <a:xfrm>
            <a:off x="1027106" y="7915327"/>
            <a:ext cx="7863205" cy="513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** We use </a:t>
            </a:r>
            <a:r>
              <a:rPr lang="en-US" sz="320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SQL </a:t>
            </a:r>
            <a:r>
              <a:rPr lang="en-US"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 work with relational DBMS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"/>
          <p:cNvSpPr txBox="1"/>
          <p:nvPr>
            <p:ph type="title"/>
          </p:nvPr>
        </p:nvSpPr>
        <p:spPr>
          <a:xfrm>
            <a:off x="1027106" y="929069"/>
            <a:ext cx="4255770" cy="87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/>
              <a:t>What is SQL?</a:t>
            </a:r>
            <a:endParaRPr sz="5600"/>
          </a:p>
        </p:txBody>
      </p:sp>
      <p:grpSp>
        <p:nvGrpSpPr>
          <p:cNvPr id="72" name="Google Shape;72;p4"/>
          <p:cNvGrpSpPr/>
          <p:nvPr/>
        </p:nvGrpSpPr>
        <p:grpSpPr>
          <a:xfrm>
            <a:off x="5706211" y="724266"/>
            <a:ext cx="1190757" cy="1190756"/>
            <a:chOff x="5706211" y="724266"/>
            <a:chExt cx="1190757" cy="1190756"/>
          </a:xfrm>
        </p:grpSpPr>
        <p:sp>
          <p:nvSpPr>
            <p:cNvPr id="73" name="Google Shape;73;p4"/>
            <p:cNvSpPr/>
            <p:nvPr/>
          </p:nvSpPr>
          <p:spPr>
            <a:xfrm>
              <a:off x="5706212" y="826906"/>
              <a:ext cx="698500" cy="760095"/>
            </a:xfrm>
            <a:custGeom>
              <a:rect b="b" l="l" r="r" t="t"/>
              <a:pathLst>
                <a:path extrusionOk="0" h="760094" w="698500">
                  <a:moveTo>
                    <a:pt x="348976" y="759536"/>
                  </a:moveTo>
                  <a:lnTo>
                    <a:pt x="278634" y="757451"/>
                  </a:lnTo>
                  <a:lnTo>
                    <a:pt x="213123" y="751471"/>
                  </a:lnTo>
                  <a:lnTo>
                    <a:pt x="153844" y="742008"/>
                  </a:lnTo>
                  <a:lnTo>
                    <a:pt x="102199" y="729476"/>
                  </a:lnTo>
                  <a:lnTo>
                    <a:pt x="59590" y="714286"/>
                  </a:lnTo>
                  <a:lnTo>
                    <a:pt x="7088" y="677583"/>
                  </a:lnTo>
                  <a:lnTo>
                    <a:pt x="0" y="656896"/>
                  </a:lnTo>
                  <a:lnTo>
                    <a:pt x="0" y="0"/>
                  </a:lnTo>
                  <a:lnTo>
                    <a:pt x="697952" y="0"/>
                  </a:lnTo>
                  <a:lnTo>
                    <a:pt x="697952" y="370145"/>
                  </a:lnTo>
                  <a:lnTo>
                    <a:pt x="453460" y="755046"/>
                  </a:lnTo>
                  <a:lnTo>
                    <a:pt x="402451" y="758343"/>
                  </a:lnTo>
                  <a:lnTo>
                    <a:pt x="348976" y="759536"/>
                  </a:lnTo>
                  <a:close/>
                </a:path>
              </a:pathLst>
            </a:custGeom>
            <a:solidFill>
              <a:srgbClr val="4083A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" name="Google Shape;74;p4"/>
            <p:cNvSpPr/>
            <p:nvPr/>
          </p:nvSpPr>
          <p:spPr>
            <a:xfrm>
              <a:off x="5706212" y="724266"/>
              <a:ext cx="698500" cy="205740"/>
            </a:xfrm>
            <a:custGeom>
              <a:rect b="b" l="l" r="r" t="t"/>
              <a:pathLst>
                <a:path extrusionOk="0" h="205740" w="698500">
                  <a:moveTo>
                    <a:pt x="348976" y="205280"/>
                  </a:moveTo>
                  <a:lnTo>
                    <a:pt x="278657" y="203195"/>
                  </a:lnTo>
                  <a:lnTo>
                    <a:pt x="213157" y="197215"/>
                  </a:lnTo>
                  <a:lnTo>
                    <a:pt x="153879" y="187752"/>
                  </a:lnTo>
                  <a:lnTo>
                    <a:pt x="102229" y="175219"/>
                  </a:lnTo>
                  <a:lnTo>
                    <a:pt x="59611" y="160029"/>
                  </a:lnTo>
                  <a:lnTo>
                    <a:pt x="7091" y="123327"/>
                  </a:lnTo>
                  <a:lnTo>
                    <a:pt x="0" y="102640"/>
                  </a:lnTo>
                  <a:lnTo>
                    <a:pt x="7091" y="81952"/>
                  </a:lnTo>
                  <a:lnTo>
                    <a:pt x="59611" y="45250"/>
                  </a:lnTo>
                  <a:lnTo>
                    <a:pt x="102229" y="30060"/>
                  </a:lnTo>
                  <a:lnTo>
                    <a:pt x="153879" y="17527"/>
                  </a:lnTo>
                  <a:lnTo>
                    <a:pt x="213157" y="8065"/>
                  </a:lnTo>
                  <a:lnTo>
                    <a:pt x="278657" y="2085"/>
                  </a:lnTo>
                  <a:lnTo>
                    <a:pt x="348976" y="0"/>
                  </a:lnTo>
                  <a:lnTo>
                    <a:pt x="419317" y="2085"/>
                  </a:lnTo>
                  <a:lnTo>
                    <a:pt x="484829" y="8065"/>
                  </a:lnTo>
                  <a:lnTo>
                    <a:pt x="544108" y="17527"/>
                  </a:lnTo>
                  <a:lnTo>
                    <a:pt x="595753" y="30060"/>
                  </a:lnTo>
                  <a:lnTo>
                    <a:pt x="638362" y="45250"/>
                  </a:lnTo>
                  <a:lnTo>
                    <a:pt x="690864" y="81952"/>
                  </a:lnTo>
                  <a:lnTo>
                    <a:pt x="697952" y="102640"/>
                  </a:lnTo>
                  <a:lnTo>
                    <a:pt x="690864" y="123327"/>
                  </a:lnTo>
                  <a:lnTo>
                    <a:pt x="638362" y="160029"/>
                  </a:lnTo>
                  <a:lnTo>
                    <a:pt x="595753" y="175219"/>
                  </a:lnTo>
                  <a:lnTo>
                    <a:pt x="544108" y="187752"/>
                  </a:lnTo>
                  <a:lnTo>
                    <a:pt x="484829" y="197215"/>
                  </a:lnTo>
                  <a:lnTo>
                    <a:pt x="419317" y="203195"/>
                  </a:lnTo>
                  <a:lnTo>
                    <a:pt x="348976" y="205280"/>
                  </a:lnTo>
                  <a:close/>
                </a:path>
              </a:pathLst>
            </a:custGeom>
            <a:solidFill>
              <a:srgbClr val="34708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" name="Google Shape;75;p4"/>
            <p:cNvSpPr/>
            <p:nvPr/>
          </p:nvSpPr>
          <p:spPr>
            <a:xfrm>
              <a:off x="5706211" y="991132"/>
              <a:ext cx="698500" cy="431165"/>
            </a:xfrm>
            <a:custGeom>
              <a:rect b="b" l="l" r="r" t="t"/>
              <a:pathLst>
                <a:path extrusionOk="0" h="431165" w="698500">
                  <a:moveTo>
                    <a:pt x="523697" y="335267"/>
                  </a:moveTo>
                  <a:lnTo>
                    <a:pt x="483692" y="341134"/>
                  </a:lnTo>
                  <a:lnTo>
                    <a:pt x="440931" y="345427"/>
                  </a:lnTo>
                  <a:lnTo>
                    <a:pt x="395884" y="348081"/>
                  </a:lnTo>
                  <a:lnTo>
                    <a:pt x="348970" y="348983"/>
                  </a:lnTo>
                  <a:lnTo>
                    <a:pt x="278625" y="346900"/>
                  </a:lnTo>
                  <a:lnTo>
                    <a:pt x="213118" y="340918"/>
                  </a:lnTo>
                  <a:lnTo>
                    <a:pt x="153835" y="331457"/>
                  </a:lnTo>
                  <a:lnTo>
                    <a:pt x="102196" y="318922"/>
                  </a:lnTo>
                  <a:lnTo>
                    <a:pt x="59588" y="303733"/>
                  </a:lnTo>
                  <a:lnTo>
                    <a:pt x="7086" y="267030"/>
                  </a:lnTo>
                  <a:lnTo>
                    <a:pt x="0" y="246341"/>
                  </a:lnTo>
                  <a:lnTo>
                    <a:pt x="0" y="328447"/>
                  </a:lnTo>
                  <a:lnTo>
                    <a:pt x="27419" y="368401"/>
                  </a:lnTo>
                  <a:lnTo>
                    <a:pt x="102196" y="401027"/>
                  </a:lnTo>
                  <a:lnTo>
                    <a:pt x="153835" y="413562"/>
                  </a:lnTo>
                  <a:lnTo>
                    <a:pt x="213118" y="423024"/>
                  </a:lnTo>
                  <a:lnTo>
                    <a:pt x="278625" y="429006"/>
                  </a:lnTo>
                  <a:lnTo>
                    <a:pt x="348970" y="431088"/>
                  </a:lnTo>
                  <a:lnTo>
                    <a:pt x="381952" y="430631"/>
                  </a:lnTo>
                  <a:lnTo>
                    <a:pt x="414070" y="429310"/>
                  </a:lnTo>
                  <a:lnTo>
                    <a:pt x="445211" y="427164"/>
                  </a:lnTo>
                  <a:lnTo>
                    <a:pt x="475272" y="424281"/>
                  </a:lnTo>
                  <a:lnTo>
                    <a:pt x="523697" y="335267"/>
                  </a:lnTo>
                  <a:close/>
                </a:path>
                <a:path extrusionOk="0" h="431165" w="698500">
                  <a:moveTo>
                    <a:pt x="697941" y="0"/>
                  </a:moveTo>
                  <a:lnTo>
                    <a:pt x="670521" y="39954"/>
                  </a:lnTo>
                  <a:lnTo>
                    <a:pt x="595744" y="72580"/>
                  </a:lnTo>
                  <a:lnTo>
                    <a:pt x="544106" y="85115"/>
                  </a:lnTo>
                  <a:lnTo>
                    <a:pt x="484822" y="94576"/>
                  </a:lnTo>
                  <a:lnTo>
                    <a:pt x="419315" y="100558"/>
                  </a:lnTo>
                  <a:lnTo>
                    <a:pt x="348970" y="102641"/>
                  </a:lnTo>
                  <a:lnTo>
                    <a:pt x="278650" y="100558"/>
                  </a:lnTo>
                  <a:lnTo>
                    <a:pt x="213156" y="94576"/>
                  </a:lnTo>
                  <a:lnTo>
                    <a:pt x="153873" y="85115"/>
                  </a:lnTo>
                  <a:lnTo>
                    <a:pt x="102222" y="72580"/>
                  </a:lnTo>
                  <a:lnTo>
                    <a:pt x="59601" y="57391"/>
                  </a:lnTo>
                  <a:lnTo>
                    <a:pt x="7086" y="20688"/>
                  </a:lnTo>
                  <a:lnTo>
                    <a:pt x="0" y="0"/>
                  </a:lnTo>
                  <a:lnTo>
                    <a:pt x="0" y="82118"/>
                  </a:lnTo>
                  <a:lnTo>
                    <a:pt x="27419" y="122072"/>
                  </a:lnTo>
                  <a:lnTo>
                    <a:pt x="102222" y="154698"/>
                  </a:lnTo>
                  <a:lnTo>
                    <a:pt x="153873" y="167233"/>
                  </a:lnTo>
                  <a:lnTo>
                    <a:pt x="213156" y="176695"/>
                  </a:lnTo>
                  <a:lnTo>
                    <a:pt x="278650" y="182676"/>
                  </a:lnTo>
                  <a:lnTo>
                    <a:pt x="348970" y="184759"/>
                  </a:lnTo>
                  <a:lnTo>
                    <a:pt x="419315" y="182676"/>
                  </a:lnTo>
                  <a:lnTo>
                    <a:pt x="484822" y="176695"/>
                  </a:lnTo>
                  <a:lnTo>
                    <a:pt x="544106" y="167233"/>
                  </a:lnTo>
                  <a:lnTo>
                    <a:pt x="595744" y="154698"/>
                  </a:lnTo>
                  <a:lnTo>
                    <a:pt x="638352" y="139509"/>
                  </a:lnTo>
                  <a:lnTo>
                    <a:pt x="690854" y="102806"/>
                  </a:lnTo>
                  <a:lnTo>
                    <a:pt x="697941" y="82118"/>
                  </a:lnTo>
                  <a:lnTo>
                    <a:pt x="697941" y="0"/>
                  </a:lnTo>
                  <a:close/>
                </a:path>
              </a:pathLst>
            </a:custGeom>
            <a:solidFill>
              <a:srgbClr val="6DDF8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" name="Google Shape;76;p4"/>
            <p:cNvSpPr/>
            <p:nvPr/>
          </p:nvSpPr>
          <p:spPr>
            <a:xfrm>
              <a:off x="6157828" y="1175882"/>
              <a:ext cx="739140" cy="739140"/>
            </a:xfrm>
            <a:custGeom>
              <a:rect b="b" l="l" r="r" t="t"/>
              <a:pathLst>
                <a:path extrusionOk="0" h="739139" w="739140">
                  <a:moveTo>
                    <a:pt x="369504" y="739008"/>
                  </a:moveTo>
                  <a:lnTo>
                    <a:pt x="323153" y="736129"/>
                  </a:lnTo>
                  <a:lnTo>
                    <a:pt x="278520" y="727723"/>
                  </a:lnTo>
                  <a:lnTo>
                    <a:pt x="235952" y="714137"/>
                  </a:lnTo>
                  <a:lnTo>
                    <a:pt x="195795" y="695716"/>
                  </a:lnTo>
                  <a:lnTo>
                    <a:pt x="158396" y="672807"/>
                  </a:lnTo>
                  <a:lnTo>
                    <a:pt x="124099" y="645756"/>
                  </a:lnTo>
                  <a:lnTo>
                    <a:pt x="93252" y="614909"/>
                  </a:lnTo>
                  <a:lnTo>
                    <a:pt x="66201" y="580612"/>
                  </a:lnTo>
                  <a:lnTo>
                    <a:pt x="43292" y="543212"/>
                  </a:lnTo>
                  <a:lnTo>
                    <a:pt x="24871" y="503055"/>
                  </a:lnTo>
                  <a:lnTo>
                    <a:pt x="11284" y="460487"/>
                  </a:lnTo>
                  <a:lnTo>
                    <a:pt x="2878" y="415855"/>
                  </a:lnTo>
                  <a:lnTo>
                    <a:pt x="0" y="369504"/>
                  </a:lnTo>
                  <a:lnTo>
                    <a:pt x="2878" y="323153"/>
                  </a:lnTo>
                  <a:lnTo>
                    <a:pt x="11284" y="278520"/>
                  </a:lnTo>
                  <a:lnTo>
                    <a:pt x="24871" y="235952"/>
                  </a:lnTo>
                  <a:lnTo>
                    <a:pt x="43292" y="195795"/>
                  </a:lnTo>
                  <a:lnTo>
                    <a:pt x="66201" y="158396"/>
                  </a:lnTo>
                  <a:lnTo>
                    <a:pt x="93252" y="124099"/>
                  </a:lnTo>
                  <a:lnTo>
                    <a:pt x="124099" y="93252"/>
                  </a:lnTo>
                  <a:lnTo>
                    <a:pt x="158396" y="66201"/>
                  </a:lnTo>
                  <a:lnTo>
                    <a:pt x="195795" y="43292"/>
                  </a:lnTo>
                  <a:lnTo>
                    <a:pt x="235952" y="24871"/>
                  </a:lnTo>
                  <a:lnTo>
                    <a:pt x="278520" y="11284"/>
                  </a:lnTo>
                  <a:lnTo>
                    <a:pt x="323153" y="2878"/>
                  </a:lnTo>
                  <a:lnTo>
                    <a:pt x="369504" y="0"/>
                  </a:lnTo>
                  <a:lnTo>
                    <a:pt x="415855" y="2878"/>
                  </a:lnTo>
                  <a:lnTo>
                    <a:pt x="460487" y="11284"/>
                  </a:lnTo>
                  <a:lnTo>
                    <a:pt x="503055" y="24871"/>
                  </a:lnTo>
                  <a:lnTo>
                    <a:pt x="543212" y="43292"/>
                  </a:lnTo>
                  <a:lnTo>
                    <a:pt x="580612" y="66201"/>
                  </a:lnTo>
                  <a:lnTo>
                    <a:pt x="614909" y="93252"/>
                  </a:lnTo>
                  <a:lnTo>
                    <a:pt x="645756" y="124099"/>
                  </a:lnTo>
                  <a:lnTo>
                    <a:pt x="672807" y="158396"/>
                  </a:lnTo>
                  <a:lnTo>
                    <a:pt x="695716" y="195795"/>
                  </a:lnTo>
                  <a:lnTo>
                    <a:pt x="714137" y="235952"/>
                  </a:lnTo>
                  <a:lnTo>
                    <a:pt x="727723" y="278520"/>
                  </a:lnTo>
                  <a:lnTo>
                    <a:pt x="736129" y="323153"/>
                  </a:lnTo>
                  <a:lnTo>
                    <a:pt x="739008" y="369504"/>
                  </a:lnTo>
                  <a:lnTo>
                    <a:pt x="736129" y="415855"/>
                  </a:lnTo>
                  <a:lnTo>
                    <a:pt x="727723" y="460487"/>
                  </a:lnTo>
                  <a:lnTo>
                    <a:pt x="714137" y="503055"/>
                  </a:lnTo>
                  <a:lnTo>
                    <a:pt x="695716" y="543212"/>
                  </a:lnTo>
                  <a:lnTo>
                    <a:pt x="672807" y="580612"/>
                  </a:lnTo>
                  <a:lnTo>
                    <a:pt x="645756" y="614909"/>
                  </a:lnTo>
                  <a:lnTo>
                    <a:pt x="614909" y="645756"/>
                  </a:lnTo>
                  <a:lnTo>
                    <a:pt x="580612" y="672807"/>
                  </a:lnTo>
                  <a:lnTo>
                    <a:pt x="543212" y="695716"/>
                  </a:lnTo>
                  <a:lnTo>
                    <a:pt x="503055" y="714137"/>
                  </a:lnTo>
                  <a:lnTo>
                    <a:pt x="460487" y="727723"/>
                  </a:lnTo>
                  <a:lnTo>
                    <a:pt x="415855" y="736129"/>
                  </a:lnTo>
                  <a:lnTo>
                    <a:pt x="369504" y="739008"/>
                  </a:lnTo>
                  <a:close/>
                </a:path>
              </a:pathLst>
            </a:custGeom>
            <a:solidFill>
              <a:srgbClr val="34708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" name="Google Shape;77;p4"/>
            <p:cNvSpPr/>
            <p:nvPr/>
          </p:nvSpPr>
          <p:spPr>
            <a:xfrm>
              <a:off x="6260465" y="1401698"/>
              <a:ext cx="534035" cy="287655"/>
            </a:xfrm>
            <a:custGeom>
              <a:rect b="b" l="l" r="r" t="t"/>
              <a:pathLst>
                <a:path extrusionOk="0" h="287655" w="534034">
                  <a:moveTo>
                    <a:pt x="164223" y="82105"/>
                  </a:moveTo>
                  <a:lnTo>
                    <a:pt x="157759" y="50165"/>
                  </a:lnTo>
                  <a:lnTo>
                    <a:pt x="140157" y="24066"/>
                  </a:lnTo>
                  <a:lnTo>
                    <a:pt x="114058" y="6451"/>
                  </a:lnTo>
                  <a:lnTo>
                    <a:pt x="82105" y="0"/>
                  </a:lnTo>
                  <a:lnTo>
                    <a:pt x="50165" y="6451"/>
                  </a:lnTo>
                  <a:lnTo>
                    <a:pt x="24066" y="24066"/>
                  </a:lnTo>
                  <a:lnTo>
                    <a:pt x="6451" y="50165"/>
                  </a:lnTo>
                  <a:lnTo>
                    <a:pt x="0" y="82105"/>
                  </a:lnTo>
                  <a:lnTo>
                    <a:pt x="6451" y="114058"/>
                  </a:lnTo>
                  <a:lnTo>
                    <a:pt x="24066" y="140157"/>
                  </a:lnTo>
                  <a:lnTo>
                    <a:pt x="50165" y="157759"/>
                  </a:lnTo>
                  <a:lnTo>
                    <a:pt x="98069" y="167462"/>
                  </a:lnTo>
                  <a:lnTo>
                    <a:pt x="111112" y="176276"/>
                  </a:lnTo>
                  <a:lnTo>
                    <a:pt x="119926" y="189318"/>
                  </a:lnTo>
                  <a:lnTo>
                    <a:pt x="123164" y="205282"/>
                  </a:lnTo>
                  <a:lnTo>
                    <a:pt x="119926" y="221234"/>
                  </a:lnTo>
                  <a:lnTo>
                    <a:pt x="111112" y="234289"/>
                  </a:lnTo>
                  <a:lnTo>
                    <a:pt x="98069" y="243103"/>
                  </a:lnTo>
                  <a:lnTo>
                    <a:pt x="82105" y="246329"/>
                  </a:lnTo>
                  <a:lnTo>
                    <a:pt x="66154" y="243103"/>
                  </a:lnTo>
                  <a:lnTo>
                    <a:pt x="53098" y="234289"/>
                  </a:lnTo>
                  <a:lnTo>
                    <a:pt x="44284" y="221234"/>
                  </a:lnTo>
                  <a:lnTo>
                    <a:pt x="39433" y="197307"/>
                  </a:lnTo>
                  <a:lnTo>
                    <a:pt x="35026" y="190779"/>
                  </a:lnTo>
                  <a:lnTo>
                    <a:pt x="0" y="205282"/>
                  </a:lnTo>
                  <a:lnTo>
                    <a:pt x="6451" y="237223"/>
                  </a:lnTo>
                  <a:lnTo>
                    <a:pt x="24066" y="263321"/>
                  </a:lnTo>
                  <a:lnTo>
                    <a:pt x="50165" y="280936"/>
                  </a:lnTo>
                  <a:lnTo>
                    <a:pt x="82105" y="287388"/>
                  </a:lnTo>
                  <a:lnTo>
                    <a:pt x="114058" y="280936"/>
                  </a:lnTo>
                  <a:lnTo>
                    <a:pt x="140157" y="263321"/>
                  </a:lnTo>
                  <a:lnTo>
                    <a:pt x="157759" y="237223"/>
                  </a:lnTo>
                  <a:lnTo>
                    <a:pt x="164223" y="205282"/>
                  </a:lnTo>
                  <a:lnTo>
                    <a:pt x="157759" y="173329"/>
                  </a:lnTo>
                  <a:lnTo>
                    <a:pt x="140157" y="147231"/>
                  </a:lnTo>
                  <a:lnTo>
                    <a:pt x="114058" y="129628"/>
                  </a:lnTo>
                  <a:lnTo>
                    <a:pt x="66154" y="119926"/>
                  </a:lnTo>
                  <a:lnTo>
                    <a:pt x="53098" y="111112"/>
                  </a:lnTo>
                  <a:lnTo>
                    <a:pt x="44284" y="98069"/>
                  </a:lnTo>
                  <a:lnTo>
                    <a:pt x="41059" y="82105"/>
                  </a:lnTo>
                  <a:lnTo>
                    <a:pt x="44284" y="66154"/>
                  </a:lnTo>
                  <a:lnTo>
                    <a:pt x="53098" y="53098"/>
                  </a:lnTo>
                  <a:lnTo>
                    <a:pt x="66154" y="44284"/>
                  </a:lnTo>
                  <a:lnTo>
                    <a:pt x="82105" y="41059"/>
                  </a:lnTo>
                  <a:lnTo>
                    <a:pt x="98069" y="44284"/>
                  </a:lnTo>
                  <a:lnTo>
                    <a:pt x="111112" y="53098"/>
                  </a:lnTo>
                  <a:lnTo>
                    <a:pt x="119926" y="66154"/>
                  </a:lnTo>
                  <a:lnTo>
                    <a:pt x="124777" y="90093"/>
                  </a:lnTo>
                  <a:lnTo>
                    <a:pt x="129184" y="96608"/>
                  </a:lnTo>
                  <a:lnTo>
                    <a:pt x="135712" y="101015"/>
                  </a:lnTo>
                  <a:lnTo>
                    <a:pt x="143687" y="102641"/>
                  </a:lnTo>
                  <a:lnTo>
                    <a:pt x="151676" y="101015"/>
                  </a:lnTo>
                  <a:lnTo>
                    <a:pt x="158203" y="96608"/>
                  </a:lnTo>
                  <a:lnTo>
                    <a:pt x="162598" y="90093"/>
                  </a:lnTo>
                  <a:lnTo>
                    <a:pt x="164223" y="82105"/>
                  </a:lnTo>
                  <a:close/>
                </a:path>
                <a:path extrusionOk="0" h="287655" w="534034">
                  <a:moveTo>
                    <a:pt x="369506" y="82105"/>
                  </a:moveTo>
                  <a:lnTo>
                    <a:pt x="363042" y="50165"/>
                  </a:lnTo>
                  <a:lnTo>
                    <a:pt x="356895" y="41059"/>
                  </a:lnTo>
                  <a:lnTo>
                    <a:pt x="345440" y="24066"/>
                  </a:lnTo>
                  <a:lnTo>
                    <a:pt x="328447" y="12611"/>
                  </a:lnTo>
                  <a:lnTo>
                    <a:pt x="328447" y="82105"/>
                  </a:lnTo>
                  <a:lnTo>
                    <a:pt x="328447" y="199097"/>
                  </a:lnTo>
                  <a:lnTo>
                    <a:pt x="324993" y="193890"/>
                  </a:lnTo>
                  <a:lnTo>
                    <a:pt x="319239" y="188125"/>
                  </a:lnTo>
                  <a:lnTo>
                    <a:pt x="311962" y="185153"/>
                  </a:lnTo>
                  <a:lnTo>
                    <a:pt x="304088" y="185115"/>
                  </a:lnTo>
                  <a:lnTo>
                    <a:pt x="296532" y="188201"/>
                  </a:lnTo>
                  <a:lnTo>
                    <a:pt x="290753" y="193954"/>
                  </a:lnTo>
                  <a:lnTo>
                    <a:pt x="287756" y="201231"/>
                  </a:lnTo>
                  <a:lnTo>
                    <a:pt x="287718" y="209105"/>
                  </a:lnTo>
                  <a:lnTo>
                    <a:pt x="290842" y="216662"/>
                  </a:lnTo>
                  <a:lnTo>
                    <a:pt x="307111" y="241046"/>
                  </a:lnTo>
                  <a:lnTo>
                    <a:pt x="301180" y="244335"/>
                  </a:lnTo>
                  <a:lnTo>
                    <a:pt x="294525" y="246329"/>
                  </a:lnTo>
                  <a:lnTo>
                    <a:pt x="287388" y="246329"/>
                  </a:lnTo>
                  <a:lnTo>
                    <a:pt x="271437" y="243103"/>
                  </a:lnTo>
                  <a:lnTo>
                    <a:pt x="258381" y="234289"/>
                  </a:lnTo>
                  <a:lnTo>
                    <a:pt x="249567" y="221234"/>
                  </a:lnTo>
                  <a:lnTo>
                    <a:pt x="246329" y="205282"/>
                  </a:lnTo>
                  <a:lnTo>
                    <a:pt x="246329" y="82105"/>
                  </a:lnTo>
                  <a:lnTo>
                    <a:pt x="249567" y="66154"/>
                  </a:lnTo>
                  <a:lnTo>
                    <a:pt x="258381" y="53098"/>
                  </a:lnTo>
                  <a:lnTo>
                    <a:pt x="271437" y="44284"/>
                  </a:lnTo>
                  <a:lnTo>
                    <a:pt x="287388" y="41059"/>
                  </a:lnTo>
                  <a:lnTo>
                    <a:pt x="303339" y="44284"/>
                  </a:lnTo>
                  <a:lnTo>
                    <a:pt x="316395" y="53098"/>
                  </a:lnTo>
                  <a:lnTo>
                    <a:pt x="325208" y="66154"/>
                  </a:lnTo>
                  <a:lnTo>
                    <a:pt x="328447" y="82105"/>
                  </a:lnTo>
                  <a:lnTo>
                    <a:pt x="328447" y="12611"/>
                  </a:lnTo>
                  <a:lnTo>
                    <a:pt x="319328" y="6451"/>
                  </a:lnTo>
                  <a:lnTo>
                    <a:pt x="287388" y="0"/>
                  </a:lnTo>
                  <a:lnTo>
                    <a:pt x="255447" y="6451"/>
                  </a:lnTo>
                  <a:lnTo>
                    <a:pt x="229349" y="24066"/>
                  </a:lnTo>
                  <a:lnTo>
                    <a:pt x="211734" y="50165"/>
                  </a:lnTo>
                  <a:lnTo>
                    <a:pt x="205282" y="82105"/>
                  </a:lnTo>
                  <a:lnTo>
                    <a:pt x="205282" y="205282"/>
                  </a:lnTo>
                  <a:lnTo>
                    <a:pt x="211734" y="237223"/>
                  </a:lnTo>
                  <a:lnTo>
                    <a:pt x="229349" y="263321"/>
                  </a:lnTo>
                  <a:lnTo>
                    <a:pt x="255447" y="280936"/>
                  </a:lnTo>
                  <a:lnTo>
                    <a:pt x="287388" y="287388"/>
                  </a:lnTo>
                  <a:lnTo>
                    <a:pt x="298881" y="286562"/>
                  </a:lnTo>
                  <a:lnTo>
                    <a:pt x="309841" y="284149"/>
                  </a:lnTo>
                  <a:lnTo>
                    <a:pt x="320205" y="280314"/>
                  </a:lnTo>
                  <a:lnTo>
                    <a:pt x="329895" y="275196"/>
                  </a:lnTo>
                  <a:lnTo>
                    <a:pt x="335826" y="284187"/>
                  </a:lnTo>
                  <a:lnTo>
                    <a:pt x="342315" y="287388"/>
                  </a:lnTo>
                  <a:lnTo>
                    <a:pt x="352907" y="287388"/>
                  </a:lnTo>
                  <a:lnTo>
                    <a:pt x="369163" y="263042"/>
                  </a:lnTo>
                  <a:lnTo>
                    <a:pt x="366052" y="255473"/>
                  </a:lnTo>
                  <a:lnTo>
                    <a:pt x="359930" y="246329"/>
                  </a:lnTo>
                  <a:lnTo>
                    <a:pt x="358914" y="244805"/>
                  </a:lnTo>
                  <a:lnTo>
                    <a:pt x="363308" y="235686"/>
                  </a:lnTo>
                  <a:lnTo>
                    <a:pt x="366649" y="226034"/>
                  </a:lnTo>
                  <a:lnTo>
                    <a:pt x="368757" y="215887"/>
                  </a:lnTo>
                  <a:lnTo>
                    <a:pt x="369506" y="205282"/>
                  </a:lnTo>
                  <a:lnTo>
                    <a:pt x="369506" y="199097"/>
                  </a:lnTo>
                  <a:lnTo>
                    <a:pt x="369506" y="82105"/>
                  </a:lnTo>
                  <a:close/>
                </a:path>
                <a:path extrusionOk="0" h="287655" w="534034">
                  <a:moveTo>
                    <a:pt x="533730" y="266865"/>
                  </a:moveTo>
                  <a:lnTo>
                    <a:pt x="532104" y="258889"/>
                  </a:lnTo>
                  <a:lnTo>
                    <a:pt x="527697" y="252361"/>
                  </a:lnTo>
                  <a:lnTo>
                    <a:pt x="521169" y="247954"/>
                  </a:lnTo>
                  <a:lnTo>
                    <a:pt x="513194" y="246329"/>
                  </a:lnTo>
                  <a:lnTo>
                    <a:pt x="451612" y="246329"/>
                  </a:lnTo>
                  <a:lnTo>
                    <a:pt x="451612" y="20523"/>
                  </a:lnTo>
                  <a:lnTo>
                    <a:pt x="449999" y="12547"/>
                  </a:lnTo>
                  <a:lnTo>
                    <a:pt x="445592" y="6019"/>
                  </a:lnTo>
                  <a:lnTo>
                    <a:pt x="439064" y="1612"/>
                  </a:lnTo>
                  <a:lnTo>
                    <a:pt x="431088" y="0"/>
                  </a:lnTo>
                  <a:lnTo>
                    <a:pt x="423113" y="1612"/>
                  </a:lnTo>
                  <a:lnTo>
                    <a:pt x="416585" y="6019"/>
                  </a:lnTo>
                  <a:lnTo>
                    <a:pt x="412178" y="12547"/>
                  </a:lnTo>
                  <a:lnTo>
                    <a:pt x="410552" y="20523"/>
                  </a:lnTo>
                  <a:lnTo>
                    <a:pt x="410552" y="266865"/>
                  </a:lnTo>
                  <a:lnTo>
                    <a:pt x="412178" y="274840"/>
                  </a:lnTo>
                  <a:lnTo>
                    <a:pt x="416585" y="281368"/>
                  </a:lnTo>
                  <a:lnTo>
                    <a:pt x="423113" y="285775"/>
                  </a:lnTo>
                  <a:lnTo>
                    <a:pt x="431088" y="287388"/>
                  </a:lnTo>
                  <a:lnTo>
                    <a:pt x="513194" y="287388"/>
                  </a:lnTo>
                  <a:lnTo>
                    <a:pt x="521169" y="285775"/>
                  </a:lnTo>
                  <a:lnTo>
                    <a:pt x="527697" y="281368"/>
                  </a:lnTo>
                  <a:lnTo>
                    <a:pt x="532104" y="274840"/>
                  </a:lnTo>
                  <a:lnTo>
                    <a:pt x="533730" y="26686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8" name="Google Shape;78;p4"/>
          <p:cNvSpPr txBox="1"/>
          <p:nvPr/>
        </p:nvSpPr>
        <p:spPr>
          <a:xfrm>
            <a:off x="1016000" y="2055558"/>
            <a:ext cx="13016230" cy="1718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Structured Query Language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None/>
            </a:pPr>
            <a:r>
              <a:t/>
            </a:r>
            <a:endParaRPr sz="4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SQL is a programming language used to interact with relational databases.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4"/>
          <p:cNvSpPr txBox="1"/>
          <p:nvPr/>
        </p:nvSpPr>
        <p:spPr>
          <a:xfrm>
            <a:off x="1027106" y="4383728"/>
            <a:ext cx="6994525" cy="32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It is used to perform </a:t>
            </a:r>
            <a:r>
              <a:rPr b="1" lang="en-US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CRUD </a:t>
            </a:r>
            <a:r>
              <a:rPr lang="en-US"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operations :  </a:t>
            </a:r>
            <a:r>
              <a:rPr lang="en-US" sz="320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reate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5714365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ead  </a:t>
            </a:r>
            <a:r>
              <a:rPr lang="en-US" sz="320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pdate  </a:t>
            </a:r>
            <a:r>
              <a:rPr lang="en-US" sz="320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lang="en-US"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elete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"/>
          <p:cNvSpPr txBox="1"/>
          <p:nvPr>
            <p:ph type="title"/>
          </p:nvPr>
        </p:nvSpPr>
        <p:spPr>
          <a:xfrm>
            <a:off x="1016000" y="953137"/>
            <a:ext cx="4627880" cy="665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Database Structure</a:t>
            </a:r>
            <a:endParaRPr/>
          </a:p>
        </p:txBody>
      </p:sp>
      <p:grpSp>
        <p:nvGrpSpPr>
          <p:cNvPr id="85" name="Google Shape;85;p5"/>
          <p:cNvGrpSpPr/>
          <p:nvPr/>
        </p:nvGrpSpPr>
        <p:grpSpPr>
          <a:xfrm>
            <a:off x="1028700" y="2631757"/>
            <a:ext cx="11606530" cy="5023485"/>
            <a:chOff x="1028700" y="2631757"/>
            <a:chExt cx="11606530" cy="5023485"/>
          </a:xfrm>
        </p:grpSpPr>
        <p:sp>
          <p:nvSpPr>
            <p:cNvPr id="86" name="Google Shape;86;p5"/>
            <p:cNvSpPr/>
            <p:nvPr/>
          </p:nvSpPr>
          <p:spPr>
            <a:xfrm>
              <a:off x="1028700" y="2631757"/>
              <a:ext cx="11606530" cy="5023485"/>
            </a:xfrm>
            <a:custGeom>
              <a:rect b="b" l="l" r="r" t="t"/>
              <a:pathLst>
                <a:path extrusionOk="0" h="5023484" w="11606530">
                  <a:moveTo>
                    <a:pt x="11120239" y="5023486"/>
                  </a:moveTo>
                  <a:lnTo>
                    <a:pt x="485774" y="5023486"/>
                  </a:lnTo>
                  <a:lnTo>
                    <a:pt x="437761" y="5021109"/>
                  </a:lnTo>
                  <a:lnTo>
                    <a:pt x="390562" y="5014066"/>
                  </a:lnTo>
                  <a:lnTo>
                    <a:pt x="344494" y="5002488"/>
                  </a:lnTo>
                  <a:lnTo>
                    <a:pt x="299876" y="4986509"/>
                  </a:lnTo>
                  <a:lnTo>
                    <a:pt x="257027" y="4966259"/>
                  </a:lnTo>
                  <a:lnTo>
                    <a:pt x="216266" y="4941870"/>
                  </a:lnTo>
                  <a:lnTo>
                    <a:pt x="177911" y="4913476"/>
                  </a:lnTo>
                  <a:lnTo>
                    <a:pt x="142279" y="4881206"/>
                  </a:lnTo>
                  <a:lnTo>
                    <a:pt x="110010" y="4845575"/>
                  </a:lnTo>
                  <a:lnTo>
                    <a:pt x="81615" y="4807219"/>
                  </a:lnTo>
                  <a:lnTo>
                    <a:pt x="57227" y="4766458"/>
                  </a:lnTo>
                  <a:lnTo>
                    <a:pt x="36977" y="4723609"/>
                  </a:lnTo>
                  <a:lnTo>
                    <a:pt x="20997" y="4678992"/>
                  </a:lnTo>
                  <a:lnTo>
                    <a:pt x="9419" y="4632924"/>
                  </a:lnTo>
                  <a:lnTo>
                    <a:pt x="2376" y="4585724"/>
                  </a:lnTo>
                  <a:lnTo>
                    <a:pt x="0" y="4537717"/>
                  </a:lnTo>
                  <a:lnTo>
                    <a:pt x="0" y="485769"/>
                  </a:lnTo>
                  <a:lnTo>
                    <a:pt x="2376" y="437762"/>
                  </a:lnTo>
                  <a:lnTo>
                    <a:pt x="9419" y="390562"/>
                  </a:lnTo>
                  <a:lnTo>
                    <a:pt x="20997" y="344494"/>
                  </a:lnTo>
                  <a:lnTo>
                    <a:pt x="36977" y="299876"/>
                  </a:lnTo>
                  <a:lnTo>
                    <a:pt x="57227" y="257028"/>
                  </a:lnTo>
                  <a:lnTo>
                    <a:pt x="81615" y="216266"/>
                  </a:lnTo>
                  <a:lnTo>
                    <a:pt x="110010" y="177911"/>
                  </a:lnTo>
                  <a:lnTo>
                    <a:pt x="142279" y="142280"/>
                  </a:lnTo>
                  <a:lnTo>
                    <a:pt x="177911" y="110010"/>
                  </a:lnTo>
                  <a:lnTo>
                    <a:pt x="216266" y="81615"/>
                  </a:lnTo>
                  <a:lnTo>
                    <a:pt x="257027" y="57227"/>
                  </a:lnTo>
                  <a:lnTo>
                    <a:pt x="299876" y="36977"/>
                  </a:lnTo>
                  <a:lnTo>
                    <a:pt x="344494" y="20997"/>
                  </a:lnTo>
                  <a:lnTo>
                    <a:pt x="390562" y="9420"/>
                  </a:lnTo>
                  <a:lnTo>
                    <a:pt x="437761" y="2377"/>
                  </a:lnTo>
                  <a:lnTo>
                    <a:pt x="485774" y="0"/>
                  </a:lnTo>
                  <a:lnTo>
                    <a:pt x="11120238" y="0"/>
                  </a:lnTo>
                  <a:lnTo>
                    <a:pt x="11168251" y="2377"/>
                  </a:lnTo>
                  <a:lnTo>
                    <a:pt x="11215451" y="9420"/>
                  </a:lnTo>
                  <a:lnTo>
                    <a:pt x="11261519" y="20997"/>
                  </a:lnTo>
                  <a:lnTo>
                    <a:pt x="11306137" y="36977"/>
                  </a:lnTo>
                  <a:lnTo>
                    <a:pt x="11348985" y="57227"/>
                  </a:lnTo>
                  <a:lnTo>
                    <a:pt x="11389746" y="81615"/>
                  </a:lnTo>
                  <a:lnTo>
                    <a:pt x="11428102" y="110010"/>
                  </a:lnTo>
                  <a:lnTo>
                    <a:pt x="11463732" y="142280"/>
                  </a:lnTo>
                  <a:lnTo>
                    <a:pt x="11496002" y="177911"/>
                  </a:lnTo>
                  <a:lnTo>
                    <a:pt x="11524397" y="216266"/>
                  </a:lnTo>
                  <a:lnTo>
                    <a:pt x="11548785" y="257028"/>
                  </a:lnTo>
                  <a:lnTo>
                    <a:pt x="11569036" y="299876"/>
                  </a:lnTo>
                  <a:lnTo>
                    <a:pt x="11585015" y="344494"/>
                  </a:lnTo>
                  <a:lnTo>
                    <a:pt x="11596593" y="390562"/>
                  </a:lnTo>
                  <a:lnTo>
                    <a:pt x="11603636" y="437762"/>
                  </a:lnTo>
                  <a:lnTo>
                    <a:pt x="11606013" y="485769"/>
                  </a:lnTo>
                  <a:lnTo>
                    <a:pt x="11606013" y="4537717"/>
                  </a:lnTo>
                  <a:lnTo>
                    <a:pt x="11603636" y="4585724"/>
                  </a:lnTo>
                  <a:lnTo>
                    <a:pt x="11596593" y="4632924"/>
                  </a:lnTo>
                  <a:lnTo>
                    <a:pt x="11585015" y="4678992"/>
                  </a:lnTo>
                  <a:lnTo>
                    <a:pt x="11569036" y="4723609"/>
                  </a:lnTo>
                  <a:lnTo>
                    <a:pt x="11548785" y="4766458"/>
                  </a:lnTo>
                  <a:lnTo>
                    <a:pt x="11524397" y="4807219"/>
                  </a:lnTo>
                  <a:lnTo>
                    <a:pt x="11496002" y="4845575"/>
                  </a:lnTo>
                  <a:lnTo>
                    <a:pt x="11463732" y="4881206"/>
                  </a:lnTo>
                  <a:lnTo>
                    <a:pt x="11428102" y="4913476"/>
                  </a:lnTo>
                  <a:lnTo>
                    <a:pt x="11389746" y="4941870"/>
                  </a:lnTo>
                  <a:lnTo>
                    <a:pt x="11348985" y="4966259"/>
                  </a:lnTo>
                  <a:lnTo>
                    <a:pt x="11306137" y="4986509"/>
                  </a:lnTo>
                  <a:lnTo>
                    <a:pt x="11261519" y="5002488"/>
                  </a:lnTo>
                  <a:lnTo>
                    <a:pt x="11215451" y="5014066"/>
                  </a:lnTo>
                  <a:lnTo>
                    <a:pt x="11168251" y="5021109"/>
                  </a:lnTo>
                  <a:lnTo>
                    <a:pt x="11120239" y="5023486"/>
                  </a:lnTo>
                  <a:close/>
                </a:path>
              </a:pathLst>
            </a:custGeom>
            <a:solidFill>
              <a:srgbClr val="DDF4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" name="Google Shape;87;p5"/>
            <p:cNvSpPr/>
            <p:nvPr/>
          </p:nvSpPr>
          <p:spPr>
            <a:xfrm>
              <a:off x="1953856" y="3812542"/>
              <a:ext cx="4588510" cy="3086100"/>
            </a:xfrm>
            <a:custGeom>
              <a:rect b="b" l="l" r="r" t="t"/>
              <a:pathLst>
                <a:path extrusionOk="0" h="3086100" w="4588509">
                  <a:moveTo>
                    <a:pt x="4102354" y="3086099"/>
                  </a:moveTo>
                  <a:lnTo>
                    <a:pt x="485763" y="3086099"/>
                  </a:lnTo>
                  <a:lnTo>
                    <a:pt x="437761" y="3083723"/>
                  </a:lnTo>
                  <a:lnTo>
                    <a:pt x="390562" y="3076679"/>
                  </a:lnTo>
                  <a:lnTo>
                    <a:pt x="344494" y="3065102"/>
                  </a:lnTo>
                  <a:lnTo>
                    <a:pt x="299876" y="3049122"/>
                  </a:lnTo>
                  <a:lnTo>
                    <a:pt x="257028" y="3028872"/>
                  </a:lnTo>
                  <a:lnTo>
                    <a:pt x="216266" y="3004484"/>
                  </a:lnTo>
                  <a:lnTo>
                    <a:pt x="177911" y="2976089"/>
                  </a:lnTo>
                  <a:lnTo>
                    <a:pt x="142280" y="2943820"/>
                  </a:lnTo>
                  <a:lnTo>
                    <a:pt x="110010" y="2908189"/>
                  </a:lnTo>
                  <a:lnTo>
                    <a:pt x="81615" y="2869833"/>
                  </a:lnTo>
                  <a:lnTo>
                    <a:pt x="57227" y="2829072"/>
                  </a:lnTo>
                  <a:lnTo>
                    <a:pt x="36977" y="2786223"/>
                  </a:lnTo>
                  <a:lnTo>
                    <a:pt x="20997" y="2741605"/>
                  </a:lnTo>
                  <a:lnTo>
                    <a:pt x="9420" y="2695537"/>
                  </a:lnTo>
                  <a:lnTo>
                    <a:pt x="2376" y="2648337"/>
                  </a:lnTo>
                  <a:lnTo>
                    <a:pt x="0" y="2600328"/>
                  </a:lnTo>
                  <a:lnTo>
                    <a:pt x="0" y="485772"/>
                  </a:lnTo>
                  <a:lnTo>
                    <a:pt x="2376" y="437762"/>
                  </a:lnTo>
                  <a:lnTo>
                    <a:pt x="9420" y="390562"/>
                  </a:lnTo>
                  <a:lnTo>
                    <a:pt x="20997" y="344494"/>
                  </a:lnTo>
                  <a:lnTo>
                    <a:pt x="36977" y="299876"/>
                  </a:lnTo>
                  <a:lnTo>
                    <a:pt x="57227" y="257028"/>
                  </a:lnTo>
                  <a:lnTo>
                    <a:pt x="81615" y="216266"/>
                  </a:lnTo>
                  <a:lnTo>
                    <a:pt x="110010" y="177911"/>
                  </a:lnTo>
                  <a:lnTo>
                    <a:pt x="142280" y="142280"/>
                  </a:lnTo>
                  <a:lnTo>
                    <a:pt x="177911" y="110010"/>
                  </a:lnTo>
                  <a:lnTo>
                    <a:pt x="216266" y="81615"/>
                  </a:lnTo>
                  <a:lnTo>
                    <a:pt x="257028" y="57227"/>
                  </a:lnTo>
                  <a:lnTo>
                    <a:pt x="299876" y="36977"/>
                  </a:lnTo>
                  <a:lnTo>
                    <a:pt x="344494" y="20997"/>
                  </a:lnTo>
                  <a:lnTo>
                    <a:pt x="390562" y="9420"/>
                  </a:lnTo>
                  <a:lnTo>
                    <a:pt x="437761" y="2377"/>
                  </a:lnTo>
                  <a:lnTo>
                    <a:pt x="485774" y="0"/>
                  </a:lnTo>
                  <a:lnTo>
                    <a:pt x="4102343" y="0"/>
                  </a:lnTo>
                  <a:lnTo>
                    <a:pt x="4150356" y="2377"/>
                  </a:lnTo>
                  <a:lnTo>
                    <a:pt x="4197556" y="9420"/>
                  </a:lnTo>
                  <a:lnTo>
                    <a:pt x="4243624" y="20997"/>
                  </a:lnTo>
                  <a:lnTo>
                    <a:pt x="4288241" y="36977"/>
                  </a:lnTo>
                  <a:lnTo>
                    <a:pt x="4331090" y="57227"/>
                  </a:lnTo>
                  <a:lnTo>
                    <a:pt x="4371852" y="81615"/>
                  </a:lnTo>
                  <a:lnTo>
                    <a:pt x="4410207" y="110010"/>
                  </a:lnTo>
                  <a:lnTo>
                    <a:pt x="4445838" y="142280"/>
                  </a:lnTo>
                  <a:lnTo>
                    <a:pt x="4478108" y="177911"/>
                  </a:lnTo>
                  <a:lnTo>
                    <a:pt x="4506503" y="216266"/>
                  </a:lnTo>
                  <a:lnTo>
                    <a:pt x="4530891" y="257028"/>
                  </a:lnTo>
                  <a:lnTo>
                    <a:pt x="4551141" y="299876"/>
                  </a:lnTo>
                  <a:lnTo>
                    <a:pt x="4567121" y="344494"/>
                  </a:lnTo>
                  <a:lnTo>
                    <a:pt x="4578698" y="390562"/>
                  </a:lnTo>
                  <a:lnTo>
                    <a:pt x="4585741" y="437762"/>
                  </a:lnTo>
                  <a:lnTo>
                    <a:pt x="4588118" y="485772"/>
                  </a:lnTo>
                  <a:lnTo>
                    <a:pt x="4588118" y="2600328"/>
                  </a:lnTo>
                  <a:lnTo>
                    <a:pt x="4585741" y="2648337"/>
                  </a:lnTo>
                  <a:lnTo>
                    <a:pt x="4578698" y="2695537"/>
                  </a:lnTo>
                  <a:lnTo>
                    <a:pt x="4567121" y="2741605"/>
                  </a:lnTo>
                  <a:lnTo>
                    <a:pt x="4551141" y="2786223"/>
                  </a:lnTo>
                  <a:lnTo>
                    <a:pt x="4530891" y="2829072"/>
                  </a:lnTo>
                  <a:lnTo>
                    <a:pt x="4506503" y="2869833"/>
                  </a:lnTo>
                  <a:lnTo>
                    <a:pt x="4478108" y="2908189"/>
                  </a:lnTo>
                  <a:lnTo>
                    <a:pt x="4445838" y="2943820"/>
                  </a:lnTo>
                  <a:lnTo>
                    <a:pt x="4410207" y="2976089"/>
                  </a:lnTo>
                  <a:lnTo>
                    <a:pt x="4371852" y="3004484"/>
                  </a:lnTo>
                  <a:lnTo>
                    <a:pt x="4331090" y="3028872"/>
                  </a:lnTo>
                  <a:lnTo>
                    <a:pt x="4288241" y="3049122"/>
                  </a:lnTo>
                  <a:lnTo>
                    <a:pt x="4243624" y="3065102"/>
                  </a:lnTo>
                  <a:lnTo>
                    <a:pt x="4197556" y="3076679"/>
                  </a:lnTo>
                  <a:lnTo>
                    <a:pt x="4150356" y="3083723"/>
                  </a:lnTo>
                  <a:lnTo>
                    <a:pt x="4102354" y="3086099"/>
                  </a:lnTo>
                  <a:close/>
                </a:path>
              </a:pathLst>
            </a:custGeom>
            <a:solidFill>
              <a:srgbClr val="3BE2E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8" name="Google Shape;88;p5"/>
          <p:cNvSpPr txBox="1"/>
          <p:nvPr/>
        </p:nvSpPr>
        <p:spPr>
          <a:xfrm>
            <a:off x="6081315" y="2791495"/>
            <a:ext cx="1501140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Database</a:t>
            </a:r>
            <a:endParaRPr sz="2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9" name="Google Shape;89;p5"/>
          <p:cNvSpPr txBox="1"/>
          <p:nvPr/>
        </p:nvSpPr>
        <p:spPr>
          <a:xfrm>
            <a:off x="3650370" y="3937034"/>
            <a:ext cx="1195070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Table 1</a:t>
            </a:r>
            <a:endParaRPr sz="2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3087616" y="4846540"/>
            <a:ext cx="2245995" cy="1018540"/>
          </a:xfrm>
          <a:custGeom>
            <a:rect b="b" l="l" r="r" t="t"/>
            <a:pathLst>
              <a:path extrusionOk="0" h="1018539" w="2245995">
                <a:moveTo>
                  <a:pt x="1760087" y="1018102"/>
                </a:moveTo>
                <a:lnTo>
                  <a:pt x="485772" y="1018102"/>
                </a:lnTo>
                <a:lnTo>
                  <a:pt x="437761" y="1015725"/>
                </a:lnTo>
                <a:lnTo>
                  <a:pt x="390562" y="1008682"/>
                </a:lnTo>
                <a:lnTo>
                  <a:pt x="344494" y="997104"/>
                </a:lnTo>
                <a:lnTo>
                  <a:pt x="299876" y="981125"/>
                </a:lnTo>
                <a:lnTo>
                  <a:pt x="257027" y="960875"/>
                </a:lnTo>
                <a:lnTo>
                  <a:pt x="216266" y="936486"/>
                </a:lnTo>
                <a:lnTo>
                  <a:pt x="177910" y="908091"/>
                </a:lnTo>
                <a:lnTo>
                  <a:pt x="142279" y="875822"/>
                </a:lnTo>
                <a:lnTo>
                  <a:pt x="110010" y="840191"/>
                </a:lnTo>
                <a:lnTo>
                  <a:pt x="81615" y="801835"/>
                </a:lnTo>
                <a:lnTo>
                  <a:pt x="57227" y="761074"/>
                </a:lnTo>
                <a:lnTo>
                  <a:pt x="36977" y="718225"/>
                </a:lnTo>
                <a:lnTo>
                  <a:pt x="20997" y="673608"/>
                </a:lnTo>
                <a:lnTo>
                  <a:pt x="9419" y="627540"/>
                </a:lnTo>
                <a:lnTo>
                  <a:pt x="2376" y="580340"/>
                </a:lnTo>
                <a:lnTo>
                  <a:pt x="0" y="532335"/>
                </a:lnTo>
                <a:lnTo>
                  <a:pt x="0" y="485767"/>
                </a:lnTo>
                <a:lnTo>
                  <a:pt x="2376" y="437762"/>
                </a:lnTo>
                <a:lnTo>
                  <a:pt x="9419" y="390562"/>
                </a:lnTo>
                <a:lnTo>
                  <a:pt x="20997" y="344494"/>
                </a:lnTo>
                <a:lnTo>
                  <a:pt x="36977" y="299876"/>
                </a:lnTo>
                <a:lnTo>
                  <a:pt x="57227" y="257028"/>
                </a:lnTo>
                <a:lnTo>
                  <a:pt x="81615" y="216266"/>
                </a:lnTo>
                <a:lnTo>
                  <a:pt x="110010" y="177911"/>
                </a:lnTo>
                <a:lnTo>
                  <a:pt x="142279" y="142279"/>
                </a:lnTo>
                <a:lnTo>
                  <a:pt x="177910" y="110010"/>
                </a:lnTo>
                <a:lnTo>
                  <a:pt x="216266" y="81615"/>
                </a:lnTo>
                <a:lnTo>
                  <a:pt x="257027" y="57227"/>
                </a:lnTo>
                <a:lnTo>
                  <a:pt x="299876" y="36977"/>
                </a:lnTo>
                <a:lnTo>
                  <a:pt x="344494" y="20997"/>
                </a:lnTo>
                <a:lnTo>
                  <a:pt x="390562" y="9420"/>
                </a:lnTo>
                <a:lnTo>
                  <a:pt x="437761" y="2376"/>
                </a:lnTo>
                <a:lnTo>
                  <a:pt x="485772" y="0"/>
                </a:lnTo>
                <a:lnTo>
                  <a:pt x="1760086" y="0"/>
                </a:lnTo>
                <a:lnTo>
                  <a:pt x="1808097" y="2376"/>
                </a:lnTo>
                <a:lnTo>
                  <a:pt x="1855297" y="9420"/>
                </a:lnTo>
                <a:lnTo>
                  <a:pt x="1901365" y="20997"/>
                </a:lnTo>
                <a:lnTo>
                  <a:pt x="1945982" y="36977"/>
                </a:lnTo>
                <a:lnTo>
                  <a:pt x="1988831" y="57227"/>
                </a:lnTo>
                <a:lnTo>
                  <a:pt x="2029592" y="81615"/>
                </a:lnTo>
                <a:lnTo>
                  <a:pt x="2067948" y="110010"/>
                </a:lnTo>
                <a:lnTo>
                  <a:pt x="2103579" y="142279"/>
                </a:lnTo>
                <a:lnTo>
                  <a:pt x="2135848" y="177911"/>
                </a:lnTo>
                <a:lnTo>
                  <a:pt x="2164243" y="216266"/>
                </a:lnTo>
                <a:lnTo>
                  <a:pt x="2188632" y="257028"/>
                </a:lnTo>
                <a:lnTo>
                  <a:pt x="2208882" y="299876"/>
                </a:lnTo>
                <a:lnTo>
                  <a:pt x="2224862" y="344494"/>
                </a:lnTo>
                <a:lnTo>
                  <a:pt x="2236439" y="390562"/>
                </a:lnTo>
                <a:lnTo>
                  <a:pt x="2243482" y="437762"/>
                </a:lnTo>
                <a:lnTo>
                  <a:pt x="2245859" y="485767"/>
                </a:lnTo>
                <a:lnTo>
                  <a:pt x="2245859" y="532335"/>
                </a:lnTo>
                <a:lnTo>
                  <a:pt x="2243482" y="580340"/>
                </a:lnTo>
                <a:lnTo>
                  <a:pt x="2236439" y="627540"/>
                </a:lnTo>
                <a:lnTo>
                  <a:pt x="2224862" y="673608"/>
                </a:lnTo>
                <a:lnTo>
                  <a:pt x="2208882" y="718225"/>
                </a:lnTo>
                <a:lnTo>
                  <a:pt x="2188632" y="761074"/>
                </a:lnTo>
                <a:lnTo>
                  <a:pt x="2164243" y="801835"/>
                </a:lnTo>
                <a:lnTo>
                  <a:pt x="2135848" y="840191"/>
                </a:lnTo>
                <a:lnTo>
                  <a:pt x="2103579" y="875822"/>
                </a:lnTo>
                <a:lnTo>
                  <a:pt x="2067948" y="908091"/>
                </a:lnTo>
                <a:lnTo>
                  <a:pt x="2029592" y="936486"/>
                </a:lnTo>
                <a:lnTo>
                  <a:pt x="1988831" y="960875"/>
                </a:lnTo>
                <a:lnTo>
                  <a:pt x="1945982" y="981125"/>
                </a:lnTo>
                <a:lnTo>
                  <a:pt x="1901365" y="997104"/>
                </a:lnTo>
                <a:lnTo>
                  <a:pt x="1855297" y="1008682"/>
                </a:lnTo>
                <a:lnTo>
                  <a:pt x="1808097" y="1015725"/>
                </a:lnTo>
                <a:lnTo>
                  <a:pt x="1760087" y="1018102"/>
                </a:lnTo>
                <a:close/>
              </a:path>
            </a:pathLst>
          </a:custGeom>
          <a:solidFill>
            <a:srgbClr val="F76AB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 txBox="1"/>
          <p:nvPr/>
        </p:nvSpPr>
        <p:spPr>
          <a:xfrm>
            <a:off x="3825904" y="5082573"/>
            <a:ext cx="769620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Data</a:t>
            </a:r>
            <a:endParaRPr sz="2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7352438" y="3812542"/>
            <a:ext cx="4588510" cy="3086100"/>
          </a:xfrm>
          <a:custGeom>
            <a:rect b="b" l="l" r="r" t="t"/>
            <a:pathLst>
              <a:path extrusionOk="0" h="3086100" w="4588509">
                <a:moveTo>
                  <a:pt x="4102354" y="3086099"/>
                </a:moveTo>
                <a:lnTo>
                  <a:pt x="485763" y="3086099"/>
                </a:lnTo>
                <a:lnTo>
                  <a:pt x="437761" y="3083723"/>
                </a:lnTo>
                <a:lnTo>
                  <a:pt x="390562" y="3076679"/>
                </a:lnTo>
                <a:lnTo>
                  <a:pt x="344494" y="3065102"/>
                </a:lnTo>
                <a:lnTo>
                  <a:pt x="299876" y="3049122"/>
                </a:lnTo>
                <a:lnTo>
                  <a:pt x="257027" y="3028872"/>
                </a:lnTo>
                <a:lnTo>
                  <a:pt x="216266" y="3004484"/>
                </a:lnTo>
                <a:lnTo>
                  <a:pt x="177911" y="2976089"/>
                </a:lnTo>
                <a:lnTo>
                  <a:pt x="142280" y="2943820"/>
                </a:lnTo>
                <a:lnTo>
                  <a:pt x="110010" y="2908189"/>
                </a:lnTo>
                <a:lnTo>
                  <a:pt x="81615" y="2869833"/>
                </a:lnTo>
                <a:lnTo>
                  <a:pt x="57227" y="2829072"/>
                </a:lnTo>
                <a:lnTo>
                  <a:pt x="36977" y="2786223"/>
                </a:lnTo>
                <a:lnTo>
                  <a:pt x="20997" y="2741605"/>
                </a:lnTo>
                <a:lnTo>
                  <a:pt x="9419" y="2695537"/>
                </a:lnTo>
                <a:lnTo>
                  <a:pt x="2376" y="2648337"/>
                </a:lnTo>
                <a:lnTo>
                  <a:pt x="0" y="2600333"/>
                </a:lnTo>
                <a:lnTo>
                  <a:pt x="0" y="485766"/>
                </a:lnTo>
                <a:lnTo>
                  <a:pt x="2376" y="437762"/>
                </a:lnTo>
                <a:lnTo>
                  <a:pt x="9419" y="390562"/>
                </a:lnTo>
                <a:lnTo>
                  <a:pt x="20997" y="344494"/>
                </a:lnTo>
                <a:lnTo>
                  <a:pt x="36977" y="299876"/>
                </a:lnTo>
                <a:lnTo>
                  <a:pt x="57227" y="257028"/>
                </a:lnTo>
                <a:lnTo>
                  <a:pt x="81615" y="216266"/>
                </a:lnTo>
                <a:lnTo>
                  <a:pt x="110010" y="177911"/>
                </a:lnTo>
                <a:lnTo>
                  <a:pt x="142280" y="142280"/>
                </a:lnTo>
                <a:lnTo>
                  <a:pt x="177911" y="110010"/>
                </a:lnTo>
                <a:lnTo>
                  <a:pt x="216266" y="81615"/>
                </a:lnTo>
                <a:lnTo>
                  <a:pt x="257027" y="57227"/>
                </a:lnTo>
                <a:lnTo>
                  <a:pt x="299876" y="36977"/>
                </a:lnTo>
                <a:lnTo>
                  <a:pt x="344494" y="20997"/>
                </a:lnTo>
                <a:lnTo>
                  <a:pt x="390562" y="9420"/>
                </a:lnTo>
                <a:lnTo>
                  <a:pt x="437761" y="2377"/>
                </a:lnTo>
                <a:lnTo>
                  <a:pt x="485774" y="0"/>
                </a:lnTo>
                <a:lnTo>
                  <a:pt x="4102343" y="0"/>
                </a:lnTo>
                <a:lnTo>
                  <a:pt x="4150356" y="2377"/>
                </a:lnTo>
                <a:lnTo>
                  <a:pt x="4197556" y="9420"/>
                </a:lnTo>
                <a:lnTo>
                  <a:pt x="4243624" y="20997"/>
                </a:lnTo>
                <a:lnTo>
                  <a:pt x="4288241" y="36977"/>
                </a:lnTo>
                <a:lnTo>
                  <a:pt x="4331090" y="57227"/>
                </a:lnTo>
                <a:lnTo>
                  <a:pt x="4371852" y="81615"/>
                </a:lnTo>
                <a:lnTo>
                  <a:pt x="4410207" y="110010"/>
                </a:lnTo>
                <a:lnTo>
                  <a:pt x="4445838" y="142280"/>
                </a:lnTo>
                <a:lnTo>
                  <a:pt x="4478108" y="177911"/>
                </a:lnTo>
                <a:lnTo>
                  <a:pt x="4506502" y="216266"/>
                </a:lnTo>
                <a:lnTo>
                  <a:pt x="4530891" y="257028"/>
                </a:lnTo>
                <a:lnTo>
                  <a:pt x="4551141" y="299876"/>
                </a:lnTo>
                <a:lnTo>
                  <a:pt x="4567120" y="344494"/>
                </a:lnTo>
                <a:lnTo>
                  <a:pt x="4578698" y="390562"/>
                </a:lnTo>
                <a:lnTo>
                  <a:pt x="4585741" y="437762"/>
                </a:lnTo>
                <a:lnTo>
                  <a:pt x="4588118" y="485766"/>
                </a:lnTo>
                <a:lnTo>
                  <a:pt x="4588118" y="2600333"/>
                </a:lnTo>
                <a:lnTo>
                  <a:pt x="4585741" y="2648337"/>
                </a:lnTo>
                <a:lnTo>
                  <a:pt x="4578698" y="2695537"/>
                </a:lnTo>
                <a:lnTo>
                  <a:pt x="4567120" y="2741605"/>
                </a:lnTo>
                <a:lnTo>
                  <a:pt x="4551141" y="2786223"/>
                </a:lnTo>
                <a:lnTo>
                  <a:pt x="4530891" y="2829072"/>
                </a:lnTo>
                <a:lnTo>
                  <a:pt x="4506502" y="2869833"/>
                </a:lnTo>
                <a:lnTo>
                  <a:pt x="4478108" y="2908189"/>
                </a:lnTo>
                <a:lnTo>
                  <a:pt x="4445838" y="2943820"/>
                </a:lnTo>
                <a:lnTo>
                  <a:pt x="4410207" y="2976089"/>
                </a:lnTo>
                <a:lnTo>
                  <a:pt x="4371852" y="3004484"/>
                </a:lnTo>
                <a:lnTo>
                  <a:pt x="4331090" y="3028872"/>
                </a:lnTo>
                <a:lnTo>
                  <a:pt x="4288241" y="3049122"/>
                </a:lnTo>
                <a:lnTo>
                  <a:pt x="4243624" y="3065102"/>
                </a:lnTo>
                <a:lnTo>
                  <a:pt x="4197556" y="3076679"/>
                </a:lnTo>
                <a:lnTo>
                  <a:pt x="4150356" y="3083723"/>
                </a:lnTo>
                <a:lnTo>
                  <a:pt x="4102354" y="3086099"/>
                </a:lnTo>
                <a:close/>
              </a:path>
            </a:pathLst>
          </a:custGeom>
          <a:solidFill>
            <a:srgbClr val="3BE2E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 txBox="1"/>
          <p:nvPr/>
        </p:nvSpPr>
        <p:spPr>
          <a:xfrm>
            <a:off x="9048952" y="3937034"/>
            <a:ext cx="1195070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Table 2</a:t>
            </a:r>
            <a:endParaRPr sz="2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8486200" y="4846540"/>
            <a:ext cx="2245995" cy="1018540"/>
          </a:xfrm>
          <a:custGeom>
            <a:rect b="b" l="l" r="r" t="t"/>
            <a:pathLst>
              <a:path extrusionOk="0" h="1018539" w="2245995">
                <a:moveTo>
                  <a:pt x="1760086" y="1018102"/>
                </a:moveTo>
                <a:lnTo>
                  <a:pt x="485771" y="1018102"/>
                </a:lnTo>
                <a:lnTo>
                  <a:pt x="437761" y="1015725"/>
                </a:lnTo>
                <a:lnTo>
                  <a:pt x="390561" y="1008682"/>
                </a:lnTo>
                <a:lnTo>
                  <a:pt x="344493" y="997104"/>
                </a:lnTo>
                <a:lnTo>
                  <a:pt x="299876" y="981125"/>
                </a:lnTo>
                <a:lnTo>
                  <a:pt x="257027" y="960875"/>
                </a:lnTo>
                <a:lnTo>
                  <a:pt x="216265" y="936486"/>
                </a:lnTo>
                <a:lnTo>
                  <a:pt x="177910" y="908091"/>
                </a:lnTo>
                <a:lnTo>
                  <a:pt x="142279" y="875822"/>
                </a:lnTo>
                <a:lnTo>
                  <a:pt x="110010" y="840191"/>
                </a:lnTo>
                <a:lnTo>
                  <a:pt x="81615" y="801835"/>
                </a:lnTo>
                <a:lnTo>
                  <a:pt x="57226" y="761074"/>
                </a:lnTo>
                <a:lnTo>
                  <a:pt x="36976" y="718225"/>
                </a:lnTo>
                <a:lnTo>
                  <a:pt x="20996" y="673608"/>
                </a:lnTo>
                <a:lnTo>
                  <a:pt x="9419" y="627540"/>
                </a:lnTo>
                <a:lnTo>
                  <a:pt x="2376" y="580340"/>
                </a:lnTo>
                <a:lnTo>
                  <a:pt x="0" y="532346"/>
                </a:lnTo>
                <a:lnTo>
                  <a:pt x="0" y="485756"/>
                </a:lnTo>
                <a:lnTo>
                  <a:pt x="2376" y="437762"/>
                </a:lnTo>
                <a:lnTo>
                  <a:pt x="9419" y="390562"/>
                </a:lnTo>
                <a:lnTo>
                  <a:pt x="20996" y="344494"/>
                </a:lnTo>
                <a:lnTo>
                  <a:pt x="36976" y="299876"/>
                </a:lnTo>
                <a:lnTo>
                  <a:pt x="57226" y="257028"/>
                </a:lnTo>
                <a:lnTo>
                  <a:pt x="81615" y="216266"/>
                </a:lnTo>
                <a:lnTo>
                  <a:pt x="110010" y="177911"/>
                </a:lnTo>
                <a:lnTo>
                  <a:pt x="142279" y="142279"/>
                </a:lnTo>
                <a:lnTo>
                  <a:pt x="177910" y="110010"/>
                </a:lnTo>
                <a:lnTo>
                  <a:pt x="216265" y="81615"/>
                </a:lnTo>
                <a:lnTo>
                  <a:pt x="257027" y="57227"/>
                </a:lnTo>
                <a:lnTo>
                  <a:pt x="299876" y="36977"/>
                </a:lnTo>
                <a:lnTo>
                  <a:pt x="344493" y="20997"/>
                </a:lnTo>
                <a:lnTo>
                  <a:pt x="390561" y="9420"/>
                </a:lnTo>
                <a:lnTo>
                  <a:pt x="437761" y="2376"/>
                </a:lnTo>
                <a:lnTo>
                  <a:pt x="485772" y="0"/>
                </a:lnTo>
                <a:lnTo>
                  <a:pt x="1760086" y="0"/>
                </a:lnTo>
                <a:lnTo>
                  <a:pt x="1808097" y="2376"/>
                </a:lnTo>
                <a:lnTo>
                  <a:pt x="1855296" y="9420"/>
                </a:lnTo>
                <a:lnTo>
                  <a:pt x="1901364" y="20997"/>
                </a:lnTo>
                <a:lnTo>
                  <a:pt x="1945982" y="36977"/>
                </a:lnTo>
                <a:lnTo>
                  <a:pt x="1988830" y="57227"/>
                </a:lnTo>
                <a:lnTo>
                  <a:pt x="2029592" y="81615"/>
                </a:lnTo>
                <a:lnTo>
                  <a:pt x="2067947" y="110010"/>
                </a:lnTo>
                <a:lnTo>
                  <a:pt x="2103578" y="142279"/>
                </a:lnTo>
                <a:lnTo>
                  <a:pt x="2135848" y="177911"/>
                </a:lnTo>
                <a:lnTo>
                  <a:pt x="2164243" y="216266"/>
                </a:lnTo>
                <a:lnTo>
                  <a:pt x="2188631" y="257028"/>
                </a:lnTo>
                <a:lnTo>
                  <a:pt x="2208881" y="299876"/>
                </a:lnTo>
                <a:lnTo>
                  <a:pt x="2224861" y="344494"/>
                </a:lnTo>
                <a:lnTo>
                  <a:pt x="2236439" y="390562"/>
                </a:lnTo>
                <a:lnTo>
                  <a:pt x="2243482" y="437762"/>
                </a:lnTo>
                <a:lnTo>
                  <a:pt x="2245858" y="485756"/>
                </a:lnTo>
                <a:lnTo>
                  <a:pt x="2245858" y="532346"/>
                </a:lnTo>
                <a:lnTo>
                  <a:pt x="2243482" y="580340"/>
                </a:lnTo>
                <a:lnTo>
                  <a:pt x="2236439" y="627540"/>
                </a:lnTo>
                <a:lnTo>
                  <a:pt x="2224861" y="673608"/>
                </a:lnTo>
                <a:lnTo>
                  <a:pt x="2208881" y="718225"/>
                </a:lnTo>
                <a:lnTo>
                  <a:pt x="2188631" y="761074"/>
                </a:lnTo>
                <a:lnTo>
                  <a:pt x="2164243" y="801835"/>
                </a:lnTo>
                <a:lnTo>
                  <a:pt x="2135848" y="840191"/>
                </a:lnTo>
                <a:lnTo>
                  <a:pt x="2103578" y="875822"/>
                </a:lnTo>
                <a:lnTo>
                  <a:pt x="2067947" y="908091"/>
                </a:lnTo>
                <a:lnTo>
                  <a:pt x="2029592" y="936486"/>
                </a:lnTo>
                <a:lnTo>
                  <a:pt x="1988830" y="960875"/>
                </a:lnTo>
                <a:lnTo>
                  <a:pt x="1945982" y="981125"/>
                </a:lnTo>
                <a:lnTo>
                  <a:pt x="1901364" y="997104"/>
                </a:lnTo>
                <a:lnTo>
                  <a:pt x="1855296" y="1008682"/>
                </a:lnTo>
                <a:lnTo>
                  <a:pt x="1808097" y="1015725"/>
                </a:lnTo>
                <a:lnTo>
                  <a:pt x="1760086" y="1018102"/>
                </a:lnTo>
                <a:close/>
              </a:path>
            </a:pathLst>
          </a:custGeom>
          <a:solidFill>
            <a:srgbClr val="F76AB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 txBox="1"/>
          <p:nvPr/>
        </p:nvSpPr>
        <p:spPr>
          <a:xfrm>
            <a:off x="9224485" y="5082573"/>
            <a:ext cx="769620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Data</a:t>
            </a:r>
            <a:endParaRPr sz="2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6"/>
          <p:cNvSpPr txBox="1"/>
          <p:nvPr>
            <p:ph type="title"/>
          </p:nvPr>
        </p:nvSpPr>
        <p:spPr>
          <a:xfrm>
            <a:off x="1027719" y="953134"/>
            <a:ext cx="3826510" cy="665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What is a </a:t>
            </a:r>
            <a:r>
              <a:rPr lang="en-US"/>
              <a:t>table?</a:t>
            </a:r>
            <a:endParaRPr/>
          </a:p>
        </p:txBody>
      </p:sp>
      <p:pic>
        <p:nvPicPr>
          <p:cNvPr id="101" name="Google Shape;10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0419" y="2946192"/>
            <a:ext cx="10382249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6"/>
          <p:cNvSpPr txBox="1"/>
          <p:nvPr/>
        </p:nvSpPr>
        <p:spPr>
          <a:xfrm>
            <a:off x="1027719" y="2330473"/>
            <a:ext cx="2075814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Student </a:t>
            </a:r>
            <a:r>
              <a:rPr lang="en-US"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table</a:t>
            </a:r>
            <a:endParaRPr sz="2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7"/>
          <p:cNvSpPr txBox="1"/>
          <p:nvPr/>
        </p:nvSpPr>
        <p:spPr>
          <a:xfrm>
            <a:off x="1027106" y="3929242"/>
            <a:ext cx="5627370" cy="513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A69EF1"/>
                </a:solidFill>
                <a:latin typeface="Trebuchet MS"/>
                <a:ea typeface="Trebuchet MS"/>
                <a:cs typeface="Trebuchet MS"/>
                <a:sym typeface="Trebuchet MS"/>
              </a:rPr>
              <a:t>CREATE DATABASE </a:t>
            </a:r>
            <a:r>
              <a:rPr i="1" lang="en-US"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db_name;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7"/>
          <p:cNvSpPr txBox="1"/>
          <p:nvPr/>
        </p:nvSpPr>
        <p:spPr>
          <a:xfrm>
            <a:off x="1027106" y="5757809"/>
            <a:ext cx="5162550" cy="513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A69EF1"/>
                </a:solidFill>
                <a:latin typeface="Trebuchet MS"/>
                <a:ea typeface="Trebuchet MS"/>
                <a:cs typeface="Trebuchet MS"/>
                <a:sym typeface="Trebuchet MS"/>
              </a:rPr>
              <a:t>DROP DATABASE </a:t>
            </a:r>
            <a:r>
              <a:rPr i="1" lang="en-US"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db_name;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7"/>
          <p:cNvSpPr txBox="1"/>
          <p:nvPr>
            <p:ph type="title"/>
          </p:nvPr>
        </p:nvSpPr>
        <p:spPr>
          <a:xfrm>
            <a:off x="1027106" y="765354"/>
            <a:ext cx="6588759" cy="1582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06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Creating our First Database</a:t>
            </a:r>
            <a:endParaRPr/>
          </a:p>
          <a:p>
            <a:pPr indent="0" lvl="0" marL="12700" rtl="0" algn="l">
              <a:lnSpc>
                <a:spcPct val="100000"/>
              </a:lnSpc>
              <a:spcBef>
                <a:spcPts val="1545"/>
              </a:spcBef>
              <a:spcAft>
                <a:spcPts val="0"/>
              </a:spcAft>
              <a:buNone/>
            </a:pPr>
            <a:r>
              <a:rPr b="0" lang="en-US" sz="2800" u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Our first SQL Query</a:t>
            </a:r>
            <a:endParaRPr sz="28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8"/>
          <p:cNvSpPr txBox="1"/>
          <p:nvPr>
            <p:ph type="title"/>
          </p:nvPr>
        </p:nvSpPr>
        <p:spPr>
          <a:xfrm>
            <a:off x="1027106" y="1059179"/>
            <a:ext cx="5692775" cy="665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Creating our First Table</a:t>
            </a:r>
            <a:endParaRPr/>
          </a:p>
        </p:txBody>
      </p:sp>
      <p:grpSp>
        <p:nvGrpSpPr>
          <p:cNvPr id="115" name="Google Shape;115;p8"/>
          <p:cNvGrpSpPr/>
          <p:nvPr/>
        </p:nvGrpSpPr>
        <p:grpSpPr>
          <a:xfrm>
            <a:off x="10386634" y="2228089"/>
            <a:ext cx="6024880" cy="3086100"/>
            <a:chOff x="10386634" y="2228089"/>
            <a:chExt cx="6024880" cy="3086100"/>
          </a:xfrm>
        </p:grpSpPr>
        <p:sp>
          <p:nvSpPr>
            <p:cNvPr id="116" name="Google Shape;116;p8"/>
            <p:cNvSpPr/>
            <p:nvPr/>
          </p:nvSpPr>
          <p:spPr>
            <a:xfrm>
              <a:off x="10386634" y="2228089"/>
              <a:ext cx="6024880" cy="3086100"/>
            </a:xfrm>
            <a:custGeom>
              <a:rect b="b" l="l" r="r" t="t"/>
              <a:pathLst>
                <a:path extrusionOk="0" h="3086100" w="6024880">
                  <a:moveTo>
                    <a:pt x="5539060" y="3086099"/>
                  </a:moveTo>
                  <a:lnTo>
                    <a:pt x="485771" y="3086099"/>
                  </a:lnTo>
                  <a:lnTo>
                    <a:pt x="437761" y="3083722"/>
                  </a:lnTo>
                  <a:lnTo>
                    <a:pt x="390562" y="3076679"/>
                  </a:lnTo>
                  <a:lnTo>
                    <a:pt x="344494" y="3065102"/>
                  </a:lnTo>
                  <a:lnTo>
                    <a:pt x="299876" y="3049122"/>
                  </a:lnTo>
                  <a:lnTo>
                    <a:pt x="257027" y="3028872"/>
                  </a:lnTo>
                  <a:lnTo>
                    <a:pt x="216266" y="3004484"/>
                  </a:lnTo>
                  <a:lnTo>
                    <a:pt x="177910" y="2976089"/>
                  </a:lnTo>
                  <a:lnTo>
                    <a:pt x="142280" y="2943819"/>
                  </a:lnTo>
                  <a:lnTo>
                    <a:pt x="110010" y="2908188"/>
                  </a:lnTo>
                  <a:lnTo>
                    <a:pt x="81615" y="2869833"/>
                  </a:lnTo>
                  <a:lnTo>
                    <a:pt x="57227" y="2829071"/>
                  </a:lnTo>
                  <a:lnTo>
                    <a:pt x="36977" y="2786223"/>
                  </a:lnTo>
                  <a:lnTo>
                    <a:pt x="20997" y="2741605"/>
                  </a:lnTo>
                  <a:lnTo>
                    <a:pt x="9419" y="2695537"/>
                  </a:lnTo>
                  <a:lnTo>
                    <a:pt x="2376" y="2648337"/>
                  </a:lnTo>
                  <a:lnTo>
                    <a:pt x="0" y="2600331"/>
                  </a:lnTo>
                  <a:lnTo>
                    <a:pt x="0" y="485768"/>
                  </a:lnTo>
                  <a:lnTo>
                    <a:pt x="2376" y="437762"/>
                  </a:lnTo>
                  <a:lnTo>
                    <a:pt x="9419" y="390562"/>
                  </a:lnTo>
                  <a:lnTo>
                    <a:pt x="20997" y="344494"/>
                  </a:lnTo>
                  <a:lnTo>
                    <a:pt x="36977" y="299876"/>
                  </a:lnTo>
                  <a:lnTo>
                    <a:pt x="57227" y="257028"/>
                  </a:lnTo>
                  <a:lnTo>
                    <a:pt x="81615" y="216266"/>
                  </a:lnTo>
                  <a:lnTo>
                    <a:pt x="110010" y="177911"/>
                  </a:lnTo>
                  <a:lnTo>
                    <a:pt x="142280" y="142280"/>
                  </a:lnTo>
                  <a:lnTo>
                    <a:pt x="177910" y="110010"/>
                  </a:lnTo>
                  <a:lnTo>
                    <a:pt x="216266" y="81615"/>
                  </a:lnTo>
                  <a:lnTo>
                    <a:pt x="257027" y="57227"/>
                  </a:lnTo>
                  <a:lnTo>
                    <a:pt x="299876" y="36977"/>
                  </a:lnTo>
                  <a:lnTo>
                    <a:pt x="344494" y="20997"/>
                  </a:lnTo>
                  <a:lnTo>
                    <a:pt x="390562" y="9420"/>
                  </a:lnTo>
                  <a:lnTo>
                    <a:pt x="437761" y="2376"/>
                  </a:lnTo>
                  <a:lnTo>
                    <a:pt x="485773" y="0"/>
                  </a:lnTo>
                  <a:lnTo>
                    <a:pt x="5539059" y="0"/>
                  </a:lnTo>
                  <a:lnTo>
                    <a:pt x="5587070" y="2376"/>
                  </a:lnTo>
                  <a:lnTo>
                    <a:pt x="5634269" y="9420"/>
                  </a:lnTo>
                  <a:lnTo>
                    <a:pt x="5680337" y="20997"/>
                  </a:lnTo>
                  <a:lnTo>
                    <a:pt x="5724955" y="36977"/>
                  </a:lnTo>
                  <a:lnTo>
                    <a:pt x="5767804" y="57227"/>
                  </a:lnTo>
                  <a:lnTo>
                    <a:pt x="5808566" y="81615"/>
                  </a:lnTo>
                  <a:lnTo>
                    <a:pt x="5846921" y="110010"/>
                  </a:lnTo>
                  <a:lnTo>
                    <a:pt x="5882553" y="142280"/>
                  </a:lnTo>
                  <a:lnTo>
                    <a:pt x="5914822" y="177911"/>
                  </a:lnTo>
                  <a:lnTo>
                    <a:pt x="5943216" y="216266"/>
                  </a:lnTo>
                  <a:lnTo>
                    <a:pt x="5967605" y="257028"/>
                  </a:lnTo>
                  <a:lnTo>
                    <a:pt x="5987855" y="299876"/>
                  </a:lnTo>
                  <a:lnTo>
                    <a:pt x="6003834" y="344494"/>
                  </a:lnTo>
                  <a:lnTo>
                    <a:pt x="6015412" y="390562"/>
                  </a:lnTo>
                  <a:lnTo>
                    <a:pt x="6022455" y="437762"/>
                  </a:lnTo>
                  <a:lnTo>
                    <a:pt x="6024832" y="485768"/>
                  </a:lnTo>
                  <a:lnTo>
                    <a:pt x="6024832" y="2600331"/>
                  </a:lnTo>
                  <a:lnTo>
                    <a:pt x="6022455" y="2648337"/>
                  </a:lnTo>
                  <a:lnTo>
                    <a:pt x="6015412" y="2695537"/>
                  </a:lnTo>
                  <a:lnTo>
                    <a:pt x="6003834" y="2741605"/>
                  </a:lnTo>
                  <a:lnTo>
                    <a:pt x="5987855" y="2786223"/>
                  </a:lnTo>
                  <a:lnTo>
                    <a:pt x="5967605" y="2829071"/>
                  </a:lnTo>
                  <a:lnTo>
                    <a:pt x="5943216" y="2869833"/>
                  </a:lnTo>
                  <a:lnTo>
                    <a:pt x="5914822" y="2908188"/>
                  </a:lnTo>
                  <a:lnTo>
                    <a:pt x="5882553" y="2943819"/>
                  </a:lnTo>
                  <a:lnTo>
                    <a:pt x="5846921" y="2976089"/>
                  </a:lnTo>
                  <a:lnTo>
                    <a:pt x="5808566" y="3004484"/>
                  </a:lnTo>
                  <a:lnTo>
                    <a:pt x="5767804" y="3028872"/>
                  </a:lnTo>
                  <a:lnTo>
                    <a:pt x="5724955" y="3049122"/>
                  </a:lnTo>
                  <a:lnTo>
                    <a:pt x="5680337" y="3065102"/>
                  </a:lnTo>
                  <a:lnTo>
                    <a:pt x="5634269" y="3076679"/>
                  </a:lnTo>
                  <a:lnTo>
                    <a:pt x="5587070" y="3083722"/>
                  </a:lnTo>
                  <a:lnTo>
                    <a:pt x="5539060" y="308609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7" name="Google Shape;117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865883" y="2401061"/>
              <a:ext cx="5210174" cy="274319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8" name="Google Shape;118;p8"/>
          <p:cNvSpPr txBox="1"/>
          <p:nvPr/>
        </p:nvSpPr>
        <p:spPr>
          <a:xfrm>
            <a:off x="1016000" y="2168462"/>
            <a:ext cx="6859270" cy="38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2349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A69EF1"/>
                </a:solidFill>
                <a:latin typeface="Trebuchet MS"/>
                <a:ea typeface="Trebuchet MS"/>
                <a:cs typeface="Trebuchet MS"/>
                <a:sym typeface="Trebuchet MS"/>
              </a:rPr>
              <a:t>USE </a:t>
            </a:r>
            <a:r>
              <a:rPr i="1" lang="en-US"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db_name;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t/>
            </a:r>
            <a:endParaRPr sz="3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8784" lvl="0" marL="450850" marR="5080" rtl="0" algn="l">
              <a:lnSpc>
                <a:spcPct val="115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A69EF1"/>
                </a:solidFill>
                <a:latin typeface="Trebuchet MS"/>
                <a:ea typeface="Trebuchet MS"/>
                <a:cs typeface="Trebuchet MS"/>
                <a:sym typeface="Trebuchet MS"/>
              </a:rPr>
              <a:t>CREATE TABLE </a:t>
            </a:r>
            <a:r>
              <a:rPr i="1" lang="en-US"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table_name (  column_name1 </a:t>
            </a:r>
            <a:r>
              <a:rPr lang="en-US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datatype constraint</a:t>
            </a:r>
            <a:r>
              <a:rPr i="1" lang="en-US"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,  column_name2 </a:t>
            </a:r>
            <a:r>
              <a:rPr lang="en-US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datatype constraint,  </a:t>
            </a:r>
            <a:r>
              <a:rPr i="1" lang="en-US"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column_name2 </a:t>
            </a:r>
            <a:r>
              <a:rPr lang="en-US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datatype constraint</a:t>
            </a:r>
            <a:endParaRPr sz="32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585"/>
              </a:spcBef>
              <a:spcAft>
                <a:spcPts val="0"/>
              </a:spcAft>
              <a:buNone/>
            </a:pPr>
            <a:r>
              <a:rPr i="1" lang="en-US"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);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9"/>
          <p:cNvSpPr txBox="1"/>
          <p:nvPr>
            <p:ph type="title"/>
          </p:nvPr>
        </p:nvSpPr>
        <p:spPr>
          <a:xfrm>
            <a:off x="1027106" y="1059177"/>
            <a:ext cx="3537585" cy="665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SQL Datatypes</a:t>
            </a:r>
            <a:endParaRPr/>
          </a:p>
        </p:txBody>
      </p:sp>
      <p:grpSp>
        <p:nvGrpSpPr>
          <p:cNvPr id="124" name="Google Shape;124;p9"/>
          <p:cNvGrpSpPr/>
          <p:nvPr/>
        </p:nvGrpSpPr>
        <p:grpSpPr>
          <a:xfrm>
            <a:off x="786773" y="2823656"/>
            <a:ext cx="10818495" cy="7193280"/>
            <a:chOff x="786773" y="2823656"/>
            <a:chExt cx="10818495" cy="7193280"/>
          </a:xfrm>
        </p:grpSpPr>
        <p:sp>
          <p:nvSpPr>
            <p:cNvPr id="125" name="Google Shape;125;p9"/>
            <p:cNvSpPr/>
            <p:nvPr/>
          </p:nvSpPr>
          <p:spPr>
            <a:xfrm>
              <a:off x="786773" y="2823656"/>
              <a:ext cx="10818495" cy="7193280"/>
            </a:xfrm>
            <a:custGeom>
              <a:rect b="b" l="l" r="r" t="t"/>
              <a:pathLst>
                <a:path extrusionOk="0" h="7193280" w="10818495">
                  <a:moveTo>
                    <a:pt x="10332710" y="7193067"/>
                  </a:moveTo>
                  <a:lnTo>
                    <a:pt x="485774" y="7193067"/>
                  </a:lnTo>
                  <a:lnTo>
                    <a:pt x="438991" y="7190844"/>
                  </a:lnTo>
                  <a:lnTo>
                    <a:pt x="393466" y="7184308"/>
                  </a:lnTo>
                  <a:lnTo>
                    <a:pt x="349402" y="7173665"/>
                  </a:lnTo>
                  <a:lnTo>
                    <a:pt x="307004" y="7159116"/>
                  </a:lnTo>
                  <a:lnTo>
                    <a:pt x="266475" y="7140867"/>
                  </a:lnTo>
                  <a:lnTo>
                    <a:pt x="228018" y="7119120"/>
                  </a:lnTo>
                  <a:lnTo>
                    <a:pt x="191838" y="7094079"/>
                  </a:lnTo>
                  <a:lnTo>
                    <a:pt x="158136" y="7065948"/>
                  </a:lnTo>
                  <a:lnTo>
                    <a:pt x="127119" y="7034930"/>
                  </a:lnTo>
                  <a:lnTo>
                    <a:pt x="98987" y="7001229"/>
                  </a:lnTo>
                  <a:lnTo>
                    <a:pt x="73947" y="6965049"/>
                  </a:lnTo>
                  <a:lnTo>
                    <a:pt x="52200" y="6926592"/>
                  </a:lnTo>
                  <a:lnTo>
                    <a:pt x="33950" y="6886063"/>
                  </a:lnTo>
                  <a:lnTo>
                    <a:pt x="19402" y="6843665"/>
                  </a:lnTo>
                  <a:lnTo>
                    <a:pt x="8758" y="6799601"/>
                  </a:lnTo>
                  <a:lnTo>
                    <a:pt x="2223" y="6754076"/>
                  </a:lnTo>
                  <a:lnTo>
                    <a:pt x="0" y="6707298"/>
                  </a:lnTo>
                  <a:lnTo>
                    <a:pt x="0" y="485769"/>
                  </a:lnTo>
                  <a:lnTo>
                    <a:pt x="2223" y="438991"/>
                  </a:lnTo>
                  <a:lnTo>
                    <a:pt x="8758" y="393466"/>
                  </a:lnTo>
                  <a:lnTo>
                    <a:pt x="19402" y="349402"/>
                  </a:lnTo>
                  <a:lnTo>
                    <a:pt x="33950" y="307004"/>
                  </a:lnTo>
                  <a:lnTo>
                    <a:pt x="52200" y="266475"/>
                  </a:lnTo>
                  <a:lnTo>
                    <a:pt x="73947" y="228018"/>
                  </a:lnTo>
                  <a:lnTo>
                    <a:pt x="98987" y="191838"/>
                  </a:lnTo>
                  <a:lnTo>
                    <a:pt x="127119" y="158137"/>
                  </a:lnTo>
                  <a:lnTo>
                    <a:pt x="158136" y="127119"/>
                  </a:lnTo>
                  <a:lnTo>
                    <a:pt x="191838" y="98988"/>
                  </a:lnTo>
                  <a:lnTo>
                    <a:pt x="228018" y="73947"/>
                  </a:lnTo>
                  <a:lnTo>
                    <a:pt x="266475" y="52200"/>
                  </a:lnTo>
                  <a:lnTo>
                    <a:pt x="307004" y="33951"/>
                  </a:lnTo>
                  <a:lnTo>
                    <a:pt x="349402" y="19402"/>
                  </a:lnTo>
                  <a:lnTo>
                    <a:pt x="393466" y="8759"/>
                  </a:lnTo>
                  <a:lnTo>
                    <a:pt x="438991" y="2223"/>
                  </a:lnTo>
                  <a:lnTo>
                    <a:pt x="485774" y="0"/>
                  </a:lnTo>
                  <a:lnTo>
                    <a:pt x="10332710" y="0"/>
                  </a:lnTo>
                  <a:lnTo>
                    <a:pt x="10379493" y="2223"/>
                  </a:lnTo>
                  <a:lnTo>
                    <a:pt x="10425018" y="8759"/>
                  </a:lnTo>
                  <a:lnTo>
                    <a:pt x="10469081" y="19402"/>
                  </a:lnTo>
                  <a:lnTo>
                    <a:pt x="10511480" y="33951"/>
                  </a:lnTo>
                  <a:lnTo>
                    <a:pt x="10552009" y="52200"/>
                  </a:lnTo>
                  <a:lnTo>
                    <a:pt x="10590465" y="73947"/>
                  </a:lnTo>
                  <a:lnTo>
                    <a:pt x="10626646" y="98988"/>
                  </a:lnTo>
                  <a:lnTo>
                    <a:pt x="10660347" y="127119"/>
                  </a:lnTo>
                  <a:lnTo>
                    <a:pt x="10691365" y="158137"/>
                  </a:lnTo>
                  <a:lnTo>
                    <a:pt x="10719496" y="191838"/>
                  </a:lnTo>
                  <a:lnTo>
                    <a:pt x="10744537" y="228018"/>
                  </a:lnTo>
                  <a:lnTo>
                    <a:pt x="10766284" y="266475"/>
                  </a:lnTo>
                  <a:lnTo>
                    <a:pt x="10784533" y="307004"/>
                  </a:lnTo>
                  <a:lnTo>
                    <a:pt x="10799082" y="349402"/>
                  </a:lnTo>
                  <a:lnTo>
                    <a:pt x="10809725" y="393466"/>
                  </a:lnTo>
                  <a:lnTo>
                    <a:pt x="10816261" y="438991"/>
                  </a:lnTo>
                  <a:lnTo>
                    <a:pt x="10818484" y="485769"/>
                  </a:lnTo>
                  <a:lnTo>
                    <a:pt x="10818484" y="6707298"/>
                  </a:lnTo>
                  <a:lnTo>
                    <a:pt x="10816261" y="6754076"/>
                  </a:lnTo>
                  <a:lnTo>
                    <a:pt x="10809725" y="6799601"/>
                  </a:lnTo>
                  <a:lnTo>
                    <a:pt x="10799082" y="6843665"/>
                  </a:lnTo>
                  <a:lnTo>
                    <a:pt x="10784533" y="6886063"/>
                  </a:lnTo>
                  <a:lnTo>
                    <a:pt x="10766284" y="6926592"/>
                  </a:lnTo>
                  <a:lnTo>
                    <a:pt x="10744537" y="6965049"/>
                  </a:lnTo>
                  <a:lnTo>
                    <a:pt x="10719496" y="7001229"/>
                  </a:lnTo>
                  <a:lnTo>
                    <a:pt x="10691365" y="7034930"/>
                  </a:lnTo>
                  <a:lnTo>
                    <a:pt x="10660347" y="7065948"/>
                  </a:lnTo>
                  <a:lnTo>
                    <a:pt x="10626646" y="7094079"/>
                  </a:lnTo>
                  <a:lnTo>
                    <a:pt x="10590465" y="7119120"/>
                  </a:lnTo>
                  <a:lnTo>
                    <a:pt x="10552009" y="7140867"/>
                  </a:lnTo>
                  <a:lnTo>
                    <a:pt x="10511480" y="7159116"/>
                  </a:lnTo>
                  <a:lnTo>
                    <a:pt x="10469081" y="7173665"/>
                  </a:lnTo>
                  <a:lnTo>
                    <a:pt x="10425018" y="7184308"/>
                  </a:lnTo>
                  <a:lnTo>
                    <a:pt x="10379493" y="7190844"/>
                  </a:lnTo>
                  <a:lnTo>
                    <a:pt x="10332710" y="719306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26" name="Google Shape;126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67354" y="3025946"/>
              <a:ext cx="10258424" cy="679132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7" name="Google Shape;127;p9"/>
          <p:cNvSpPr txBox="1"/>
          <p:nvPr/>
        </p:nvSpPr>
        <p:spPr>
          <a:xfrm>
            <a:off x="1027106" y="2024221"/>
            <a:ext cx="9613265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They define the </a:t>
            </a:r>
            <a:r>
              <a:rPr b="1" lang="en-US" sz="2800">
                <a:solidFill>
                  <a:srgbClr val="17D9FF"/>
                </a:solidFill>
                <a:latin typeface="Trebuchet MS"/>
                <a:ea typeface="Trebuchet MS"/>
                <a:cs typeface="Trebuchet MS"/>
                <a:sym typeface="Trebuchet MS"/>
              </a:rPr>
              <a:t>type of values </a:t>
            </a:r>
            <a:r>
              <a:rPr b="1" lang="en-US"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that can be stored in a column</a:t>
            </a:r>
            <a:endParaRPr sz="2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0"/>
          <p:cNvSpPr txBox="1"/>
          <p:nvPr>
            <p:ph type="title"/>
          </p:nvPr>
        </p:nvSpPr>
        <p:spPr>
          <a:xfrm>
            <a:off x="1027106" y="1059181"/>
            <a:ext cx="3537585" cy="665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SQL Datatypes</a:t>
            </a:r>
            <a:endParaRPr/>
          </a:p>
        </p:txBody>
      </p:sp>
      <p:sp>
        <p:nvSpPr>
          <p:cNvPr id="133" name="Google Shape;133;p10"/>
          <p:cNvSpPr txBox="1"/>
          <p:nvPr/>
        </p:nvSpPr>
        <p:spPr>
          <a:xfrm>
            <a:off x="1027106" y="2024226"/>
            <a:ext cx="2962275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7D9FF"/>
                </a:solidFill>
                <a:latin typeface="Trebuchet MS"/>
                <a:ea typeface="Trebuchet MS"/>
                <a:cs typeface="Trebuchet MS"/>
                <a:sym typeface="Trebuchet MS"/>
              </a:rPr>
              <a:t>Signed &amp; Unsigned</a:t>
            </a:r>
            <a:endParaRPr sz="2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34" name="Google Shape;134;p10"/>
          <p:cNvSpPr txBox="1"/>
          <p:nvPr/>
        </p:nvSpPr>
        <p:spPr>
          <a:xfrm>
            <a:off x="1179506" y="3646298"/>
            <a:ext cx="5511165" cy="1950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TINYINT </a:t>
            </a:r>
            <a:r>
              <a:rPr b="1" lang="en-US" sz="3200">
                <a:solidFill>
                  <a:srgbClr val="A69EF1"/>
                </a:solidFill>
                <a:latin typeface="Trebuchet MS"/>
                <a:ea typeface="Trebuchet MS"/>
                <a:cs typeface="Trebuchet MS"/>
                <a:sym typeface="Trebuchet MS"/>
              </a:rPr>
              <a:t>UNSIGNED </a:t>
            </a:r>
            <a:r>
              <a:rPr lang="en-US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(0 to 255)</a:t>
            </a:r>
            <a:endParaRPr sz="32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3065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TINYINT </a:t>
            </a:r>
            <a:r>
              <a:rPr lang="en-US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(-128 to 127)</a:t>
            </a:r>
            <a:endParaRPr sz="32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1"/>
          <p:cNvSpPr txBox="1"/>
          <p:nvPr>
            <p:ph type="title"/>
          </p:nvPr>
        </p:nvSpPr>
        <p:spPr>
          <a:xfrm>
            <a:off x="1027719" y="953134"/>
            <a:ext cx="5956935" cy="665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Types of 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SQL Commands</a:t>
            </a:r>
            <a:endParaRPr/>
          </a:p>
        </p:txBody>
      </p:sp>
      <p:sp>
        <p:nvSpPr>
          <p:cNvPr id="140" name="Google Shape;140;p11"/>
          <p:cNvSpPr txBox="1"/>
          <p:nvPr/>
        </p:nvSpPr>
        <p:spPr>
          <a:xfrm>
            <a:off x="1016000" y="2589702"/>
            <a:ext cx="11123930" cy="40678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DDL </a:t>
            </a:r>
            <a:r>
              <a:rPr b="1" lang="en-US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(Data Definition Language) : </a:t>
            </a:r>
            <a:r>
              <a:rPr lang="en-US"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create, alter, rename, truncate &amp; drop</a:t>
            </a:r>
            <a:endParaRPr sz="2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3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4130" marR="0" rtl="0" algn="l">
              <a:lnSpc>
                <a:spcPct val="100000"/>
              </a:lnSpc>
              <a:spcBef>
                <a:spcPts val="2295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DQL </a:t>
            </a:r>
            <a:r>
              <a:rPr b="1" lang="en-US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(Data Query Language) : </a:t>
            </a:r>
            <a:r>
              <a:rPr lang="en-US"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select</a:t>
            </a:r>
            <a:endParaRPr sz="2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3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230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DML </a:t>
            </a:r>
            <a:r>
              <a:rPr b="1" lang="en-US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(Data Manipulation Language) : </a:t>
            </a:r>
            <a:r>
              <a:rPr lang="en-US"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select, insert, update &amp; delete</a:t>
            </a:r>
            <a:endParaRPr sz="2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3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230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DCL </a:t>
            </a:r>
            <a:r>
              <a:rPr b="1" lang="en-US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(Data Control Language) : </a:t>
            </a:r>
            <a:r>
              <a:rPr lang="en-US"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grant &amp; revoke permission to users</a:t>
            </a:r>
            <a:endParaRPr sz="2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41" name="Google Shape;141;p11"/>
          <p:cNvSpPr txBox="1"/>
          <p:nvPr/>
        </p:nvSpPr>
        <p:spPr>
          <a:xfrm>
            <a:off x="1027719" y="7414185"/>
            <a:ext cx="11975465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TCL </a:t>
            </a:r>
            <a:r>
              <a:rPr b="1" lang="en-US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(Transaction Control Language) : </a:t>
            </a:r>
            <a:r>
              <a:rPr lang="en-US"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start transaction, commit, rollback etc.</a:t>
            </a:r>
            <a:endParaRPr sz="2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2"/>
          <p:cNvSpPr txBox="1"/>
          <p:nvPr>
            <p:ph type="title"/>
          </p:nvPr>
        </p:nvSpPr>
        <p:spPr>
          <a:xfrm>
            <a:off x="1027106" y="1059181"/>
            <a:ext cx="6047105" cy="665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Database </a:t>
            </a:r>
            <a:r>
              <a:rPr lang="en-US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related Queries</a:t>
            </a:r>
            <a:endParaRPr/>
          </a:p>
        </p:txBody>
      </p:sp>
      <p:sp>
        <p:nvSpPr>
          <p:cNvPr id="147" name="Google Shape;147;p12"/>
          <p:cNvSpPr txBox="1"/>
          <p:nvPr/>
        </p:nvSpPr>
        <p:spPr>
          <a:xfrm>
            <a:off x="1038212" y="8188209"/>
            <a:ext cx="3284220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A69EF1"/>
                </a:solidFill>
                <a:latin typeface="Arial"/>
                <a:ea typeface="Arial"/>
                <a:cs typeface="Arial"/>
                <a:sym typeface="Arial"/>
              </a:rPr>
              <a:t>SHOW DATABASES</a:t>
            </a:r>
            <a:r>
              <a:rPr i="1" lang="en-US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2"/>
          <p:cNvSpPr txBox="1"/>
          <p:nvPr/>
        </p:nvSpPr>
        <p:spPr>
          <a:xfrm>
            <a:off x="1027106" y="9016010"/>
            <a:ext cx="2560320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A69EF1"/>
                </a:solidFill>
                <a:latin typeface="Arial"/>
                <a:ea typeface="Arial"/>
                <a:cs typeface="Arial"/>
                <a:sym typeface="Arial"/>
              </a:rPr>
              <a:t>SHOW TABLES</a:t>
            </a:r>
            <a:r>
              <a:rPr i="1" lang="en-US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2"/>
          <p:cNvSpPr txBox="1"/>
          <p:nvPr/>
        </p:nvSpPr>
        <p:spPr>
          <a:xfrm>
            <a:off x="1016000" y="2454180"/>
            <a:ext cx="7395209" cy="1201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A69EF1"/>
                </a:solidFill>
                <a:latin typeface="Arial"/>
                <a:ea typeface="Arial"/>
                <a:cs typeface="Arial"/>
                <a:sym typeface="Arial"/>
              </a:rPr>
              <a:t>CREATE DATABASE </a:t>
            </a:r>
            <a:r>
              <a:rPr i="1" lang="en-US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db_name;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3495" marR="0" rtl="0" algn="l">
              <a:lnSpc>
                <a:spcPct val="100000"/>
              </a:lnSpc>
              <a:spcBef>
                <a:spcPts val="2535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A69EF1"/>
                </a:solidFill>
                <a:latin typeface="Arial"/>
                <a:ea typeface="Arial"/>
                <a:cs typeface="Arial"/>
                <a:sym typeface="Arial"/>
              </a:rPr>
              <a:t>CREATE DATABASE </a:t>
            </a:r>
            <a:r>
              <a:rPr b="1" lang="en-US" sz="2800">
                <a:solidFill>
                  <a:srgbClr val="F76ABC"/>
                </a:solidFill>
                <a:latin typeface="Arial"/>
                <a:ea typeface="Arial"/>
                <a:cs typeface="Arial"/>
                <a:sym typeface="Arial"/>
              </a:rPr>
              <a:t>IF NOT EXISTS </a:t>
            </a:r>
            <a:r>
              <a:rPr i="1" lang="en-US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db_name;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2"/>
          <p:cNvSpPr txBox="1"/>
          <p:nvPr/>
        </p:nvSpPr>
        <p:spPr>
          <a:xfrm>
            <a:off x="1038212" y="5854875"/>
            <a:ext cx="6169660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A69EF1"/>
                </a:solidFill>
                <a:latin typeface="Arial"/>
                <a:ea typeface="Arial"/>
                <a:cs typeface="Arial"/>
                <a:sym typeface="Arial"/>
              </a:rPr>
              <a:t>DROP DATABASE </a:t>
            </a:r>
            <a:r>
              <a:rPr i="1" lang="en-US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db_name;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253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A69EF1"/>
                </a:solidFill>
                <a:latin typeface="Arial"/>
                <a:ea typeface="Arial"/>
                <a:cs typeface="Arial"/>
                <a:sym typeface="Arial"/>
              </a:rPr>
              <a:t>DROP DATABASE </a:t>
            </a:r>
            <a:r>
              <a:rPr b="1" lang="en-US" sz="2800">
                <a:solidFill>
                  <a:srgbClr val="F76ABC"/>
                </a:solidFill>
                <a:latin typeface="Arial"/>
                <a:ea typeface="Arial"/>
                <a:cs typeface="Arial"/>
                <a:sym typeface="Arial"/>
              </a:rPr>
              <a:t>IF EXISTS </a:t>
            </a:r>
            <a:r>
              <a:rPr i="1" lang="en-US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db_name;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1" name="Google Shape;151;p12"/>
          <p:cNvGrpSpPr/>
          <p:nvPr/>
        </p:nvGrpSpPr>
        <p:grpSpPr>
          <a:xfrm>
            <a:off x="1028700" y="4055068"/>
            <a:ext cx="8885555" cy="745490"/>
            <a:chOff x="1028700" y="4055068"/>
            <a:chExt cx="8885555" cy="745490"/>
          </a:xfrm>
        </p:grpSpPr>
        <p:sp>
          <p:nvSpPr>
            <p:cNvPr id="152" name="Google Shape;152;p12"/>
            <p:cNvSpPr/>
            <p:nvPr/>
          </p:nvSpPr>
          <p:spPr>
            <a:xfrm>
              <a:off x="1028700" y="4055068"/>
              <a:ext cx="8885555" cy="745490"/>
            </a:xfrm>
            <a:custGeom>
              <a:rect b="b" l="l" r="r" t="t"/>
              <a:pathLst>
                <a:path extrusionOk="0" h="745489" w="8885555">
                  <a:moveTo>
                    <a:pt x="8512563" y="744957"/>
                  </a:moveTo>
                  <a:lnTo>
                    <a:pt x="372478" y="744957"/>
                  </a:lnTo>
                  <a:lnTo>
                    <a:pt x="323518" y="741726"/>
                  </a:lnTo>
                  <a:lnTo>
                    <a:pt x="275811" y="732195"/>
                  </a:lnTo>
                  <a:lnTo>
                    <a:pt x="229936" y="716603"/>
                  </a:lnTo>
                  <a:lnTo>
                    <a:pt x="186473" y="695191"/>
                  </a:lnTo>
                  <a:lnTo>
                    <a:pt x="146000" y="668196"/>
                  </a:lnTo>
                  <a:lnTo>
                    <a:pt x="109095" y="635860"/>
                  </a:lnTo>
                  <a:lnTo>
                    <a:pt x="76760" y="598956"/>
                  </a:lnTo>
                  <a:lnTo>
                    <a:pt x="49765" y="558483"/>
                  </a:lnTo>
                  <a:lnTo>
                    <a:pt x="28352" y="515019"/>
                  </a:lnTo>
                  <a:lnTo>
                    <a:pt x="12760" y="469145"/>
                  </a:lnTo>
                  <a:lnTo>
                    <a:pt x="3229" y="421438"/>
                  </a:lnTo>
                  <a:lnTo>
                    <a:pt x="0" y="372468"/>
                  </a:lnTo>
                  <a:lnTo>
                    <a:pt x="3229" y="323518"/>
                  </a:lnTo>
                  <a:lnTo>
                    <a:pt x="12760" y="275811"/>
                  </a:lnTo>
                  <a:lnTo>
                    <a:pt x="28352" y="229937"/>
                  </a:lnTo>
                  <a:lnTo>
                    <a:pt x="49765" y="186473"/>
                  </a:lnTo>
                  <a:lnTo>
                    <a:pt x="76760" y="146000"/>
                  </a:lnTo>
                  <a:lnTo>
                    <a:pt x="109095" y="109096"/>
                  </a:lnTo>
                  <a:lnTo>
                    <a:pt x="146000" y="76760"/>
                  </a:lnTo>
                  <a:lnTo>
                    <a:pt x="186473" y="49766"/>
                  </a:lnTo>
                  <a:lnTo>
                    <a:pt x="229936" y="28352"/>
                  </a:lnTo>
                  <a:lnTo>
                    <a:pt x="275811" y="12761"/>
                  </a:lnTo>
                  <a:lnTo>
                    <a:pt x="323518" y="3230"/>
                  </a:lnTo>
                  <a:lnTo>
                    <a:pt x="372474" y="0"/>
                  </a:lnTo>
                  <a:lnTo>
                    <a:pt x="8512567" y="0"/>
                  </a:lnTo>
                  <a:lnTo>
                    <a:pt x="8561524" y="3230"/>
                  </a:lnTo>
                  <a:lnTo>
                    <a:pt x="8609230" y="12761"/>
                  </a:lnTo>
                  <a:lnTo>
                    <a:pt x="8655105" y="28352"/>
                  </a:lnTo>
                  <a:lnTo>
                    <a:pt x="8698568" y="49766"/>
                  </a:lnTo>
                  <a:lnTo>
                    <a:pt x="8739042" y="76760"/>
                  </a:lnTo>
                  <a:lnTo>
                    <a:pt x="8775946" y="109096"/>
                  </a:lnTo>
                  <a:lnTo>
                    <a:pt x="8808282" y="146000"/>
                  </a:lnTo>
                  <a:lnTo>
                    <a:pt x="8835276" y="186473"/>
                  </a:lnTo>
                  <a:lnTo>
                    <a:pt x="8856689" y="229937"/>
                  </a:lnTo>
                  <a:lnTo>
                    <a:pt x="8872281" y="275811"/>
                  </a:lnTo>
                  <a:lnTo>
                    <a:pt x="8881812" y="323518"/>
                  </a:lnTo>
                  <a:lnTo>
                    <a:pt x="8885041" y="372479"/>
                  </a:lnTo>
                  <a:lnTo>
                    <a:pt x="8881812" y="421438"/>
                  </a:lnTo>
                  <a:lnTo>
                    <a:pt x="8872281" y="469145"/>
                  </a:lnTo>
                  <a:lnTo>
                    <a:pt x="8856689" y="515019"/>
                  </a:lnTo>
                  <a:lnTo>
                    <a:pt x="8835276" y="558483"/>
                  </a:lnTo>
                  <a:lnTo>
                    <a:pt x="8808282" y="598956"/>
                  </a:lnTo>
                  <a:lnTo>
                    <a:pt x="8775946" y="635860"/>
                  </a:lnTo>
                  <a:lnTo>
                    <a:pt x="8739042" y="668196"/>
                  </a:lnTo>
                  <a:lnTo>
                    <a:pt x="8698568" y="695191"/>
                  </a:lnTo>
                  <a:lnTo>
                    <a:pt x="8655105" y="716603"/>
                  </a:lnTo>
                  <a:lnTo>
                    <a:pt x="8609230" y="732195"/>
                  </a:lnTo>
                  <a:lnTo>
                    <a:pt x="8561524" y="741726"/>
                  </a:lnTo>
                  <a:lnTo>
                    <a:pt x="8512563" y="74495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53" name="Google Shape;153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30071" y="4153242"/>
              <a:ext cx="8486774" cy="55244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3"/>
          <p:cNvSpPr txBox="1"/>
          <p:nvPr>
            <p:ph type="title"/>
          </p:nvPr>
        </p:nvSpPr>
        <p:spPr>
          <a:xfrm>
            <a:off x="1027106" y="1059179"/>
            <a:ext cx="5151120" cy="665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Table </a:t>
            </a:r>
            <a:r>
              <a:rPr lang="en-US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related Queries</a:t>
            </a:r>
            <a:endParaRPr/>
          </a:p>
        </p:txBody>
      </p:sp>
      <p:grpSp>
        <p:nvGrpSpPr>
          <p:cNvPr id="159" name="Google Shape;159;p13"/>
          <p:cNvGrpSpPr/>
          <p:nvPr/>
        </p:nvGrpSpPr>
        <p:grpSpPr>
          <a:xfrm>
            <a:off x="1028700" y="6426905"/>
            <a:ext cx="5924550" cy="2443480"/>
            <a:chOff x="1028700" y="6426905"/>
            <a:chExt cx="5924550" cy="2443480"/>
          </a:xfrm>
        </p:grpSpPr>
        <p:sp>
          <p:nvSpPr>
            <p:cNvPr id="160" name="Google Shape;160;p13"/>
            <p:cNvSpPr/>
            <p:nvPr/>
          </p:nvSpPr>
          <p:spPr>
            <a:xfrm>
              <a:off x="1028700" y="6426905"/>
              <a:ext cx="5924550" cy="2443480"/>
            </a:xfrm>
            <a:custGeom>
              <a:rect b="b" l="l" r="r" t="t"/>
              <a:pathLst>
                <a:path extrusionOk="0" h="2443479" w="5924550">
                  <a:moveTo>
                    <a:pt x="5438770" y="2443327"/>
                  </a:moveTo>
                  <a:lnTo>
                    <a:pt x="485771" y="2443327"/>
                  </a:lnTo>
                  <a:lnTo>
                    <a:pt x="437761" y="2440950"/>
                  </a:lnTo>
                  <a:lnTo>
                    <a:pt x="390561" y="2433907"/>
                  </a:lnTo>
                  <a:lnTo>
                    <a:pt x="344493" y="2422330"/>
                  </a:lnTo>
                  <a:lnTo>
                    <a:pt x="299876" y="2406350"/>
                  </a:lnTo>
                  <a:lnTo>
                    <a:pt x="257027" y="2386100"/>
                  </a:lnTo>
                  <a:lnTo>
                    <a:pt x="216266" y="2361711"/>
                  </a:lnTo>
                  <a:lnTo>
                    <a:pt x="177910" y="2333316"/>
                  </a:lnTo>
                  <a:lnTo>
                    <a:pt x="142279" y="2301047"/>
                  </a:lnTo>
                  <a:lnTo>
                    <a:pt x="110010" y="2265416"/>
                  </a:lnTo>
                  <a:lnTo>
                    <a:pt x="81615" y="2227061"/>
                  </a:lnTo>
                  <a:lnTo>
                    <a:pt x="57226" y="2186299"/>
                  </a:lnTo>
                  <a:lnTo>
                    <a:pt x="36976" y="2143450"/>
                  </a:lnTo>
                  <a:lnTo>
                    <a:pt x="20997" y="2098833"/>
                  </a:lnTo>
                  <a:lnTo>
                    <a:pt x="9419" y="2052765"/>
                  </a:lnTo>
                  <a:lnTo>
                    <a:pt x="2376" y="2005565"/>
                  </a:lnTo>
                  <a:lnTo>
                    <a:pt x="0" y="1957565"/>
                  </a:lnTo>
                  <a:lnTo>
                    <a:pt x="0" y="485762"/>
                  </a:lnTo>
                  <a:lnTo>
                    <a:pt x="2376" y="437762"/>
                  </a:lnTo>
                  <a:lnTo>
                    <a:pt x="9419" y="390562"/>
                  </a:lnTo>
                  <a:lnTo>
                    <a:pt x="20997" y="344494"/>
                  </a:lnTo>
                  <a:lnTo>
                    <a:pt x="36976" y="299877"/>
                  </a:lnTo>
                  <a:lnTo>
                    <a:pt x="57226" y="257028"/>
                  </a:lnTo>
                  <a:lnTo>
                    <a:pt x="81615" y="216266"/>
                  </a:lnTo>
                  <a:lnTo>
                    <a:pt x="110010" y="177911"/>
                  </a:lnTo>
                  <a:lnTo>
                    <a:pt x="142279" y="142280"/>
                  </a:lnTo>
                  <a:lnTo>
                    <a:pt x="177910" y="110011"/>
                  </a:lnTo>
                  <a:lnTo>
                    <a:pt x="216266" y="81616"/>
                  </a:lnTo>
                  <a:lnTo>
                    <a:pt x="257027" y="57227"/>
                  </a:lnTo>
                  <a:lnTo>
                    <a:pt x="299876" y="36977"/>
                  </a:lnTo>
                  <a:lnTo>
                    <a:pt x="344493" y="20997"/>
                  </a:lnTo>
                  <a:lnTo>
                    <a:pt x="390561" y="9420"/>
                  </a:lnTo>
                  <a:lnTo>
                    <a:pt x="437761" y="2377"/>
                  </a:lnTo>
                  <a:lnTo>
                    <a:pt x="485774" y="0"/>
                  </a:lnTo>
                  <a:lnTo>
                    <a:pt x="5438767" y="0"/>
                  </a:lnTo>
                  <a:lnTo>
                    <a:pt x="5486780" y="2377"/>
                  </a:lnTo>
                  <a:lnTo>
                    <a:pt x="5533980" y="9420"/>
                  </a:lnTo>
                  <a:lnTo>
                    <a:pt x="5580048" y="20997"/>
                  </a:lnTo>
                  <a:lnTo>
                    <a:pt x="5624665" y="36977"/>
                  </a:lnTo>
                  <a:lnTo>
                    <a:pt x="5667514" y="57227"/>
                  </a:lnTo>
                  <a:lnTo>
                    <a:pt x="5708276" y="81616"/>
                  </a:lnTo>
                  <a:lnTo>
                    <a:pt x="5746631" y="110011"/>
                  </a:lnTo>
                  <a:lnTo>
                    <a:pt x="5782262" y="142280"/>
                  </a:lnTo>
                  <a:lnTo>
                    <a:pt x="5814531" y="177911"/>
                  </a:lnTo>
                  <a:lnTo>
                    <a:pt x="5842926" y="216266"/>
                  </a:lnTo>
                  <a:lnTo>
                    <a:pt x="5867315" y="257028"/>
                  </a:lnTo>
                  <a:lnTo>
                    <a:pt x="5887565" y="299877"/>
                  </a:lnTo>
                  <a:lnTo>
                    <a:pt x="5903544" y="344494"/>
                  </a:lnTo>
                  <a:lnTo>
                    <a:pt x="5915122" y="390562"/>
                  </a:lnTo>
                  <a:lnTo>
                    <a:pt x="5922165" y="437762"/>
                  </a:lnTo>
                  <a:lnTo>
                    <a:pt x="5924541" y="485762"/>
                  </a:lnTo>
                  <a:lnTo>
                    <a:pt x="5924541" y="1957565"/>
                  </a:lnTo>
                  <a:lnTo>
                    <a:pt x="5922165" y="2005565"/>
                  </a:lnTo>
                  <a:lnTo>
                    <a:pt x="5915122" y="2052765"/>
                  </a:lnTo>
                  <a:lnTo>
                    <a:pt x="5903544" y="2098833"/>
                  </a:lnTo>
                  <a:lnTo>
                    <a:pt x="5887565" y="2143450"/>
                  </a:lnTo>
                  <a:lnTo>
                    <a:pt x="5867315" y="2186299"/>
                  </a:lnTo>
                  <a:lnTo>
                    <a:pt x="5842926" y="2227061"/>
                  </a:lnTo>
                  <a:lnTo>
                    <a:pt x="5814531" y="2265416"/>
                  </a:lnTo>
                  <a:lnTo>
                    <a:pt x="5782262" y="2301047"/>
                  </a:lnTo>
                  <a:lnTo>
                    <a:pt x="5746631" y="2333316"/>
                  </a:lnTo>
                  <a:lnTo>
                    <a:pt x="5708276" y="2361711"/>
                  </a:lnTo>
                  <a:lnTo>
                    <a:pt x="5667514" y="2386100"/>
                  </a:lnTo>
                  <a:lnTo>
                    <a:pt x="5624665" y="2406350"/>
                  </a:lnTo>
                  <a:lnTo>
                    <a:pt x="5580048" y="2422330"/>
                  </a:lnTo>
                  <a:lnTo>
                    <a:pt x="5533980" y="2433907"/>
                  </a:lnTo>
                  <a:lnTo>
                    <a:pt x="5486780" y="2440950"/>
                  </a:lnTo>
                  <a:lnTo>
                    <a:pt x="5438770" y="244332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61" name="Google Shape;161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352495" y="6703499"/>
              <a:ext cx="5400674" cy="197167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2" name="Google Shape;162;p13"/>
          <p:cNvSpPr txBox="1"/>
          <p:nvPr/>
        </p:nvSpPr>
        <p:spPr>
          <a:xfrm>
            <a:off x="1027106" y="2024222"/>
            <a:ext cx="6859270" cy="29197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Create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8784" lvl="0" marL="450850" marR="5080" rtl="0" algn="l">
              <a:lnSpc>
                <a:spcPct val="115199"/>
              </a:lnSpc>
              <a:spcBef>
                <a:spcPts val="173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A69EF1"/>
                </a:solidFill>
                <a:latin typeface="Arial"/>
                <a:ea typeface="Arial"/>
                <a:cs typeface="Arial"/>
                <a:sym typeface="Arial"/>
              </a:rPr>
              <a:t>CREATE TABLE </a:t>
            </a:r>
            <a:r>
              <a:rPr i="1" lang="en-US"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table_name (  column_name1 </a:t>
            </a:r>
            <a:r>
              <a:rPr lang="en-US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datatype constraint</a:t>
            </a:r>
            <a:r>
              <a:rPr i="1" lang="en-US"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,  column_name2 </a:t>
            </a:r>
            <a:r>
              <a:rPr lang="en-US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datatype constraint,</a:t>
            </a:r>
            <a:endParaRPr sz="32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585"/>
              </a:spcBef>
              <a:spcAft>
                <a:spcPts val="0"/>
              </a:spcAft>
              <a:buNone/>
            </a:pPr>
            <a:r>
              <a:rPr i="1" lang="en-US"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);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4"/>
          <p:cNvSpPr txBox="1"/>
          <p:nvPr>
            <p:ph type="title"/>
          </p:nvPr>
        </p:nvSpPr>
        <p:spPr>
          <a:xfrm>
            <a:off x="1027106" y="1059177"/>
            <a:ext cx="5151120" cy="665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Table </a:t>
            </a:r>
            <a:r>
              <a:rPr lang="en-US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related Queries</a:t>
            </a:r>
            <a:endParaRPr/>
          </a:p>
        </p:txBody>
      </p:sp>
      <p:grpSp>
        <p:nvGrpSpPr>
          <p:cNvPr id="168" name="Google Shape;168;p14"/>
          <p:cNvGrpSpPr/>
          <p:nvPr/>
        </p:nvGrpSpPr>
        <p:grpSpPr>
          <a:xfrm>
            <a:off x="1028700" y="4780264"/>
            <a:ext cx="5750560" cy="727075"/>
            <a:chOff x="1028700" y="4780264"/>
            <a:chExt cx="5750560" cy="727075"/>
          </a:xfrm>
        </p:grpSpPr>
        <p:sp>
          <p:nvSpPr>
            <p:cNvPr id="169" name="Google Shape;169;p14"/>
            <p:cNvSpPr/>
            <p:nvPr/>
          </p:nvSpPr>
          <p:spPr>
            <a:xfrm>
              <a:off x="1028700" y="4780264"/>
              <a:ext cx="5750560" cy="727075"/>
            </a:xfrm>
            <a:custGeom>
              <a:rect b="b" l="l" r="r" t="t"/>
              <a:pathLst>
                <a:path extrusionOk="0" h="727075" w="5750559">
                  <a:moveTo>
                    <a:pt x="5387158" y="726472"/>
                  </a:moveTo>
                  <a:lnTo>
                    <a:pt x="363235" y="726472"/>
                  </a:lnTo>
                  <a:lnTo>
                    <a:pt x="313946" y="723156"/>
                  </a:lnTo>
                  <a:lnTo>
                    <a:pt x="266672" y="713496"/>
                  </a:lnTo>
                  <a:lnTo>
                    <a:pt x="221847" y="697927"/>
                  </a:lnTo>
                  <a:lnTo>
                    <a:pt x="179903" y="676879"/>
                  </a:lnTo>
                  <a:lnTo>
                    <a:pt x="141272" y="650787"/>
                  </a:lnTo>
                  <a:lnTo>
                    <a:pt x="106388" y="620082"/>
                  </a:lnTo>
                  <a:lnTo>
                    <a:pt x="75684" y="585198"/>
                  </a:lnTo>
                  <a:lnTo>
                    <a:pt x="49591" y="546568"/>
                  </a:lnTo>
                  <a:lnTo>
                    <a:pt x="28544" y="504623"/>
                  </a:lnTo>
                  <a:lnTo>
                    <a:pt x="12974" y="459798"/>
                  </a:lnTo>
                  <a:lnTo>
                    <a:pt x="3315" y="412525"/>
                  </a:lnTo>
                  <a:lnTo>
                    <a:pt x="0" y="363225"/>
                  </a:lnTo>
                  <a:lnTo>
                    <a:pt x="3315" y="313947"/>
                  </a:lnTo>
                  <a:lnTo>
                    <a:pt x="12974" y="266673"/>
                  </a:lnTo>
                  <a:lnTo>
                    <a:pt x="28544" y="221848"/>
                  </a:lnTo>
                  <a:lnTo>
                    <a:pt x="49591" y="179903"/>
                  </a:lnTo>
                  <a:lnTo>
                    <a:pt x="75684" y="141273"/>
                  </a:lnTo>
                  <a:lnTo>
                    <a:pt x="106388" y="106389"/>
                  </a:lnTo>
                  <a:lnTo>
                    <a:pt x="141272" y="75684"/>
                  </a:lnTo>
                  <a:lnTo>
                    <a:pt x="179903" y="49592"/>
                  </a:lnTo>
                  <a:lnTo>
                    <a:pt x="221847" y="28544"/>
                  </a:lnTo>
                  <a:lnTo>
                    <a:pt x="266672" y="12975"/>
                  </a:lnTo>
                  <a:lnTo>
                    <a:pt x="313946" y="3315"/>
                  </a:lnTo>
                  <a:lnTo>
                    <a:pt x="363235" y="0"/>
                  </a:lnTo>
                  <a:lnTo>
                    <a:pt x="5387158" y="0"/>
                  </a:lnTo>
                  <a:lnTo>
                    <a:pt x="5436447" y="3315"/>
                  </a:lnTo>
                  <a:lnTo>
                    <a:pt x="5483721" y="12975"/>
                  </a:lnTo>
                  <a:lnTo>
                    <a:pt x="5528546" y="28544"/>
                  </a:lnTo>
                  <a:lnTo>
                    <a:pt x="5570491" y="49592"/>
                  </a:lnTo>
                  <a:lnTo>
                    <a:pt x="5609121" y="75684"/>
                  </a:lnTo>
                  <a:lnTo>
                    <a:pt x="5644005" y="106389"/>
                  </a:lnTo>
                  <a:lnTo>
                    <a:pt x="5674710" y="141273"/>
                  </a:lnTo>
                  <a:lnTo>
                    <a:pt x="5700802" y="179903"/>
                  </a:lnTo>
                  <a:lnTo>
                    <a:pt x="5721850" y="221848"/>
                  </a:lnTo>
                  <a:lnTo>
                    <a:pt x="5737420" y="266673"/>
                  </a:lnTo>
                  <a:lnTo>
                    <a:pt x="5747079" y="313947"/>
                  </a:lnTo>
                  <a:lnTo>
                    <a:pt x="5750393" y="363236"/>
                  </a:lnTo>
                  <a:lnTo>
                    <a:pt x="5747079" y="412525"/>
                  </a:lnTo>
                  <a:lnTo>
                    <a:pt x="5737420" y="459798"/>
                  </a:lnTo>
                  <a:lnTo>
                    <a:pt x="5721850" y="504623"/>
                  </a:lnTo>
                  <a:lnTo>
                    <a:pt x="5700802" y="546568"/>
                  </a:lnTo>
                  <a:lnTo>
                    <a:pt x="5674710" y="585198"/>
                  </a:lnTo>
                  <a:lnTo>
                    <a:pt x="5644005" y="620082"/>
                  </a:lnTo>
                  <a:lnTo>
                    <a:pt x="5609121" y="650787"/>
                  </a:lnTo>
                  <a:lnTo>
                    <a:pt x="5570491" y="676879"/>
                  </a:lnTo>
                  <a:lnTo>
                    <a:pt x="5528546" y="697927"/>
                  </a:lnTo>
                  <a:lnTo>
                    <a:pt x="5483721" y="713496"/>
                  </a:lnTo>
                  <a:lnTo>
                    <a:pt x="5436447" y="723156"/>
                  </a:lnTo>
                  <a:lnTo>
                    <a:pt x="5387158" y="72647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70" name="Google Shape;170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57164" y="4886723"/>
              <a:ext cx="5495924" cy="51434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1" name="Google Shape;171;p14"/>
          <p:cNvSpPr txBox="1"/>
          <p:nvPr/>
        </p:nvSpPr>
        <p:spPr>
          <a:xfrm>
            <a:off x="1027106" y="3587943"/>
            <a:ext cx="5364480" cy="513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A69EF1"/>
                </a:solidFill>
                <a:latin typeface="Arial"/>
                <a:ea typeface="Arial"/>
                <a:cs typeface="Arial"/>
                <a:sym typeface="Arial"/>
              </a:rPr>
              <a:t>SELECT * FROM </a:t>
            </a:r>
            <a:r>
              <a:rPr i="1" lang="en-US"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table_name;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4"/>
          <p:cNvSpPr txBox="1"/>
          <p:nvPr/>
        </p:nvSpPr>
        <p:spPr>
          <a:xfrm>
            <a:off x="1027106" y="2024221"/>
            <a:ext cx="4281805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Select &amp; View ALL columns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5"/>
          <p:cNvSpPr txBox="1"/>
          <p:nvPr>
            <p:ph type="title"/>
          </p:nvPr>
        </p:nvSpPr>
        <p:spPr>
          <a:xfrm>
            <a:off x="1027106" y="1059181"/>
            <a:ext cx="5151120" cy="665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Table </a:t>
            </a:r>
            <a:r>
              <a:rPr lang="en-US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related Queries</a:t>
            </a:r>
            <a:endParaRPr/>
          </a:p>
        </p:txBody>
      </p:sp>
      <p:grpSp>
        <p:nvGrpSpPr>
          <p:cNvPr id="178" name="Google Shape;178;p15"/>
          <p:cNvGrpSpPr/>
          <p:nvPr/>
        </p:nvGrpSpPr>
        <p:grpSpPr>
          <a:xfrm>
            <a:off x="1028700" y="6571428"/>
            <a:ext cx="4900930" cy="3102610"/>
            <a:chOff x="1028700" y="6571428"/>
            <a:chExt cx="4900930" cy="3102610"/>
          </a:xfrm>
        </p:grpSpPr>
        <p:sp>
          <p:nvSpPr>
            <p:cNvPr id="179" name="Google Shape;179;p15"/>
            <p:cNvSpPr/>
            <p:nvPr/>
          </p:nvSpPr>
          <p:spPr>
            <a:xfrm>
              <a:off x="1028700" y="6571428"/>
              <a:ext cx="4900930" cy="3102610"/>
            </a:xfrm>
            <a:custGeom>
              <a:rect b="b" l="l" r="r" t="t"/>
              <a:pathLst>
                <a:path extrusionOk="0" h="3102609" w="4900930">
                  <a:moveTo>
                    <a:pt x="4414808" y="3102399"/>
                  </a:moveTo>
                  <a:lnTo>
                    <a:pt x="485767" y="3102399"/>
                  </a:lnTo>
                  <a:lnTo>
                    <a:pt x="438990" y="3100175"/>
                  </a:lnTo>
                  <a:lnTo>
                    <a:pt x="393465" y="3093640"/>
                  </a:lnTo>
                  <a:lnTo>
                    <a:pt x="349402" y="3082996"/>
                  </a:lnTo>
                  <a:lnTo>
                    <a:pt x="307004" y="3068448"/>
                  </a:lnTo>
                  <a:lnTo>
                    <a:pt x="266475" y="3050198"/>
                  </a:lnTo>
                  <a:lnTo>
                    <a:pt x="228018" y="3028451"/>
                  </a:lnTo>
                  <a:lnTo>
                    <a:pt x="191837" y="3003411"/>
                  </a:lnTo>
                  <a:lnTo>
                    <a:pt x="158136" y="2975279"/>
                  </a:lnTo>
                  <a:lnTo>
                    <a:pt x="127118" y="2944262"/>
                  </a:lnTo>
                  <a:lnTo>
                    <a:pt x="98987" y="2910561"/>
                  </a:lnTo>
                  <a:lnTo>
                    <a:pt x="73946" y="2874380"/>
                  </a:lnTo>
                  <a:lnTo>
                    <a:pt x="52200" y="2835923"/>
                  </a:lnTo>
                  <a:lnTo>
                    <a:pt x="33950" y="2795394"/>
                  </a:lnTo>
                  <a:lnTo>
                    <a:pt x="19402" y="2752996"/>
                  </a:lnTo>
                  <a:lnTo>
                    <a:pt x="8758" y="2708932"/>
                  </a:lnTo>
                  <a:lnTo>
                    <a:pt x="2223" y="2663407"/>
                  </a:lnTo>
                  <a:lnTo>
                    <a:pt x="0" y="2616637"/>
                  </a:lnTo>
                  <a:lnTo>
                    <a:pt x="0" y="485761"/>
                  </a:lnTo>
                  <a:lnTo>
                    <a:pt x="2223" y="438991"/>
                  </a:lnTo>
                  <a:lnTo>
                    <a:pt x="8758" y="393466"/>
                  </a:lnTo>
                  <a:lnTo>
                    <a:pt x="19402" y="349402"/>
                  </a:lnTo>
                  <a:lnTo>
                    <a:pt x="33950" y="307004"/>
                  </a:lnTo>
                  <a:lnTo>
                    <a:pt x="52200" y="266475"/>
                  </a:lnTo>
                  <a:lnTo>
                    <a:pt x="73946" y="228018"/>
                  </a:lnTo>
                  <a:lnTo>
                    <a:pt x="98987" y="191838"/>
                  </a:lnTo>
                  <a:lnTo>
                    <a:pt x="127118" y="158137"/>
                  </a:lnTo>
                  <a:lnTo>
                    <a:pt x="158136" y="127119"/>
                  </a:lnTo>
                  <a:lnTo>
                    <a:pt x="191837" y="98988"/>
                  </a:lnTo>
                  <a:lnTo>
                    <a:pt x="228018" y="73947"/>
                  </a:lnTo>
                  <a:lnTo>
                    <a:pt x="266475" y="52200"/>
                  </a:lnTo>
                  <a:lnTo>
                    <a:pt x="307004" y="33951"/>
                  </a:lnTo>
                  <a:lnTo>
                    <a:pt x="349402" y="19402"/>
                  </a:lnTo>
                  <a:lnTo>
                    <a:pt x="393465" y="8759"/>
                  </a:lnTo>
                  <a:lnTo>
                    <a:pt x="438990" y="2223"/>
                  </a:lnTo>
                  <a:lnTo>
                    <a:pt x="485774" y="0"/>
                  </a:lnTo>
                  <a:lnTo>
                    <a:pt x="4414800" y="0"/>
                  </a:lnTo>
                  <a:lnTo>
                    <a:pt x="4461584" y="2223"/>
                  </a:lnTo>
                  <a:lnTo>
                    <a:pt x="4507109" y="8759"/>
                  </a:lnTo>
                  <a:lnTo>
                    <a:pt x="4551172" y="19402"/>
                  </a:lnTo>
                  <a:lnTo>
                    <a:pt x="4593570" y="33951"/>
                  </a:lnTo>
                  <a:lnTo>
                    <a:pt x="4634100" y="52200"/>
                  </a:lnTo>
                  <a:lnTo>
                    <a:pt x="4672556" y="73947"/>
                  </a:lnTo>
                  <a:lnTo>
                    <a:pt x="4708737" y="98988"/>
                  </a:lnTo>
                  <a:lnTo>
                    <a:pt x="4742438" y="127119"/>
                  </a:lnTo>
                  <a:lnTo>
                    <a:pt x="4773456" y="158137"/>
                  </a:lnTo>
                  <a:lnTo>
                    <a:pt x="4801587" y="191838"/>
                  </a:lnTo>
                  <a:lnTo>
                    <a:pt x="4826628" y="228018"/>
                  </a:lnTo>
                  <a:lnTo>
                    <a:pt x="4848375" y="266475"/>
                  </a:lnTo>
                  <a:lnTo>
                    <a:pt x="4866624" y="307004"/>
                  </a:lnTo>
                  <a:lnTo>
                    <a:pt x="4881172" y="349402"/>
                  </a:lnTo>
                  <a:lnTo>
                    <a:pt x="4891816" y="393466"/>
                  </a:lnTo>
                  <a:lnTo>
                    <a:pt x="4898352" y="438991"/>
                  </a:lnTo>
                  <a:lnTo>
                    <a:pt x="4900575" y="485761"/>
                  </a:lnTo>
                  <a:lnTo>
                    <a:pt x="4900575" y="2616637"/>
                  </a:lnTo>
                  <a:lnTo>
                    <a:pt x="4898352" y="2663407"/>
                  </a:lnTo>
                  <a:lnTo>
                    <a:pt x="4891816" y="2708932"/>
                  </a:lnTo>
                  <a:lnTo>
                    <a:pt x="4881172" y="2752996"/>
                  </a:lnTo>
                  <a:lnTo>
                    <a:pt x="4866624" y="2795394"/>
                  </a:lnTo>
                  <a:lnTo>
                    <a:pt x="4848375" y="2835923"/>
                  </a:lnTo>
                  <a:lnTo>
                    <a:pt x="4826628" y="2874380"/>
                  </a:lnTo>
                  <a:lnTo>
                    <a:pt x="4801587" y="2910561"/>
                  </a:lnTo>
                  <a:lnTo>
                    <a:pt x="4773456" y="2944262"/>
                  </a:lnTo>
                  <a:lnTo>
                    <a:pt x="4742438" y="2975279"/>
                  </a:lnTo>
                  <a:lnTo>
                    <a:pt x="4708737" y="3003411"/>
                  </a:lnTo>
                  <a:lnTo>
                    <a:pt x="4672556" y="3028451"/>
                  </a:lnTo>
                  <a:lnTo>
                    <a:pt x="4634100" y="3050198"/>
                  </a:lnTo>
                  <a:lnTo>
                    <a:pt x="4593570" y="3068448"/>
                  </a:lnTo>
                  <a:lnTo>
                    <a:pt x="4551172" y="3082996"/>
                  </a:lnTo>
                  <a:lnTo>
                    <a:pt x="4507109" y="3093640"/>
                  </a:lnTo>
                  <a:lnTo>
                    <a:pt x="4461584" y="3100175"/>
                  </a:lnTo>
                  <a:lnTo>
                    <a:pt x="4414808" y="310239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80" name="Google Shape;180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5297" y="6831791"/>
              <a:ext cx="4410074" cy="258127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1" name="Google Shape;181;p15"/>
          <p:cNvSpPr txBox="1"/>
          <p:nvPr/>
        </p:nvSpPr>
        <p:spPr>
          <a:xfrm>
            <a:off x="1027106" y="2024226"/>
            <a:ext cx="4679315" cy="34817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Insert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5080" rtl="0" algn="l">
              <a:lnSpc>
                <a:spcPct val="115199"/>
              </a:lnSpc>
              <a:spcBef>
                <a:spcPts val="173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A69EF1"/>
                </a:solidFill>
                <a:latin typeface="Arial"/>
                <a:ea typeface="Arial"/>
                <a:cs typeface="Arial"/>
                <a:sym typeface="Arial"/>
              </a:rPr>
              <a:t>INSERT INTO </a:t>
            </a:r>
            <a:r>
              <a:rPr i="1" lang="en-US"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table_name  (colname1, colname2);  </a:t>
            </a:r>
            <a:r>
              <a:rPr b="1" lang="en-US" sz="3200">
                <a:solidFill>
                  <a:srgbClr val="A69EF1"/>
                </a:solidFill>
                <a:latin typeface="Arial"/>
                <a:ea typeface="Arial"/>
                <a:cs typeface="Arial"/>
                <a:sym typeface="Arial"/>
              </a:rPr>
              <a:t>VALUES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1223010" rtl="0" algn="l">
              <a:lnSpc>
                <a:spcPct val="115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(col1_v1, col2_v1),  (col1_v2, col2_v2);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6"/>
          <p:cNvSpPr txBox="1"/>
          <p:nvPr>
            <p:ph type="title"/>
          </p:nvPr>
        </p:nvSpPr>
        <p:spPr>
          <a:xfrm>
            <a:off x="1027106" y="1059180"/>
            <a:ext cx="1197610" cy="665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Keys</a:t>
            </a:r>
            <a:endParaRPr/>
          </a:p>
        </p:txBody>
      </p:sp>
      <p:grpSp>
        <p:nvGrpSpPr>
          <p:cNvPr id="187" name="Google Shape;187;p16"/>
          <p:cNvGrpSpPr/>
          <p:nvPr/>
        </p:nvGrpSpPr>
        <p:grpSpPr>
          <a:xfrm>
            <a:off x="2299728" y="1140535"/>
            <a:ext cx="666760" cy="616585"/>
            <a:chOff x="2299728" y="1140535"/>
            <a:chExt cx="666760" cy="616585"/>
          </a:xfrm>
        </p:grpSpPr>
        <p:pic>
          <p:nvPicPr>
            <p:cNvPr id="188" name="Google Shape;188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777276" y="1218600"/>
              <a:ext cx="189212" cy="18844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9" name="Google Shape;189;p16"/>
            <p:cNvSpPr/>
            <p:nvPr/>
          </p:nvSpPr>
          <p:spPr>
            <a:xfrm>
              <a:off x="2299728" y="1140535"/>
              <a:ext cx="619125" cy="616585"/>
            </a:xfrm>
            <a:custGeom>
              <a:rect b="b" l="l" r="r" t="t"/>
              <a:pathLst>
                <a:path extrusionOk="0" h="616585" w="619125">
                  <a:moveTo>
                    <a:pt x="297332" y="468426"/>
                  </a:moveTo>
                  <a:lnTo>
                    <a:pt x="289750" y="421665"/>
                  </a:lnTo>
                  <a:lnTo>
                    <a:pt x="268617" y="381025"/>
                  </a:lnTo>
                  <a:lnTo>
                    <a:pt x="243281" y="355790"/>
                  </a:lnTo>
                  <a:lnTo>
                    <a:pt x="243281" y="468426"/>
                  </a:lnTo>
                  <a:lnTo>
                    <a:pt x="235839" y="505104"/>
                  </a:lnTo>
                  <a:lnTo>
                    <a:pt x="215569" y="535051"/>
                  </a:lnTo>
                  <a:lnTo>
                    <a:pt x="185496" y="555244"/>
                  </a:lnTo>
                  <a:lnTo>
                    <a:pt x="148666" y="562648"/>
                  </a:lnTo>
                  <a:lnTo>
                    <a:pt x="111836" y="555244"/>
                  </a:lnTo>
                  <a:lnTo>
                    <a:pt x="81775" y="535051"/>
                  </a:lnTo>
                  <a:lnTo>
                    <a:pt x="61493" y="505104"/>
                  </a:lnTo>
                  <a:lnTo>
                    <a:pt x="54063" y="468426"/>
                  </a:lnTo>
                  <a:lnTo>
                    <a:pt x="61493" y="431736"/>
                  </a:lnTo>
                  <a:lnTo>
                    <a:pt x="81775" y="401789"/>
                  </a:lnTo>
                  <a:lnTo>
                    <a:pt x="111836" y="381596"/>
                  </a:lnTo>
                  <a:lnTo>
                    <a:pt x="148666" y="374192"/>
                  </a:lnTo>
                  <a:lnTo>
                    <a:pt x="185496" y="381596"/>
                  </a:lnTo>
                  <a:lnTo>
                    <a:pt x="215569" y="401789"/>
                  </a:lnTo>
                  <a:lnTo>
                    <a:pt x="235839" y="431736"/>
                  </a:lnTo>
                  <a:lnTo>
                    <a:pt x="243281" y="468426"/>
                  </a:lnTo>
                  <a:lnTo>
                    <a:pt x="243281" y="355790"/>
                  </a:lnTo>
                  <a:lnTo>
                    <a:pt x="236423" y="348957"/>
                  </a:lnTo>
                  <a:lnTo>
                    <a:pt x="195618" y="327914"/>
                  </a:lnTo>
                  <a:lnTo>
                    <a:pt x="148666" y="320357"/>
                  </a:lnTo>
                  <a:lnTo>
                    <a:pt x="101727" y="327914"/>
                  </a:lnTo>
                  <a:lnTo>
                    <a:pt x="60921" y="348957"/>
                  </a:lnTo>
                  <a:lnTo>
                    <a:pt x="28727" y="381025"/>
                  </a:lnTo>
                  <a:lnTo>
                    <a:pt x="7594" y="421665"/>
                  </a:lnTo>
                  <a:lnTo>
                    <a:pt x="0" y="468426"/>
                  </a:lnTo>
                  <a:lnTo>
                    <a:pt x="7594" y="515175"/>
                  </a:lnTo>
                  <a:lnTo>
                    <a:pt x="28727" y="555815"/>
                  </a:lnTo>
                  <a:lnTo>
                    <a:pt x="60921" y="587883"/>
                  </a:lnTo>
                  <a:lnTo>
                    <a:pt x="101727" y="608926"/>
                  </a:lnTo>
                  <a:lnTo>
                    <a:pt x="148666" y="616483"/>
                  </a:lnTo>
                  <a:lnTo>
                    <a:pt x="195618" y="608926"/>
                  </a:lnTo>
                  <a:lnTo>
                    <a:pt x="236423" y="587883"/>
                  </a:lnTo>
                  <a:lnTo>
                    <a:pt x="268617" y="555815"/>
                  </a:lnTo>
                  <a:lnTo>
                    <a:pt x="289750" y="515175"/>
                  </a:lnTo>
                  <a:lnTo>
                    <a:pt x="297332" y="468426"/>
                  </a:lnTo>
                  <a:close/>
                </a:path>
                <a:path extrusionOk="0" h="616585" w="619125">
                  <a:moveTo>
                    <a:pt x="618998" y="39484"/>
                  </a:moveTo>
                  <a:lnTo>
                    <a:pt x="582955" y="3594"/>
                  </a:lnTo>
                  <a:lnTo>
                    <a:pt x="579361" y="0"/>
                  </a:lnTo>
                  <a:lnTo>
                    <a:pt x="573951" y="0"/>
                  </a:lnTo>
                  <a:lnTo>
                    <a:pt x="247777" y="324840"/>
                  </a:lnTo>
                  <a:lnTo>
                    <a:pt x="292836" y="369709"/>
                  </a:lnTo>
                  <a:lnTo>
                    <a:pt x="618998" y="44869"/>
                  </a:lnTo>
                  <a:lnTo>
                    <a:pt x="618998" y="39484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90" name="Google Shape;190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515757" y="1433741"/>
              <a:ext cx="108572" cy="10813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1" name="Google Shape;191;p16"/>
          <p:cNvSpPr txBox="1"/>
          <p:nvPr/>
        </p:nvSpPr>
        <p:spPr>
          <a:xfrm>
            <a:off x="1027106" y="2024222"/>
            <a:ext cx="13686790" cy="1877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7D9FF"/>
                </a:solidFill>
                <a:latin typeface="Trebuchet MS"/>
                <a:ea typeface="Trebuchet MS"/>
                <a:cs typeface="Trebuchet MS"/>
                <a:sym typeface="Trebuchet MS"/>
              </a:rPr>
              <a:t>Primary Key</a:t>
            </a:r>
            <a:endParaRPr sz="2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5080" rtl="0" algn="l">
              <a:lnSpc>
                <a:spcPct val="165400"/>
              </a:lnSpc>
              <a:spcBef>
                <a:spcPts val="105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It is a column (or set of columns) in a table that uniquely identifies each row. (a unique id)  There is only 1 PK &amp; it should be NOT null.</a:t>
            </a:r>
            <a:endParaRPr sz="2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92" name="Google Shape;192;p16"/>
          <p:cNvSpPr txBox="1"/>
          <p:nvPr/>
        </p:nvSpPr>
        <p:spPr>
          <a:xfrm>
            <a:off x="1016446" y="5594259"/>
            <a:ext cx="15580994" cy="1190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2286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7D9FF"/>
                </a:solidFill>
                <a:latin typeface="Trebuchet MS"/>
                <a:ea typeface="Trebuchet MS"/>
                <a:cs typeface="Trebuchet MS"/>
                <a:sym typeface="Trebuchet MS"/>
              </a:rPr>
              <a:t>Foreign Key</a:t>
            </a:r>
            <a:endParaRPr sz="2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2455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 foreign key is a column (or set of columns) in a table that refers to the primary key in another table.</a:t>
            </a:r>
            <a:endParaRPr sz="2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93" name="Google Shape;193;p16"/>
          <p:cNvSpPr txBox="1"/>
          <p:nvPr/>
        </p:nvSpPr>
        <p:spPr>
          <a:xfrm>
            <a:off x="1016000" y="7014119"/>
            <a:ext cx="5742940" cy="1162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2349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There can be multiple FKs.</a:t>
            </a:r>
            <a:endParaRPr sz="2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223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FKs can have duplicate &amp; null values.</a:t>
            </a:r>
            <a:endParaRPr sz="2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7"/>
          <p:cNvSpPr txBox="1"/>
          <p:nvPr>
            <p:ph type="title"/>
          </p:nvPr>
        </p:nvSpPr>
        <p:spPr>
          <a:xfrm>
            <a:off x="1027106" y="1059181"/>
            <a:ext cx="1197610" cy="665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Keys</a:t>
            </a:r>
            <a:endParaRPr/>
          </a:p>
        </p:txBody>
      </p:sp>
      <p:grpSp>
        <p:nvGrpSpPr>
          <p:cNvPr id="199" name="Google Shape;199;p17"/>
          <p:cNvGrpSpPr/>
          <p:nvPr/>
        </p:nvGrpSpPr>
        <p:grpSpPr>
          <a:xfrm>
            <a:off x="2299728" y="1140535"/>
            <a:ext cx="666760" cy="616585"/>
            <a:chOff x="2299728" y="1140535"/>
            <a:chExt cx="666760" cy="616585"/>
          </a:xfrm>
        </p:grpSpPr>
        <p:pic>
          <p:nvPicPr>
            <p:cNvPr id="200" name="Google Shape;200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777276" y="1218600"/>
              <a:ext cx="189212" cy="18844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1" name="Google Shape;201;p17"/>
            <p:cNvSpPr/>
            <p:nvPr/>
          </p:nvSpPr>
          <p:spPr>
            <a:xfrm>
              <a:off x="2299728" y="1140535"/>
              <a:ext cx="619125" cy="616585"/>
            </a:xfrm>
            <a:custGeom>
              <a:rect b="b" l="l" r="r" t="t"/>
              <a:pathLst>
                <a:path extrusionOk="0" h="616585" w="619125">
                  <a:moveTo>
                    <a:pt x="297332" y="468426"/>
                  </a:moveTo>
                  <a:lnTo>
                    <a:pt x="289750" y="421665"/>
                  </a:lnTo>
                  <a:lnTo>
                    <a:pt x="268617" y="381025"/>
                  </a:lnTo>
                  <a:lnTo>
                    <a:pt x="243281" y="355790"/>
                  </a:lnTo>
                  <a:lnTo>
                    <a:pt x="243281" y="468426"/>
                  </a:lnTo>
                  <a:lnTo>
                    <a:pt x="235839" y="505104"/>
                  </a:lnTo>
                  <a:lnTo>
                    <a:pt x="215569" y="535051"/>
                  </a:lnTo>
                  <a:lnTo>
                    <a:pt x="185496" y="555244"/>
                  </a:lnTo>
                  <a:lnTo>
                    <a:pt x="148666" y="562648"/>
                  </a:lnTo>
                  <a:lnTo>
                    <a:pt x="111836" y="555244"/>
                  </a:lnTo>
                  <a:lnTo>
                    <a:pt x="81775" y="535051"/>
                  </a:lnTo>
                  <a:lnTo>
                    <a:pt x="61493" y="505104"/>
                  </a:lnTo>
                  <a:lnTo>
                    <a:pt x="54063" y="468426"/>
                  </a:lnTo>
                  <a:lnTo>
                    <a:pt x="61493" y="431736"/>
                  </a:lnTo>
                  <a:lnTo>
                    <a:pt x="81775" y="401789"/>
                  </a:lnTo>
                  <a:lnTo>
                    <a:pt x="111836" y="381596"/>
                  </a:lnTo>
                  <a:lnTo>
                    <a:pt x="148666" y="374192"/>
                  </a:lnTo>
                  <a:lnTo>
                    <a:pt x="185496" y="381596"/>
                  </a:lnTo>
                  <a:lnTo>
                    <a:pt x="215569" y="401789"/>
                  </a:lnTo>
                  <a:lnTo>
                    <a:pt x="235839" y="431736"/>
                  </a:lnTo>
                  <a:lnTo>
                    <a:pt x="243281" y="468426"/>
                  </a:lnTo>
                  <a:lnTo>
                    <a:pt x="243281" y="355790"/>
                  </a:lnTo>
                  <a:lnTo>
                    <a:pt x="236423" y="348957"/>
                  </a:lnTo>
                  <a:lnTo>
                    <a:pt x="195618" y="327914"/>
                  </a:lnTo>
                  <a:lnTo>
                    <a:pt x="148666" y="320357"/>
                  </a:lnTo>
                  <a:lnTo>
                    <a:pt x="101727" y="327914"/>
                  </a:lnTo>
                  <a:lnTo>
                    <a:pt x="60921" y="348957"/>
                  </a:lnTo>
                  <a:lnTo>
                    <a:pt x="28727" y="381025"/>
                  </a:lnTo>
                  <a:lnTo>
                    <a:pt x="7594" y="421665"/>
                  </a:lnTo>
                  <a:lnTo>
                    <a:pt x="0" y="468426"/>
                  </a:lnTo>
                  <a:lnTo>
                    <a:pt x="7594" y="515175"/>
                  </a:lnTo>
                  <a:lnTo>
                    <a:pt x="28727" y="555815"/>
                  </a:lnTo>
                  <a:lnTo>
                    <a:pt x="60921" y="587883"/>
                  </a:lnTo>
                  <a:lnTo>
                    <a:pt x="101727" y="608926"/>
                  </a:lnTo>
                  <a:lnTo>
                    <a:pt x="148666" y="616483"/>
                  </a:lnTo>
                  <a:lnTo>
                    <a:pt x="195618" y="608926"/>
                  </a:lnTo>
                  <a:lnTo>
                    <a:pt x="236423" y="587883"/>
                  </a:lnTo>
                  <a:lnTo>
                    <a:pt x="268617" y="555815"/>
                  </a:lnTo>
                  <a:lnTo>
                    <a:pt x="289750" y="515175"/>
                  </a:lnTo>
                  <a:lnTo>
                    <a:pt x="297332" y="468426"/>
                  </a:lnTo>
                  <a:close/>
                </a:path>
                <a:path extrusionOk="0" h="616585" w="619125">
                  <a:moveTo>
                    <a:pt x="618998" y="39484"/>
                  </a:moveTo>
                  <a:lnTo>
                    <a:pt x="582955" y="3594"/>
                  </a:lnTo>
                  <a:lnTo>
                    <a:pt x="579361" y="0"/>
                  </a:lnTo>
                  <a:lnTo>
                    <a:pt x="573951" y="0"/>
                  </a:lnTo>
                  <a:lnTo>
                    <a:pt x="247777" y="324840"/>
                  </a:lnTo>
                  <a:lnTo>
                    <a:pt x="292836" y="369709"/>
                  </a:lnTo>
                  <a:lnTo>
                    <a:pt x="618998" y="44869"/>
                  </a:lnTo>
                  <a:lnTo>
                    <a:pt x="618998" y="39484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02" name="Google Shape;202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515757" y="1433741"/>
              <a:ext cx="108572" cy="10813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03" name="Google Shape;203;p17"/>
          <p:cNvGrpSpPr/>
          <p:nvPr/>
        </p:nvGrpSpPr>
        <p:grpSpPr>
          <a:xfrm>
            <a:off x="854553" y="2902305"/>
            <a:ext cx="5793105" cy="3189605"/>
            <a:chOff x="854553" y="2902305"/>
            <a:chExt cx="5793105" cy="3189605"/>
          </a:xfrm>
        </p:grpSpPr>
        <p:sp>
          <p:nvSpPr>
            <p:cNvPr id="204" name="Google Shape;204;p17"/>
            <p:cNvSpPr/>
            <p:nvPr/>
          </p:nvSpPr>
          <p:spPr>
            <a:xfrm>
              <a:off x="854553" y="2902305"/>
              <a:ext cx="5793105" cy="3189605"/>
            </a:xfrm>
            <a:custGeom>
              <a:rect b="b" l="l" r="r" t="t"/>
              <a:pathLst>
                <a:path extrusionOk="0" h="3189604" w="5793105">
                  <a:moveTo>
                    <a:pt x="5307311" y="3189472"/>
                  </a:moveTo>
                  <a:lnTo>
                    <a:pt x="485767" y="3189472"/>
                  </a:lnTo>
                  <a:lnTo>
                    <a:pt x="438990" y="3187249"/>
                  </a:lnTo>
                  <a:lnTo>
                    <a:pt x="393465" y="3180713"/>
                  </a:lnTo>
                  <a:lnTo>
                    <a:pt x="349402" y="3170070"/>
                  </a:lnTo>
                  <a:lnTo>
                    <a:pt x="307004" y="3155521"/>
                  </a:lnTo>
                  <a:lnTo>
                    <a:pt x="266475" y="3137272"/>
                  </a:lnTo>
                  <a:lnTo>
                    <a:pt x="228018" y="3115525"/>
                  </a:lnTo>
                  <a:lnTo>
                    <a:pt x="191837" y="3090484"/>
                  </a:lnTo>
                  <a:lnTo>
                    <a:pt x="158136" y="3062353"/>
                  </a:lnTo>
                  <a:lnTo>
                    <a:pt x="127118" y="3031335"/>
                  </a:lnTo>
                  <a:lnTo>
                    <a:pt x="98987" y="2997634"/>
                  </a:lnTo>
                  <a:lnTo>
                    <a:pt x="73946" y="2961454"/>
                  </a:lnTo>
                  <a:lnTo>
                    <a:pt x="52199" y="2922997"/>
                  </a:lnTo>
                  <a:lnTo>
                    <a:pt x="33950" y="2882468"/>
                  </a:lnTo>
                  <a:lnTo>
                    <a:pt x="19402" y="2840070"/>
                  </a:lnTo>
                  <a:lnTo>
                    <a:pt x="8758" y="2796006"/>
                  </a:lnTo>
                  <a:lnTo>
                    <a:pt x="2223" y="2750481"/>
                  </a:lnTo>
                  <a:lnTo>
                    <a:pt x="0" y="2703712"/>
                  </a:lnTo>
                  <a:lnTo>
                    <a:pt x="0" y="485760"/>
                  </a:lnTo>
                  <a:lnTo>
                    <a:pt x="2223" y="438991"/>
                  </a:lnTo>
                  <a:lnTo>
                    <a:pt x="8758" y="393466"/>
                  </a:lnTo>
                  <a:lnTo>
                    <a:pt x="19402" y="349403"/>
                  </a:lnTo>
                  <a:lnTo>
                    <a:pt x="33950" y="307004"/>
                  </a:lnTo>
                  <a:lnTo>
                    <a:pt x="52199" y="266475"/>
                  </a:lnTo>
                  <a:lnTo>
                    <a:pt x="73946" y="228018"/>
                  </a:lnTo>
                  <a:lnTo>
                    <a:pt x="98987" y="191838"/>
                  </a:lnTo>
                  <a:lnTo>
                    <a:pt x="127118" y="158137"/>
                  </a:lnTo>
                  <a:lnTo>
                    <a:pt x="158136" y="127119"/>
                  </a:lnTo>
                  <a:lnTo>
                    <a:pt x="191837" y="98988"/>
                  </a:lnTo>
                  <a:lnTo>
                    <a:pt x="228018" y="73947"/>
                  </a:lnTo>
                  <a:lnTo>
                    <a:pt x="266475" y="52200"/>
                  </a:lnTo>
                  <a:lnTo>
                    <a:pt x="307004" y="33951"/>
                  </a:lnTo>
                  <a:lnTo>
                    <a:pt x="349402" y="19402"/>
                  </a:lnTo>
                  <a:lnTo>
                    <a:pt x="393465" y="8759"/>
                  </a:lnTo>
                  <a:lnTo>
                    <a:pt x="438990" y="2223"/>
                  </a:lnTo>
                  <a:lnTo>
                    <a:pt x="485774" y="0"/>
                  </a:lnTo>
                  <a:lnTo>
                    <a:pt x="5307305" y="0"/>
                  </a:lnTo>
                  <a:lnTo>
                    <a:pt x="5354088" y="2223"/>
                  </a:lnTo>
                  <a:lnTo>
                    <a:pt x="5399613" y="8759"/>
                  </a:lnTo>
                  <a:lnTo>
                    <a:pt x="5443676" y="19402"/>
                  </a:lnTo>
                  <a:lnTo>
                    <a:pt x="5486074" y="33951"/>
                  </a:lnTo>
                  <a:lnTo>
                    <a:pt x="5526604" y="52200"/>
                  </a:lnTo>
                  <a:lnTo>
                    <a:pt x="5565060" y="73947"/>
                  </a:lnTo>
                  <a:lnTo>
                    <a:pt x="5601241" y="98988"/>
                  </a:lnTo>
                  <a:lnTo>
                    <a:pt x="5634942" y="127119"/>
                  </a:lnTo>
                  <a:lnTo>
                    <a:pt x="5665960" y="158137"/>
                  </a:lnTo>
                  <a:lnTo>
                    <a:pt x="5694091" y="191838"/>
                  </a:lnTo>
                  <a:lnTo>
                    <a:pt x="5719132" y="228018"/>
                  </a:lnTo>
                  <a:lnTo>
                    <a:pt x="5740879" y="266475"/>
                  </a:lnTo>
                  <a:lnTo>
                    <a:pt x="5759128" y="307004"/>
                  </a:lnTo>
                  <a:lnTo>
                    <a:pt x="5773677" y="349403"/>
                  </a:lnTo>
                  <a:lnTo>
                    <a:pt x="5784320" y="393466"/>
                  </a:lnTo>
                  <a:lnTo>
                    <a:pt x="5790856" y="438991"/>
                  </a:lnTo>
                  <a:lnTo>
                    <a:pt x="5793079" y="485760"/>
                  </a:lnTo>
                  <a:lnTo>
                    <a:pt x="5793079" y="2703712"/>
                  </a:lnTo>
                  <a:lnTo>
                    <a:pt x="5790856" y="2750481"/>
                  </a:lnTo>
                  <a:lnTo>
                    <a:pt x="5784320" y="2796006"/>
                  </a:lnTo>
                  <a:lnTo>
                    <a:pt x="5773677" y="2840070"/>
                  </a:lnTo>
                  <a:lnTo>
                    <a:pt x="5759128" y="2882468"/>
                  </a:lnTo>
                  <a:lnTo>
                    <a:pt x="5740879" y="2922997"/>
                  </a:lnTo>
                  <a:lnTo>
                    <a:pt x="5719132" y="2961454"/>
                  </a:lnTo>
                  <a:lnTo>
                    <a:pt x="5694091" y="2997634"/>
                  </a:lnTo>
                  <a:lnTo>
                    <a:pt x="5665960" y="3031335"/>
                  </a:lnTo>
                  <a:lnTo>
                    <a:pt x="5634942" y="3062353"/>
                  </a:lnTo>
                  <a:lnTo>
                    <a:pt x="5601241" y="3090484"/>
                  </a:lnTo>
                  <a:lnTo>
                    <a:pt x="5565060" y="3115525"/>
                  </a:lnTo>
                  <a:lnTo>
                    <a:pt x="5526604" y="3137272"/>
                  </a:lnTo>
                  <a:lnTo>
                    <a:pt x="5486074" y="3155521"/>
                  </a:lnTo>
                  <a:lnTo>
                    <a:pt x="5443676" y="3170070"/>
                  </a:lnTo>
                  <a:lnTo>
                    <a:pt x="5399613" y="3180713"/>
                  </a:lnTo>
                  <a:lnTo>
                    <a:pt x="5354088" y="3187249"/>
                  </a:lnTo>
                  <a:lnTo>
                    <a:pt x="5307311" y="318947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05" name="Google Shape;205;p1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028700" y="3034039"/>
              <a:ext cx="5467349" cy="286702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06" name="Google Shape;206;p17"/>
          <p:cNvGrpSpPr/>
          <p:nvPr/>
        </p:nvGrpSpPr>
        <p:grpSpPr>
          <a:xfrm>
            <a:off x="7559238" y="2902305"/>
            <a:ext cx="4443730" cy="3189605"/>
            <a:chOff x="7559238" y="2902305"/>
            <a:chExt cx="4443730" cy="3189605"/>
          </a:xfrm>
        </p:grpSpPr>
        <p:sp>
          <p:nvSpPr>
            <p:cNvPr id="207" name="Google Shape;207;p17"/>
            <p:cNvSpPr/>
            <p:nvPr/>
          </p:nvSpPr>
          <p:spPr>
            <a:xfrm>
              <a:off x="7559238" y="2902305"/>
              <a:ext cx="4443730" cy="3189605"/>
            </a:xfrm>
            <a:custGeom>
              <a:rect b="b" l="l" r="r" t="t"/>
              <a:pathLst>
                <a:path extrusionOk="0" h="3189604" w="4443730">
                  <a:moveTo>
                    <a:pt x="3957666" y="3189473"/>
                  </a:moveTo>
                  <a:lnTo>
                    <a:pt x="485773" y="3189473"/>
                  </a:lnTo>
                  <a:lnTo>
                    <a:pt x="438991" y="3187249"/>
                  </a:lnTo>
                  <a:lnTo>
                    <a:pt x="393466" y="3180713"/>
                  </a:lnTo>
                  <a:lnTo>
                    <a:pt x="349403" y="3170070"/>
                  </a:lnTo>
                  <a:lnTo>
                    <a:pt x="307004" y="3155521"/>
                  </a:lnTo>
                  <a:lnTo>
                    <a:pt x="266475" y="3137272"/>
                  </a:lnTo>
                  <a:lnTo>
                    <a:pt x="228019" y="3115525"/>
                  </a:lnTo>
                  <a:lnTo>
                    <a:pt x="191838" y="3090484"/>
                  </a:lnTo>
                  <a:lnTo>
                    <a:pt x="158137" y="3062353"/>
                  </a:lnTo>
                  <a:lnTo>
                    <a:pt x="127119" y="3031335"/>
                  </a:lnTo>
                  <a:lnTo>
                    <a:pt x="98988" y="2997634"/>
                  </a:lnTo>
                  <a:lnTo>
                    <a:pt x="73947" y="2961453"/>
                  </a:lnTo>
                  <a:lnTo>
                    <a:pt x="52200" y="2922997"/>
                  </a:lnTo>
                  <a:lnTo>
                    <a:pt x="33951" y="2882468"/>
                  </a:lnTo>
                  <a:lnTo>
                    <a:pt x="19402" y="2840069"/>
                  </a:lnTo>
                  <a:lnTo>
                    <a:pt x="8759" y="2796006"/>
                  </a:lnTo>
                  <a:lnTo>
                    <a:pt x="2223" y="2750481"/>
                  </a:lnTo>
                  <a:lnTo>
                    <a:pt x="0" y="2703698"/>
                  </a:lnTo>
                  <a:lnTo>
                    <a:pt x="0" y="485774"/>
                  </a:lnTo>
                  <a:lnTo>
                    <a:pt x="2223" y="438991"/>
                  </a:lnTo>
                  <a:lnTo>
                    <a:pt x="8759" y="393466"/>
                  </a:lnTo>
                  <a:lnTo>
                    <a:pt x="19402" y="349402"/>
                  </a:lnTo>
                  <a:lnTo>
                    <a:pt x="33951" y="307004"/>
                  </a:lnTo>
                  <a:lnTo>
                    <a:pt x="52200" y="266475"/>
                  </a:lnTo>
                  <a:lnTo>
                    <a:pt x="73947" y="228018"/>
                  </a:lnTo>
                  <a:lnTo>
                    <a:pt x="98988" y="191838"/>
                  </a:lnTo>
                  <a:lnTo>
                    <a:pt x="127119" y="158137"/>
                  </a:lnTo>
                  <a:lnTo>
                    <a:pt x="158137" y="127119"/>
                  </a:lnTo>
                  <a:lnTo>
                    <a:pt x="191838" y="98988"/>
                  </a:lnTo>
                  <a:lnTo>
                    <a:pt x="228019" y="73947"/>
                  </a:lnTo>
                  <a:lnTo>
                    <a:pt x="266475" y="52200"/>
                  </a:lnTo>
                  <a:lnTo>
                    <a:pt x="307004" y="33951"/>
                  </a:lnTo>
                  <a:lnTo>
                    <a:pt x="349403" y="19402"/>
                  </a:lnTo>
                  <a:lnTo>
                    <a:pt x="393466" y="8759"/>
                  </a:lnTo>
                  <a:lnTo>
                    <a:pt x="438991" y="2223"/>
                  </a:lnTo>
                  <a:lnTo>
                    <a:pt x="485774" y="0"/>
                  </a:lnTo>
                  <a:lnTo>
                    <a:pt x="3957665" y="0"/>
                  </a:lnTo>
                  <a:lnTo>
                    <a:pt x="4004448" y="2223"/>
                  </a:lnTo>
                  <a:lnTo>
                    <a:pt x="4049973" y="8759"/>
                  </a:lnTo>
                  <a:lnTo>
                    <a:pt x="4094036" y="19402"/>
                  </a:lnTo>
                  <a:lnTo>
                    <a:pt x="4136434" y="33951"/>
                  </a:lnTo>
                  <a:lnTo>
                    <a:pt x="4176964" y="52200"/>
                  </a:lnTo>
                  <a:lnTo>
                    <a:pt x="4215420" y="73947"/>
                  </a:lnTo>
                  <a:lnTo>
                    <a:pt x="4251601" y="98988"/>
                  </a:lnTo>
                  <a:lnTo>
                    <a:pt x="4285302" y="127119"/>
                  </a:lnTo>
                  <a:lnTo>
                    <a:pt x="4316320" y="158137"/>
                  </a:lnTo>
                  <a:lnTo>
                    <a:pt x="4344451" y="191838"/>
                  </a:lnTo>
                  <a:lnTo>
                    <a:pt x="4369492" y="228018"/>
                  </a:lnTo>
                  <a:lnTo>
                    <a:pt x="4391239" y="266475"/>
                  </a:lnTo>
                  <a:lnTo>
                    <a:pt x="4409488" y="307004"/>
                  </a:lnTo>
                  <a:lnTo>
                    <a:pt x="4424036" y="349402"/>
                  </a:lnTo>
                  <a:lnTo>
                    <a:pt x="4434680" y="393466"/>
                  </a:lnTo>
                  <a:lnTo>
                    <a:pt x="4441215" y="438991"/>
                  </a:lnTo>
                  <a:lnTo>
                    <a:pt x="4443439" y="485774"/>
                  </a:lnTo>
                  <a:lnTo>
                    <a:pt x="4443439" y="2703698"/>
                  </a:lnTo>
                  <a:lnTo>
                    <a:pt x="4441215" y="2750481"/>
                  </a:lnTo>
                  <a:lnTo>
                    <a:pt x="4434680" y="2796006"/>
                  </a:lnTo>
                  <a:lnTo>
                    <a:pt x="4424036" y="2840069"/>
                  </a:lnTo>
                  <a:lnTo>
                    <a:pt x="4409488" y="2882468"/>
                  </a:lnTo>
                  <a:lnTo>
                    <a:pt x="4391239" y="2922997"/>
                  </a:lnTo>
                  <a:lnTo>
                    <a:pt x="4369492" y="2961453"/>
                  </a:lnTo>
                  <a:lnTo>
                    <a:pt x="4344451" y="2997634"/>
                  </a:lnTo>
                  <a:lnTo>
                    <a:pt x="4316320" y="3031335"/>
                  </a:lnTo>
                  <a:lnTo>
                    <a:pt x="4285302" y="3062353"/>
                  </a:lnTo>
                  <a:lnTo>
                    <a:pt x="4251601" y="3090484"/>
                  </a:lnTo>
                  <a:lnTo>
                    <a:pt x="4215420" y="3115525"/>
                  </a:lnTo>
                  <a:lnTo>
                    <a:pt x="4176964" y="3137272"/>
                  </a:lnTo>
                  <a:lnTo>
                    <a:pt x="4136434" y="3155521"/>
                  </a:lnTo>
                  <a:lnTo>
                    <a:pt x="4094036" y="3170070"/>
                  </a:lnTo>
                  <a:lnTo>
                    <a:pt x="4049973" y="3180713"/>
                  </a:lnTo>
                  <a:lnTo>
                    <a:pt x="4004448" y="3187249"/>
                  </a:lnTo>
                  <a:lnTo>
                    <a:pt x="3957666" y="318947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08" name="Google Shape;208;p1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800108" y="3034039"/>
              <a:ext cx="4038599" cy="286702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9" name="Google Shape;209;p17"/>
          <p:cNvSpPr txBox="1"/>
          <p:nvPr/>
        </p:nvSpPr>
        <p:spPr>
          <a:xfrm>
            <a:off x="1027106" y="2285464"/>
            <a:ext cx="2608580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table1 - </a:t>
            </a:r>
            <a:r>
              <a:rPr b="1" lang="en-US" sz="2800">
                <a:solidFill>
                  <a:srgbClr val="17D9FF"/>
                </a:solidFill>
                <a:latin typeface="Trebuchet MS"/>
                <a:ea typeface="Trebuchet MS"/>
                <a:cs typeface="Trebuchet MS"/>
                <a:sym typeface="Trebuchet MS"/>
              </a:rPr>
              <a:t>Student</a:t>
            </a:r>
            <a:endParaRPr sz="2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10" name="Google Shape;210;p17"/>
          <p:cNvSpPr txBox="1"/>
          <p:nvPr/>
        </p:nvSpPr>
        <p:spPr>
          <a:xfrm>
            <a:off x="7787408" y="2285464"/>
            <a:ext cx="2007870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table2 - </a:t>
            </a:r>
            <a:r>
              <a:rPr b="1" lang="en-US" sz="2800">
                <a:solidFill>
                  <a:srgbClr val="17D9FF"/>
                </a:solidFill>
                <a:latin typeface="Trebuchet MS"/>
                <a:ea typeface="Trebuchet MS"/>
                <a:cs typeface="Trebuchet MS"/>
                <a:sym typeface="Trebuchet MS"/>
              </a:rPr>
              <a:t>City</a:t>
            </a:r>
            <a:endParaRPr sz="2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8"/>
          <p:cNvSpPr txBox="1"/>
          <p:nvPr>
            <p:ph type="title"/>
          </p:nvPr>
        </p:nvSpPr>
        <p:spPr>
          <a:xfrm>
            <a:off x="1027106" y="1059179"/>
            <a:ext cx="2790825" cy="665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Constraints</a:t>
            </a:r>
            <a:endParaRPr/>
          </a:p>
        </p:txBody>
      </p:sp>
      <p:grpSp>
        <p:nvGrpSpPr>
          <p:cNvPr id="216" name="Google Shape;216;p18"/>
          <p:cNvGrpSpPr/>
          <p:nvPr/>
        </p:nvGrpSpPr>
        <p:grpSpPr>
          <a:xfrm>
            <a:off x="9144000" y="2823138"/>
            <a:ext cx="4389755" cy="628015"/>
            <a:chOff x="9144000" y="2823138"/>
            <a:chExt cx="4389755" cy="628015"/>
          </a:xfrm>
        </p:grpSpPr>
        <p:sp>
          <p:nvSpPr>
            <p:cNvPr id="217" name="Google Shape;217;p18"/>
            <p:cNvSpPr/>
            <p:nvPr/>
          </p:nvSpPr>
          <p:spPr>
            <a:xfrm>
              <a:off x="9144000" y="2823138"/>
              <a:ext cx="4389755" cy="628015"/>
            </a:xfrm>
            <a:custGeom>
              <a:rect b="b" l="l" r="r" t="t"/>
              <a:pathLst>
                <a:path extrusionOk="0" h="628014" w="4389755">
                  <a:moveTo>
                    <a:pt x="4075700" y="627614"/>
                  </a:moveTo>
                  <a:lnTo>
                    <a:pt x="313805" y="627614"/>
                  </a:lnTo>
                  <a:lnTo>
                    <a:pt x="264419" y="623705"/>
                  </a:lnTo>
                  <a:lnTo>
                    <a:pt x="216694" y="612210"/>
                  </a:lnTo>
                  <a:lnTo>
                    <a:pt x="171472" y="593478"/>
                  </a:lnTo>
                  <a:lnTo>
                    <a:pt x="129597" y="567859"/>
                  </a:lnTo>
                  <a:lnTo>
                    <a:pt x="91911" y="535702"/>
                  </a:lnTo>
                  <a:lnTo>
                    <a:pt x="59753" y="498016"/>
                  </a:lnTo>
                  <a:lnTo>
                    <a:pt x="34134" y="456141"/>
                  </a:lnTo>
                  <a:lnTo>
                    <a:pt x="15403" y="410919"/>
                  </a:lnTo>
                  <a:lnTo>
                    <a:pt x="3908" y="363193"/>
                  </a:lnTo>
                  <a:lnTo>
                    <a:pt x="0" y="313814"/>
                  </a:lnTo>
                  <a:lnTo>
                    <a:pt x="3908" y="264420"/>
                  </a:lnTo>
                  <a:lnTo>
                    <a:pt x="15403" y="216695"/>
                  </a:lnTo>
                  <a:lnTo>
                    <a:pt x="34134" y="171473"/>
                  </a:lnTo>
                  <a:lnTo>
                    <a:pt x="59753" y="129597"/>
                  </a:lnTo>
                  <a:lnTo>
                    <a:pt x="91911" y="91911"/>
                  </a:lnTo>
                  <a:lnTo>
                    <a:pt x="129597" y="59754"/>
                  </a:lnTo>
                  <a:lnTo>
                    <a:pt x="171472" y="34135"/>
                  </a:lnTo>
                  <a:lnTo>
                    <a:pt x="216694" y="15404"/>
                  </a:lnTo>
                  <a:lnTo>
                    <a:pt x="264419" y="3909"/>
                  </a:lnTo>
                  <a:lnTo>
                    <a:pt x="313806" y="0"/>
                  </a:lnTo>
                  <a:lnTo>
                    <a:pt x="4075699" y="0"/>
                  </a:lnTo>
                  <a:lnTo>
                    <a:pt x="4125085" y="3909"/>
                  </a:lnTo>
                  <a:lnTo>
                    <a:pt x="4172811" y="15404"/>
                  </a:lnTo>
                  <a:lnTo>
                    <a:pt x="4218032" y="34135"/>
                  </a:lnTo>
                  <a:lnTo>
                    <a:pt x="4259908" y="59754"/>
                  </a:lnTo>
                  <a:lnTo>
                    <a:pt x="4297594" y="91911"/>
                  </a:lnTo>
                  <a:lnTo>
                    <a:pt x="4329751" y="129597"/>
                  </a:lnTo>
                  <a:lnTo>
                    <a:pt x="4355370" y="171473"/>
                  </a:lnTo>
                  <a:lnTo>
                    <a:pt x="4374102" y="216695"/>
                  </a:lnTo>
                  <a:lnTo>
                    <a:pt x="4385597" y="264420"/>
                  </a:lnTo>
                  <a:lnTo>
                    <a:pt x="4389505" y="313814"/>
                  </a:lnTo>
                  <a:lnTo>
                    <a:pt x="4385597" y="363193"/>
                  </a:lnTo>
                  <a:lnTo>
                    <a:pt x="4374102" y="410919"/>
                  </a:lnTo>
                  <a:lnTo>
                    <a:pt x="4355370" y="456141"/>
                  </a:lnTo>
                  <a:lnTo>
                    <a:pt x="4329751" y="498016"/>
                  </a:lnTo>
                  <a:lnTo>
                    <a:pt x="4297594" y="535702"/>
                  </a:lnTo>
                  <a:lnTo>
                    <a:pt x="4259908" y="567859"/>
                  </a:lnTo>
                  <a:lnTo>
                    <a:pt x="4218032" y="593478"/>
                  </a:lnTo>
                  <a:lnTo>
                    <a:pt x="4172811" y="612210"/>
                  </a:lnTo>
                  <a:lnTo>
                    <a:pt x="4125085" y="623705"/>
                  </a:lnTo>
                  <a:lnTo>
                    <a:pt x="4075700" y="6276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18" name="Google Shape;218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448675" y="2883567"/>
              <a:ext cx="3781424" cy="50482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19" name="Google Shape;219;p18"/>
          <p:cNvGrpSpPr/>
          <p:nvPr/>
        </p:nvGrpSpPr>
        <p:grpSpPr>
          <a:xfrm>
            <a:off x="9144000" y="4217668"/>
            <a:ext cx="4389755" cy="628015"/>
            <a:chOff x="9144000" y="4217668"/>
            <a:chExt cx="4389755" cy="628015"/>
          </a:xfrm>
        </p:grpSpPr>
        <p:sp>
          <p:nvSpPr>
            <p:cNvPr id="220" name="Google Shape;220;p18"/>
            <p:cNvSpPr/>
            <p:nvPr/>
          </p:nvSpPr>
          <p:spPr>
            <a:xfrm>
              <a:off x="9144000" y="4217668"/>
              <a:ext cx="4389755" cy="628015"/>
            </a:xfrm>
            <a:custGeom>
              <a:rect b="b" l="l" r="r" t="t"/>
              <a:pathLst>
                <a:path extrusionOk="0" h="628014" w="4389755">
                  <a:moveTo>
                    <a:pt x="4075699" y="627614"/>
                  </a:moveTo>
                  <a:lnTo>
                    <a:pt x="313806" y="627614"/>
                  </a:lnTo>
                  <a:lnTo>
                    <a:pt x="264419" y="623704"/>
                  </a:lnTo>
                  <a:lnTo>
                    <a:pt x="216694" y="612210"/>
                  </a:lnTo>
                  <a:lnTo>
                    <a:pt x="171472" y="593478"/>
                  </a:lnTo>
                  <a:lnTo>
                    <a:pt x="129597" y="567859"/>
                  </a:lnTo>
                  <a:lnTo>
                    <a:pt x="91911" y="535702"/>
                  </a:lnTo>
                  <a:lnTo>
                    <a:pt x="59753" y="498016"/>
                  </a:lnTo>
                  <a:lnTo>
                    <a:pt x="34134" y="456141"/>
                  </a:lnTo>
                  <a:lnTo>
                    <a:pt x="15403" y="410919"/>
                  </a:lnTo>
                  <a:lnTo>
                    <a:pt x="3908" y="363193"/>
                  </a:lnTo>
                  <a:lnTo>
                    <a:pt x="0" y="313813"/>
                  </a:lnTo>
                  <a:lnTo>
                    <a:pt x="3908" y="264420"/>
                  </a:lnTo>
                  <a:lnTo>
                    <a:pt x="15403" y="216694"/>
                  </a:lnTo>
                  <a:lnTo>
                    <a:pt x="34134" y="171472"/>
                  </a:lnTo>
                  <a:lnTo>
                    <a:pt x="59753" y="129597"/>
                  </a:lnTo>
                  <a:lnTo>
                    <a:pt x="91911" y="91911"/>
                  </a:lnTo>
                  <a:lnTo>
                    <a:pt x="129597" y="59754"/>
                  </a:lnTo>
                  <a:lnTo>
                    <a:pt x="171472" y="34135"/>
                  </a:lnTo>
                  <a:lnTo>
                    <a:pt x="216694" y="15403"/>
                  </a:lnTo>
                  <a:lnTo>
                    <a:pt x="264419" y="3908"/>
                  </a:lnTo>
                  <a:lnTo>
                    <a:pt x="313802" y="0"/>
                  </a:lnTo>
                  <a:lnTo>
                    <a:pt x="4075703" y="0"/>
                  </a:lnTo>
                  <a:lnTo>
                    <a:pt x="4125085" y="3908"/>
                  </a:lnTo>
                  <a:lnTo>
                    <a:pt x="4172811" y="15403"/>
                  </a:lnTo>
                  <a:lnTo>
                    <a:pt x="4218032" y="34135"/>
                  </a:lnTo>
                  <a:lnTo>
                    <a:pt x="4259908" y="59754"/>
                  </a:lnTo>
                  <a:lnTo>
                    <a:pt x="4297594" y="91911"/>
                  </a:lnTo>
                  <a:lnTo>
                    <a:pt x="4329751" y="129597"/>
                  </a:lnTo>
                  <a:lnTo>
                    <a:pt x="4355370" y="171472"/>
                  </a:lnTo>
                  <a:lnTo>
                    <a:pt x="4374102" y="216694"/>
                  </a:lnTo>
                  <a:lnTo>
                    <a:pt x="4385597" y="264420"/>
                  </a:lnTo>
                  <a:lnTo>
                    <a:pt x="4389505" y="313813"/>
                  </a:lnTo>
                  <a:lnTo>
                    <a:pt x="4385597" y="363193"/>
                  </a:lnTo>
                  <a:lnTo>
                    <a:pt x="4374102" y="410919"/>
                  </a:lnTo>
                  <a:lnTo>
                    <a:pt x="4355370" y="456141"/>
                  </a:lnTo>
                  <a:lnTo>
                    <a:pt x="4329751" y="498016"/>
                  </a:lnTo>
                  <a:lnTo>
                    <a:pt x="4297594" y="535702"/>
                  </a:lnTo>
                  <a:lnTo>
                    <a:pt x="4259908" y="567859"/>
                  </a:lnTo>
                  <a:lnTo>
                    <a:pt x="4218032" y="593478"/>
                  </a:lnTo>
                  <a:lnTo>
                    <a:pt x="4172811" y="612210"/>
                  </a:lnTo>
                  <a:lnTo>
                    <a:pt x="4125085" y="623704"/>
                  </a:lnTo>
                  <a:lnTo>
                    <a:pt x="4075699" y="6276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21" name="Google Shape;221;p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512462" y="4253396"/>
              <a:ext cx="3648074" cy="55244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2" name="Google Shape;222;p18"/>
          <p:cNvSpPr txBox="1"/>
          <p:nvPr/>
        </p:nvSpPr>
        <p:spPr>
          <a:xfrm>
            <a:off x="1577485" y="4258454"/>
            <a:ext cx="1353820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7D9FF"/>
                </a:solidFill>
                <a:latin typeface="Trebuchet MS"/>
                <a:ea typeface="Trebuchet MS"/>
                <a:cs typeface="Trebuchet MS"/>
                <a:sym typeface="Trebuchet MS"/>
              </a:rPr>
              <a:t>UNIQUE</a:t>
            </a:r>
            <a:endParaRPr sz="2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23" name="Google Shape;223;p18"/>
          <p:cNvSpPr txBox="1"/>
          <p:nvPr/>
        </p:nvSpPr>
        <p:spPr>
          <a:xfrm>
            <a:off x="709662" y="5651128"/>
            <a:ext cx="2339340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7D9FF"/>
                </a:solidFill>
                <a:latin typeface="Trebuchet MS"/>
                <a:ea typeface="Trebuchet MS"/>
                <a:cs typeface="Trebuchet MS"/>
                <a:sym typeface="Trebuchet MS"/>
              </a:rPr>
              <a:t>PRIMARY KEY</a:t>
            </a:r>
            <a:endParaRPr sz="2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24" name="Google Shape;224;p18"/>
          <p:cNvSpPr txBox="1"/>
          <p:nvPr/>
        </p:nvSpPr>
        <p:spPr>
          <a:xfrm>
            <a:off x="1027106" y="1988731"/>
            <a:ext cx="9427845" cy="13277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SQL constraints are used to specify rules for data in a table.</a:t>
            </a:r>
            <a:endParaRPr sz="2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5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365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7D9FF"/>
                </a:solidFill>
                <a:latin typeface="Trebuchet MS"/>
                <a:ea typeface="Trebuchet MS"/>
                <a:cs typeface="Trebuchet MS"/>
                <a:sym typeface="Trebuchet MS"/>
              </a:rPr>
              <a:t>NOT NULL	</a:t>
            </a:r>
            <a:r>
              <a:rPr lang="en-US"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columns cannot have a null value</a:t>
            </a:r>
            <a:endParaRPr sz="2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25" name="Google Shape;225;p18"/>
          <p:cNvSpPr txBox="1"/>
          <p:nvPr/>
        </p:nvSpPr>
        <p:spPr>
          <a:xfrm>
            <a:off x="3483513" y="4258454"/>
            <a:ext cx="5047615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all values in column are different</a:t>
            </a:r>
            <a:endParaRPr sz="2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26" name="Google Shape;226;p18"/>
          <p:cNvSpPr txBox="1"/>
          <p:nvPr/>
        </p:nvSpPr>
        <p:spPr>
          <a:xfrm>
            <a:off x="3601528" y="5651128"/>
            <a:ext cx="8608695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makes a column unique &amp; not null but used only for one</a:t>
            </a:r>
            <a:endParaRPr sz="2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227" name="Google Shape;227;p18"/>
          <p:cNvGrpSpPr/>
          <p:nvPr/>
        </p:nvGrpSpPr>
        <p:grpSpPr>
          <a:xfrm>
            <a:off x="3614228" y="6393410"/>
            <a:ext cx="4534535" cy="614045"/>
            <a:chOff x="3614228" y="6393410"/>
            <a:chExt cx="4534535" cy="614045"/>
          </a:xfrm>
        </p:grpSpPr>
        <p:sp>
          <p:nvSpPr>
            <p:cNvPr id="228" name="Google Shape;228;p18"/>
            <p:cNvSpPr/>
            <p:nvPr/>
          </p:nvSpPr>
          <p:spPr>
            <a:xfrm>
              <a:off x="3614228" y="6393410"/>
              <a:ext cx="4534535" cy="614045"/>
            </a:xfrm>
            <a:custGeom>
              <a:rect b="b" l="l" r="r" t="t"/>
              <a:pathLst>
                <a:path extrusionOk="0" h="614045" w="4534534">
                  <a:moveTo>
                    <a:pt x="4227585" y="613674"/>
                  </a:moveTo>
                  <a:lnTo>
                    <a:pt x="306835" y="613674"/>
                  </a:lnTo>
                  <a:lnTo>
                    <a:pt x="258547" y="609851"/>
                  </a:lnTo>
                  <a:lnTo>
                    <a:pt x="211881" y="598612"/>
                  </a:lnTo>
                  <a:lnTo>
                    <a:pt x="167664" y="580296"/>
                  </a:lnTo>
                  <a:lnTo>
                    <a:pt x="126719" y="555246"/>
                  </a:lnTo>
                  <a:lnTo>
                    <a:pt x="89870" y="523803"/>
                  </a:lnTo>
                  <a:lnTo>
                    <a:pt x="58427" y="486954"/>
                  </a:lnTo>
                  <a:lnTo>
                    <a:pt x="33377" y="446009"/>
                  </a:lnTo>
                  <a:lnTo>
                    <a:pt x="15061" y="401792"/>
                  </a:lnTo>
                  <a:lnTo>
                    <a:pt x="3822" y="355126"/>
                  </a:lnTo>
                  <a:lnTo>
                    <a:pt x="0" y="306837"/>
                  </a:lnTo>
                  <a:lnTo>
                    <a:pt x="3822" y="258547"/>
                  </a:lnTo>
                  <a:lnTo>
                    <a:pt x="15061" y="211881"/>
                  </a:lnTo>
                  <a:lnTo>
                    <a:pt x="33377" y="167664"/>
                  </a:lnTo>
                  <a:lnTo>
                    <a:pt x="58427" y="126719"/>
                  </a:lnTo>
                  <a:lnTo>
                    <a:pt x="89870" y="89870"/>
                  </a:lnTo>
                  <a:lnTo>
                    <a:pt x="126719" y="58427"/>
                  </a:lnTo>
                  <a:lnTo>
                    <a:pt x="167664" y="33377"/>
                  </a:lnTo>
                  <a:lnTo>
                    <a:pt x="211881" y="15062"/>
                  </a:lnTo>
                  <a:lnTo>
                    <a:pt x="258547" y="3822"/>
                  </a:lnTo>
                  <a:lnTo>
                    <a:pt x="306837" y="0"/>
                  </a:lnTo>
                  <a:lnTo>
                    <a:pt x="4227584" y="0"/>
                  </a:lnTo>
                  <a:lnTo>
                    <a:pt x="4275874" y="3822"/>
                  </a:lnTo>
                  <a:lnTo>
                    <a:pt x="4322540" y="15062"/>
                  </a:lnTo>
                  <a:lnTo>
                    <a:pt x="4366758" y="33377"/>
                  </a:lnTo>
                  <a:lnTo>
                    <a:pt x="4407703" y="58427"/>
                  </a:lnTo>
                  <a:lnTo>
                    <a:pt x="4444552" y="89870"/>
                  </a:lnTo>
                  <a:lnTo>
                    <a:pt x="4475995" y="126719"/>
                  </a:lnTo>
                  <a:lnTo>
                    <a:pt x="4501045" y="167664"/>
                  </a:lnTo>
                  <a:lnTo>
                    <a:pt x="4519360" y="211881"/>
                  </a:lnTo>
                  <a:lnTo>
                    <a:pt x="4530599" y="258547"/>
                  </a:lnTo>
                  <a:lnTo>
                    <a:pt x="4534422" y="306837"/>
                  </a:lnTo>
                  <a:lnTo>
                    <a:pt x="4530599" y="355126"/>
                  </a:lnTo>
                  <a:lnTo>
                    <a:pt x="4519360" y="401792"/>
                  </a:lnTo>
                  <a:lnTo>
                    <a:pt x="4501045" y="446009"/>
                  </a:lnTo>
                  <a:lnTo>
                    <a:pt x="4475995" y="486954"/>
                  </a:lnTo>
                  <a:lnTo>
                    <a:pt x="4444552" y="523803"/>
                  </a:lnTo>
                  <a:lnTo>
                    <a:pt x="4407703" y="555246"/>
                  </a:lnTo>
                  <a:lnTo>
                    <a:pt x="4366758" y="580296"/>
                  </a:lnTo>
                  <a:lnTo>
                    <a:pt x="4322540" y="598612"/>
                  </a:lnTo>
                  <a:lnTo>
                    <a:pt x="4275874" y="609851"/>
                  </a:lnTo>
                  <a:lnTo>
                    <a:pt x="4227585" y="6136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29" name="Google Shape;229;p1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799562" y="6436451"/>
              <a:ext cx="4162424" cy="52387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0" name="Google Shape;230;p18"/>
          <p:cNvGrpSpPr/>
          <p:nvPr/>
        </p:nvGrpSpPr>
        <p:grpSpPr>
          <a:xfrm>
            <a:off x="3496213" y="7454760"/>
            <a:ext cx="4507865" cy="2355215"/>
            <a:chOff x="3496213" y="7454760"/>
            <a:chExt cx="4507865" cy="2355215"/>
          </a:xfrm>
        </p:grpSpPr>
        <p:sp>
          <p:nvSpPr>
            <p:cNvPr id="231" name="Google Shape;231;p18"/>
            <p:cNvSpPr/>
            <p:nvPr/>
          </p:nvSpPr>
          <p:spPr>
            <a:xfrm>
              <a:off x="3496213" y="7454760"/>
              <a:ext cx="4507865" cy="2355215"/>
            </a:xfrm>
            <a:custGeom>
              <a:rect b="b" l="l" r="r" t="t"/>
              <a:pathLst>
                <a:path extrusionOk="0" h="2355215" w="4507865">
                  <a:moveTo>
                    <a:pt x="4021747" y="2355145"/>
                  </a:moveTo>
                  <a:lnTo>
                    <a:pt x="485774" y="2355145"/>
                  </a:lnTo>
                  <a:lnTo>
                    <a:pt x="438991" y="2352921"/>
                  </a:lnTo>
                  <a:lnTo>
                    <a:pt x="393466" y="2346386"/>
                  </a:lnTo>
                  <a:lnTo>
                    <a:pt x="349402" y="2335742"/>
                  </a:lnTo>
                  <a:lnTo>
                    <a:pt x="307004" y="2321194"/>
                  </a:lnTo>
                  <a:lnTo>
                    <a:pt x="266475" y="2302944"/>
                  </a:lnTo>
                  <a:lnTo>
                    <a:pt x="228018" y="2281198"/>
                  </a:lnTo>
                  <a:lnTo>
                    <a:pt x="191838" y="2256157"/>
                  </a:lnTo>
                  <a:lnTo>
                    <a:pt x="158137" y="2228026"/>
                  </a:lnTo>
                  <a:lnTo>
                    <a:pt x="127119" y="2197008"/>
                  </a:lnTo>
                  <a:lnTo>
                    <a:pt x="98988" y="2163307"/>
                  </a:lnTo>
                  <a:lnTo>
                    <a:pt x="73947" y="2127126"/>
                  </a:lnTo>
                  <a:lnTo>
                    <a:pt x="52200" y="2088670"/>
                  </a:lnTo>
                  <a:lnTo>
                    <a:pt x="33951" y="2048140"/>
                  </a:lnTo>
                  <a:lnTo>
                    <a:pt x="19402" y="2005742"/>
                  </a:lnTo>
                  <a:lnTo>
                    <a:pt x="8759" y="1961679"/>
                  </a:lnTo>
                  <a:lnTo>
                    <a:pt x="2223" y="1916153"/>
                  </a:lnTo>
                  <a:lnTo>
                    <a:pt x="0" y="1869373"/>
                  </a:lnTo>
                  <a:lnTo>
                    <a:pt x="0" y="485771"/>
                  </a:lnTo>
                  <a:lnTo>
                    <a:pt x="2223" y="438991"/>
                  </a:lnTo>
                  <a:lnTo>
                    <a:pt x="8759" y="393466"/>
                  </a:lnTo>
                  <a:lnTo>
                    <a:pt x="19402" y="349403"/>
                  </a:lnTo>
                  <a:lnTo>
                    <a:pt x="33951" y="307005"/>
                  </a:lnTo>
                  <a:lnTo>
                    <a:pt x="52200" y="266475"/>
                  </a:lnTo>
                  <a:lnTo>
                    <a:pt x="73947" y="228019"/>
                  </a:lnTo>
                  <a:lnTo>
                    <a:pt x="98988" y="191838"/>
                  </a:lnTo>
                  <a:lnTo>
                    <a:pt x="127119" y="158137"/>
                  </a:lnTo>
                  <a:lnTo>
                    <a:pt x="158137" y="127119"/>
                  </a:lnTo>
                  <a:lnTo>
                    <a:pt x="191838" y="98988"/>
                  </a:lnTo>
                  <a:lnTo>
                    <a:pt x="228018" y="73947"/>
                  </a:lnTo>
                  <a:lnTo>
                    <a:pt x="266475" y="52200"/>
                  </a:lnTo>
                  <a:lnTo>
                    <a:pt x="307004" y="33951"/>
                  </a:lnTo>
                  <a:lnTo>
                    <a:pt x="349402" y="19402"/>
                  </a:lnTo>
                  <a:lnTo>
                    <a:pt x="393466" y="8759"/>
                  </a:lnTo>
                  <a:lnTo>
                    <a:pt x="438991" y="2223"/>
                  </a:lnTo>
                  <a:lnTo>
                    <a:pt x="485774" y="0"/>
                  </a:lnTo>
                  <a:lnTo>
                    <a:pt x="4021746" y="0"/>
                  </a:lnTo>
                  <a:lnTo>
                    <a:pt x="4068530" y="2223"/>
                  </a:lnTo>
                  <a:lnTo>
                    <a:pt x="4114055" y="8759"/>
                  </a:lnTo>
                  <a:lnTo>
                    <a:pt x="4158119" y="19402"/>
                  </a:lnTo>
                  <a:lnTo>
                    <a:pt x="4200517" y="33951"/>
                  </a:lnTo>
                  <a:lnTo>
                    <a:pt x="4241046" y="52200"/>
                  </a:lnTo>
                  <a:lnTo>
                    <a:pt x="4279503" y="73947"/>
                  </a:lnTo>
                  <a:lnTo>
                    <a:pt x="4315683" y="98988"/>
                  </a:lnTo>
                  <a:lnTo>
                    <a:pt x="4349384" y="127119"/>
                  </a:lnTo>
                  <a:lnTo>
                    <a:pt x="4380402" y="158137"/>
                  </a:lnTo>
                  <a:lnTo>
                    <a:pt x="4408533" y="191838"/>
                  </a:lnTo>
                  <a:lnTo>
                    <a:pt x="4433574" y="228019"/>
                  </a:lnTo>
                  <a:lnTo>
                    <a:pt x="4455321" y="266475"/>
                  </a:lnTo>
                  <a:lnTo>
                    <a:pt x="4473570" y="307005"/>
                  </a:lnTo>
                  <a:lnTo>
                    <a:pt x="4488118" y="349403"/>
                  </a:lnTo>
                  <a:lnTo>
                    <a:pt x="4498762" y="393466"/>
                  </a:lnTo>
                  <a:lnTo>
                    <a:pt x="4505298" y="438991"/>
                  </a:lnTo>
                  <a:lnTo>
                    <a:pt x="4507521" y="485771"/>
                  </a:lnTo>
                  <a:lnTo>
                    <a:pt x="4507521" y="1869373"/>
                  </a:lnTo>
                  <a:lnTo>
                    <a:pt x="4505298" y="1916153"/>
                  </a:lnTo>
                  <a:lnTo>
                    <a:pt x="4498762" y="1961679"/>
                  </a:lnTo>
                  <a:lnTo>
                    <a:pt x="4488118" y="2005742"/>
                  </a:lnTo>
                  <a:lnTo>
                    <a:pt x="4473570" y="2048140"/>
                  </a:lnTo>
                  <a:lnTo>
                    <a:pt x="4455321" y="2088670"/>
                  </a:lnTo>
                  <a:lnTo>
                    <a:pt x="4433574" y="2127126"/>
                  </a:lnTo>
                  <a:lnTo>
                    <a:pt x="4408533" y="2163307"/>
                  </a:lnTo>
                  <a:lnTo>
                    <a:pt x="4380402" y="2197008"/>
                  </a:lnTo>
                  <a:lnTo>
                    <a:pt x="4349384" y="2228026"/>
                  </a:lnTo>
                  <a:lnTo>
                    <a:pt x="4315683" y="2256157"/>
                  </a:lnTo>
                  <a:lnTo>
                    <a:pt x="4279503" y="2281198"/>
                  </a:lnTo>
                  <a:lnTo>
                    <a:pt x="4241046" y="2302944"/>
                  </a:lnTo>
                  <a:lnTo>
                    <a:pt x="4200517" y="2321194"/>
                  </a:lnTo>
                  <a:lnTo>
                    <a:pt x="4158119" y="2335742"/>
                  </a:lnTo>
                  <a:lnTo>
                    <a:pt x="4114055" y="2346386"/>
                  </a:lnTo>
                  <a:lnTo>
                    <a:pt x="4068530" y="2352921"/>
                  </a:lnTo>
                  <a:lnTo>
                    <a:pt x="4021747" y="235514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32" name="Google Shape;232;p1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666903" y="7692816"/>
              <a:ext cx="4162424" cy="191452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9"/>
          <p:cNvSpPr txBox="1"/>
          <p:nvPr>
            <p:ph type="title"/>
          </p:nvPr>
        </p:nvSpPr>
        <p:spPr>
          <a:xfrm>
            <a:off x="1027106" y="1059177"/>
            <a:ext cx="2790825" cy="665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Constraints</a:t>
            </a:r>
            <a:endParaRPr/>
          </a:p>
        </p:txBody>
      </p:sp>
      <p:grpSp>
        <p:nvGrpSpPr>
          <p:cNvPr id="238" name="Google Shape;238;p19"/>
          <p:cNvGrpSpPr/>
          <p:nvPr/>
        </p:nvGrpSpPr>
        <p:grpSpPr>
          <a:xfrm>
            <a:off x="3496213" y="2954744"/>
            <a:ext cx="9420225" cy="2240280"/>
            <a:chOff x="3496213" y="2954744"/>
            <a:chExt cx="9420225" cy="2240280"/>
          </a:xfrm>
        </p:grpSpPr>
        <p:sp>
          <p:nvSpPr>
            <p:cNvPr id="239" name="Google Shape;239;p19"/>
            <p:cNvSpPr/>
            <p:nvPr/>
          </p:nvSpPr>
          <p:spPr>
            <a:xfrm>
              <a:off x="3496213" y="2954744"/>
              <a:ext cx="9420225" cy="2240280"/>
            </a:xfrm>
            <a:custGeom>
              <a:rect b="b" l="l" r="r" t="t"/>
              <a:pathLst>
                <a:path extrusionOk="0" h="2240279" w="9420225">
                  <a:moveTo>
                    <a:pt x="8933872" y="2240189"/>
                  </a:moveTo>
                  <a:lnTo>
                    <a:pt x="485774" y="2240189"/>
                  </a:lnTo>
                  <a:lnTo>
                    <a:pt x="437761" y="2237812"/>
                  </a:lnTo>
                  <a:lnTo>
                    <a:pt x="390561" y="2230769"/>
                  </a:lnTo>
                  <a:lnTo>
                    <a:pt x="344493" y="2219191"/>
                  </a:lnTo>
                  <a:lnTo>
                    <a:pt x="299876" y="2203212"/>
                  </a:lnTo>
                  <a:lnTo>
                    <a:pt x="257027" y="2182962"/>
                  </a:lnTo>
                  <a:lnTo>
                    <a:pt x="216266" y="2158573"/>
                  </a:lnTo>
                  <a:lnTo>
                    <a:pt x="177910" y="2130178"/>
                  </a:lnTo>
                  <a:lnTo>
                    <a:pt x="142279" y="2097909"/>
                  </a:lnTo>
                  <a:lnTo>
                    <a:pt x="110010" y="2062278"/>
                  </a:lnTo>
                  <a:lnTo>
                    <a:pt x="81615" y="2023922"/>
                  </a:lnTo>
                  <a:lnTo>
                    <a:pt x="57226" y="1983161"/>
                  </a:lnTo>
                  <a:lnTo>
                    <a:pt x="36976" y="1940312"/>
                  </a:lnTo>
                  <a:lnTo>
                    <a:pt x="20997" y="1895694"/>
                  </a:lnTo>
                  <a:lnTo>
                    <a:pt x="9419" y="1849627"/>
                  </a:lnTo>
                  <a:lnTo>
                    <a:pt x="2376" y="1802427"/>
                  </a:lnTo>
                  <a:lnTo>
                    <a:pt x="0" y="1754424"/>
                  </a:lnTo>
                  <a:lnTo>
                    <a:pt x="0" y="485765"/>
                  </a:lnTo>
                  <a:lnTo>
                    <a:pt x="2376" y="437761"/>
                  </a:lnTo>
                  <a:lnTo>
                    <a:pt x="9419" y="390562"/>
                  </a:lnTo>
                  <a:lnTo>
                    <a:pt x="20997" y="344494"/>
                  </a:lnTo>
                  <a:lnTo>
                    <a:pt x="36976" y="299876"/>
                  </a:lnTo>
                  <a:lnTo>
                    <a:pt x="57226" y="257028"/>
                  </a:lnTo>
                  <a:lnTo>
                    <a:pt x="81615" y="216266"/>
                  </a:lnTo>
                  <a:lnTo>
                    <a:pt x="110010" y="177911"/>
                  </a:lnTo>
                  <a:lnTo>
                    <a:pt x="142279" y="142280"/>
                  </a:lnTo>
                  <a:lnTo>
                    <a:pt x="177910" y="110010"/>
                  </a:lnTo>
                  <a:lnTo>
                    <a:pt x="216266" y="81615"/>
                  </a:lnTo>
                  <a:lnTo>
                    <a:pt x="257027" y="57227"/>
                  </a:lnTo>
                  <a:lnTo>
                    <a:pt x="299876" y="36977"/>
                  </a:lnTo>
                  <a:lnTo>
                    <a:pt x="344493" y="20997"/>
                  </a:lnTo>
                  <a:lnTo>
                    <a:pt x="390561" y="9420"/>
                  </a:lnTo>
                  <a:lnTo>
                    <a:pt x="437761" y="2376"/>
                  </a:lnTo>
                  <a:lnTo>
                    <a:pt x="485771" y="0"/>
                  </a:lnTo>
                  <a:lnTo>
                    <a:pt x="8933874" y="0"/>
                  </a:lnTo>
                  <a:lnTo>
                    <a:pt x="8981885" y="2376"/>
                  </a:lnTo>
                  <a:lnTo>
                    <a:pt x="9029084" y="9420"/>
                  </a:lnTo>
                  <a:lnTo>
                    <a:pt x="9075152" y="20997"/>
                  </a:lnTo>
                  <a:lnTo>
                    <a:pt x="9119770" y="36977"/>
                  </a:lnTo>
                  <a:lnTo>
                    <a:pt x="9162619" y="57227"/>
                  </a:lnTo>
                  <a:lnTo>
                    <a:pt x="9203380" y="81615"/>
                  </a:lnTo>
                  <a:lnTo>
                    <a:pt x="9241736" y="110010"/>
                  </a:lnTo>
                  <a:lnTo>
                    <a:pt x="9277367" y="142280"/>
                  </a:lnTo>
                  <a:lnTo>
                    <a:pt x="9309636" y="177911"/>
                  </a:lnTo>
                  <a:lnTo>
                    <a:pt x="9338031" y="216266"/>
                  </a:lnTo>
                  <a:lnTo>
                    <a:pt x="9362419" y="257028"/>
                  </a:lnTo>
                  <a:lnTo>
                    <a:pt x="9382669" y="299876"/>
                  </a:lnTo>
                  <a:lnTo>
                    <a:pt x="9398649" y="344494"/>
                  </a:lnTo>
                  <a:lnTo>
                    <a:pt x="9410226" y="390562"/>
                  </a:lnTo>
                  <a:lnTo>
                    <a:pt x="9417270" y="437761"/>
                  </a:lnTo>
                  <a:lnTo>
                    <a:pt x="9419646" y="485765"/>
                  </a:lnTo>
                  <a:lnTo>
                    <a:pt x="9419646" y="1754424"/>
                  </a:lnTo>
                  <a:lnTo>
                    <a:pt x="9417270" y="1802427"/>
                  </a:lnTo>
                  <a:lnTo>
                    <a:pt x="9410226" y="1849627"/>
                  </a:lnTo>
                  <a:lnTo>
                    <a:pt x="9398649" y="1895694"/>
                  </a:lnTo>
                  <a:lnTo>
                    <a:pt x="9382669" y="1940312"/>
                  </a:lnTo>
                  <a:lnTo>
                    <a:pt x="9362419" y="1983161"/>
                  </a:lnTo>
                  <a:lnTo>
                    <a:pt x="9338031" y="2023922"/>
                  </a:lnTo>
                  <a:lnTo>
                    <a:pt x="9309636" y="2062278"/>
                  </a:lnTo>
                  <a:lnTo>
                    <a:pt x="9277367" y="2097909"/>
                  </a:lnTo>
                  <a:lnTo>
                    <a:pt x="9241736" y="2130178"/>
                  </a:lnTo>
                  <a:lnTo>
                    <a:pt x="9203380" y="2158573"/>
                  </a:lnTo>
                  <a:lnTo>
                    <a:pt x="9162619" y="2182962"/>
                  </a:lnTo>
                  <a:lnTo>
                    <a:pt x="9119770" y="2203212"/>
                  </a:lnTo>
                  <a:lnTo>
                    <a:pt x="9075152" y="2219191"/>
                  </a:lnTo>
                  <a:lnTo>
                    <a:pt x="9029084" y="2230769"/>
                  </a:lnTo>
                  <a:lnTo>
                    <a:pt x="8981885" y="2237812"/>
                  </a:lnTo>
                  <a:lnTo>
                    <a:pt x="8933872" y="224018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40" name="Google Shape;240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664705" y="3220286"/>
              <a:ext cx="9086849" cy="170497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41" name="Google Shape;241;p19"/>
          <p:cNvGrpSpPr/>
          <p:nvPr/>
        </p:nvGrpSpPr>
        <p:grpSpPr>
          <a:xfrm>
            <a:off x="3496213" y="7409815"/>
            <a:ext cx="5737860" cy="653415"/>
            <a:chOff x="3496213" y="7409815"/>
            <a:chExt cx="5737860" cy="653415"/>
          </a:xfrm>
        </p:grpSpPr>
        <p:sp>
          <p:nvSpPr>
            <p:cNvPr id="242" name="Google Shape;242;p19"/>
            <p:cNvSpPr/>
            <p:nvPr/>
          </p:nvSpPr>
          <p:spPr>
            <a:xfrm>
              <a:off x="3496213" y="7409815"/>
              <a:ext cx="5737860" cy="653415"/>
            </a:xfrm>
            <a:custGeom>
              <a:rect b="b" l="l" r="r" t="t"/>
              <a:pathLst>
                <a:path extrusionOk="0" h="653415" w="5737859">
                  <a:moveTo>
                    <a:pt x="5410747" y="653047"/>
                  </a:moveTo>
                  <a:lnTo>
                    <a:pt x="326519" y="653047"/>
                  </a:lnTo>
                  <a:lnTo>
                    <a:pt x="278272" y="649507"/>
                  </a:lnTo>
                  <a:lnTo>
                    <a:pt x="232219" y="639222"/>
                  </a:lnTo>
                  <a:lnTo>
                    <a:pt x="188869" y="622699"/>
                  </a:lnTo>
                  <a:lnTo>
                    <a:pt x="148727" y="600442"/>
                  </a:lnTo>
                  <a:lnTo>
                    <a:pt x="112299" y="572956"/>
                  </a:lnTo>
                  <a:lnTo>
                    <a:pt x="80090" y="540747"/>
                  </a:lnTo>
                  <a:lnTo>
                    <a:pt x="52604" y="504319"/>
                  </a:lnTo>
                  <a:lnTo>
                    <a:pt x="30347" y="464177"/>
                  </a:lnTo>
                  <a:lnTo>
                    <a:pt x="13824" y="420828"/>
                  </a:lnTo>
                  <a:lnTo>
                    <a:pt x="3540" y="374775"/>
                  </a:lnTo>
                  <a:lnTo>
                    <a:pt x="0" y="326526"/>
                  </a:lnTo>
                  <a:lnTo>
                    <a:pt x="3540" y="278272"/>
                  </a:lnTo>
                  <a:lnTo>
                    <a:pt x="13824" y="232219"/>
                  </a:lnTo>
                  <a:lnTo>
                    <a:pt x="30347" y="188869"/>
                  </a:lnTo>
                  <a:lnTo>
                    <a:pt x="52604" y="148728"/>
                  </a:lnTo>
                  <a:lnTo>
                    <a:pt x="80090" y="112300"/>
                  </a:lnTo>
                  <a:lnTo>
                    <a:pt x="112299" y="80090"/>
                  </a:lnTo>
                  <a:lnTo>
                    <a:pt x="148727" y="52604"/>
                  </a:lnTo>
                  <a:lnTo>
                    <a:pt x="188869" y="30347"/>
                  </a:lnTo>
                  <a:lnTo>
                    <a:pt x="232219" y="13824"/>
                  </a:lnTo>
                  <a:lnTo>
                    <a:pt x="278272" y="3540"/>
                  </a:lnTo>
                  <a:lnTo>
                    <a:pt x="326523" y="0"/>
                  </a:lnTo>
                  <a:lnTo>
                    <a:pt x="5410743" y="0"/>
                  </a:lnTo>
                  <a:lnTo>
                    <a:pt x="5458994" y="3540"/>
                  </a:lnTo>
                  <a:lnTo>
                    <a:pt x="5505047" y="13824"/>
                  </a:lnTo>
                  <a:lnTo>
                    <a:pt x="5548397" y="30347"/>
                  </a:lnTo>
                  <a:lnTo>
                    <a:pt x="5588539" y="52604"/>
                  </a:lnTo>
                  <a:lnTo>
                    <a:pt x="5624967" y="80090"/>
                  </a:lnTo>
                  <a:lnTo>
                    <a:pt x="5657176" y="112300"/>
                  </a:lnTo>
                  <a:lnTo>
                    <a:pt x="5684662" y="148728"/>
                  </a:lnTo>
                  <a:lnTo>
                    <a:pt x="5706919" y="188869"/>
                  </a:lnTo>
                  <a:lnTo>
                    <a:pt x="5723442" y="232219"/>
                  </a:lnTo>
                  <a:lnTo>
                    <a:pt x="5733727" y="278272"/>
                  </a:lnTo>
                  <a:lnTo>
                    <a:pt x="5737267" y="326526"/>
                  </a:lnTo>
                  <a:lnTo>
                    <a:pt x="5733727" y="374775"/>
                  </a:lnTo>
                  <a:lnTo>
                    <a:pt x="5723442" y="420828"/>
                  </a:lnTo>
                  <a:lnTo>
                    <a:pt x="5706919" y="464177"/>
                  </a:lnTo>
                  <a:lnTo>
                    <a:pt x="5684662" y="504319"/>
                  </a:lnTo>
                  <a:lnTo>
                    <a:pt x="5657176" y="540747"/>
                  </a:lnTo>
                  <a:lnTo>
                    <a:pt x="5624967" y="572956"/>
                  </a:lnTo>
                  <a:lnTo>
                    <a:pt x="5588539" y="600442"/>
                  </a:lnTo>
                  <a:lnTo>
                    <a:pt x="5548397" y="622699"/>
                  </a:lnTo>
                  <a:lnTo>
                    <a:pt x="5505047" y="639222"/>
                  </a:lnTo>
                  <a:lnTo>
                    <a:pt x="5458994" y="649507"/>
                  </a:lnTo>
                  <a:lnTo>
                    <a:pt x="5410747" y="65304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43" name="Google Shape;243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673605" y="7498669"/>
              <a:ext cx="5381624" cy="47624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4" name="Google Shape;244;p19"/>
          <p:cNvSpPr txBox="1"/>
          <p:nvPr/>
        </p:nvSpPr>
        <p:spPr>
          <a:xfrm>
            <a:off x="574234" y="2088633"/>
            <a:ext cx="11430000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7D9FF"/>
                </a:solidFill>
                <a:latin typeface="Trebuchet MS"/>
                <a:ea typeface="Trebuchet MS"/>
                <a:cs typeface="Trebuchet MS"/>
                <a:sym typeface="Trebuchet MS"/>
              </a:rPr>
              <a:t>FOREIGN KEY	</a:t>
            </a:r>
            <a:r>
              <a:rPr lang="en-US"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prevent actions that would destroy links between tables</a:t>
            </a:r>
            <a:endParaRPr sz="2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45" name="Google Shape;245;p19"/>
          <p:cNvSpPr txBox="1"/>
          <p:nvPr/>
        </p:nvSpPr>
        <p:spPr>
          <a:xfrm>
            <a:off x="1368232" y="6562755"/>
            <a:ext cx="1562735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7D9FF"/>
                </a:solidFill>
                <a:latin typeface="Trebuchet MS"/>
                <a:ea typeface="Trebuchet MS"/>
                <a:cs typeface="Trebuchet MS"/>
                <a:sym typeface="Trebuchet MS"/>
              </a:rPr>
              <a:t>DEFAULT</a:t>
            </a:r>
            <a:endParaRPr sz="2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46" name="Google Shape;246;p19"/>
          <p:cNvSpPr txBox="1"/>
          <p:nvPr/>
        </p:nvSpPr>
        <p:spPr>
          <a:xfrm>
            <a:off x="3483513" y="6562755"/>
            <a:ext cx="5185410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sets the default value of a column</a:t>
            </a:r>
            <a:endParaRPr sz="2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0"/>
          <p:cNvSpPr txBox="1"/>
          <p:nvPr>
            <p:ph type="title"/>
          </p:nvPr>
        </p:nvSpPr>
        <p:spPr>
          <a:xfrm>
            <a:off x="1027106" y="1059181"/>
            <a:ext cx="2790825" cy="665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Constraints</a:t>
            </a:r>
            <a:endParaRPr/>
          </a:p>
        </p:txBody>
      </p:sp>
      <p:grpSp>
        <p:nvGrpSpPr>
          <p:cNvPr id="252" name="Google Shape;252;p20"/>
          <p:cNvGrpSpPr/>
          <p:nvPr/>
        </p:nvGrpSpPr>
        <p:grpSpPr>
          <a:xfrm>
            <a:off x="2465572" y="6509185"/>
            <a:ext cx="6145530" cy="1657985"/>
            <a:chOff x="2465572" y="6509185"/>
            <a:chExt cx="6145530" cy="1657985"/>
          </a:xfrm>
        </p:grpSpPr>
        <p:sp>
          <p:nvSpPr>
            <p:cNvPr id="253" name="Google Shape;253;p20"/>
            <p:cNvSpPr/>
            <p:nvPr/>
          </p:nvSpPr>
          <p:spPr>
            <a:xfrm>
              <a:off x="2465572" y="6509185"/>
              <a:ext cx="6145530" cy="1657985"/>
            </a:xfrm>
            <a:custGeom>
              <a:rect b="b" l="l" r="r" t="t"/>
              <a:pathLst>
                <a:path extrusionOk="0" h="1657984" w="6145530">
                  <a:moveTo>
                    <a:pt x="5659274" y="1657802"/>
                  </a:moveTo>
                  <a:lnTo>
                    <a:pt x="485762" y="1657802"/>
                  </a:lnTo>
                  <a:lnTo>
                    <a:pt x="437761" y="1655426"/>
                  </a:lnTo>
                  <a:lnTo>
                    <a:pt x="390562" y="1648382"/>
                  </a:lnTo>
                  <a:lnTo>
                    <a:pt x="344494" y="1636805"/>
                  </a:lnTo>
                  <a:lnTo>
                    <a:pt x="299876" y="1620825"/>
                  </a:lnTo>
                  <a:lnTo>
                    <a:pt x="257028" y="1600575"/>
                  </a:lnTo>
                  <a:lnTo>
                    <a:pt x="216266" y="1576187"/>
                  </a:lnTo>
                  <a:lnTo>
                    <a:pt x="177911" y="1547792"/>
                  </a:lnTo>
                  <a:lnTo>
                    <a:pt x="142280" y="1515522"/>
                  </a:lnTo>
                  <a:lnTo>
                    <a:pt x="110010" y="1479891"/>
                  </a:lnTo>
                  <a:lnTo>
                    <a:pt x="81615" y="1441535"/>
                  </a:lnTo>
                  <a:lnTo>
                    <a:pt x="57227" y="1400774"/>
                  </a:lnTo>
                  <a:lnTo>
                    <a:pt x="36977" y="1357925"/>
                  </a:lnTo>
                  <a:lnTo>
                    <a:pt x="20997" y="1313308"/>
                  </a:lnTo>
                  <a:lnTo>
                    <a:pt x="9420" y="1267240"/>
                  </a:lnTo>
                  <a:lnTo>
                    <a:pt x="2376" y="1220040"/>
                  </a:lnTo>
                  <a:lnTo>
                    <a:pt x="0" y="1172030"/>
                  </a:lnTo>
                  <a:lnTo>
                    <a:pt x="0" y="485773"/>
                  </a:lnTo>
                  <a:lnTo>
                    <a:pt x="2376" y="437762"/>
                  </a:lnTo>
                  <a:lnTo>
                    <a:pt x="9420" y="390562"/>
                  </a:lnTo>
                  <a:lnTo>
                    <a:pt x="20997" y="344494"/>
                  </a:lnTo>
                  <a:lnTo>
                    <a:pt x="36977" y="299876"/>
                  </a:lnTo>
                  <a:lnTo>
                    <a:pt x="57227" y="257028"/>
                  </a:lnTo>
                  <a:lnTo>
                    <a:pt x="81615" y="216266"/>
                  </a:lnTo>
                  <a:lnTo>
                    <a:pt x="110010" y="177911"/>
                  </a:lnTo>
                  <a:lnTo>
                    <a:pt x="142280" y="142280"/>
                  </a:lnTo>
                  <a:lnTo>
                    <a:pt x="177911" y="110010"/>
                  </a:lnTo>
                  <a:lnTo>
                    <a:pt x="216266" y="81615"/>
                  </a:lnTo>
                  <a:lnTo>
                    <a:pt x="257028" y="57227"/>
                  </a:lnTo>
                  <a:lnTo>
                    <a:pt x="299876" y="36977"/>
                  </a:lnTo>
                  <a:lnTo>
                    <a:pt x="344494" y="20997"/>
                  </a:lnTo>
                  <a:lnTo>
                    <a:pt x="390562" y="9420"/>
                  </a:lnTo>
                  <a:lnTo>
                    <a:pt x="437761" y="2377"/>
                  </a:lnTo>
                  <a:lnTo>
                    <a:pt x="485774" y="0"/>
                  </a:lnTo>
                  <a:lnTo>
                    <a:pt x="5659262" y="0"/>
                  </a:lnTo>
                  <a:lnTo>
                    <a:pt x="5707275" y="2377"/>
                  </a:lnTo>
                  <a:lnTo>
                    <a:pt x="5754475" y="9420"/>
                  </a:lnTo>
                  <a:lnTo>
                    <a:pt x="5800543" y="20997"/>
                  </a:lnTo>
                  <a:lnTo>
                    <a:pt x="5845160" y="36977"/>
                  </a:lnTo>
                  <a:lnTo>
                    <a:pt x="5888009" y="57227"/>
                  </a:lnTo>
                  <a:lnTo>
                    <a:pt x="5928771" y="81615"/>
                  </a:lnTo>
                  <a:lnTo>
                    <a:pt x="5967126" y="110010"/>
                  </a:lnTo>
                  <a:lnTo>
                    <a:pt x="6002757" y="142280"/>
                  </a:lnTo>
                  <a:lnTo>
                    <a:pt x="6035026" y="177911"/>
                  </a:lnTo>
                  <a:lnTo>
                    <a:pt x="6063421" y="216266"/>
                  </a:lnTo>
                  <a:lnTo>
                    <a:pt x="6087809" y="257028"/>
                  </a:lnTo>
                  <a:lnTo>
                    <a:pt x="6108059" y="299876"/>
                  </a:lnTo>
                  <a:lnTo>
                    <a:pt x="6124039" y="344494"/>
                  </a:lnTo>
                  <a:lnTo>
                    <a:pt x="6135617" y="390562"/>
                  </a:lnTo>
                  <a:lnTo>
                    <a:pt x="6142660" y="437762"/>
                  </a:lnTo>
                  <a:lnTo>
                    <a:pt x="6145037" y="485773"/>
                  </a:lnTo>
                  <a:lnTo>
                    <a:pt x="6145037" y="1172030"/>
                  </a:lnTo>
                  <a:lnTo>
                    <a:pt x="6142660" y="1220040"/>
                  </a:lnTo>
                  <a:lnTo>
                    <a:pt x="6135617" y="1267240"/>
                  </a:lnTo>
                  <a:lnTo>
                    <a:pt x="6124039" y="1313308"/>
                  </a:lnTo>
                  <a:lnTo>
                    <a:pt x="6108059" y="1357925"/>
                  </a:lnTo>
                  <a:lnTo>
                    <a:pt x="6087809" y="1400774"/>
                  </a:lnTo>
                  <a:lnTo>
                    <a:pt x="6063421" y="1441535"/>
                  </a:lnTo>
                  <a:lnTo>
                    <a:pt x="6035026" y="1479891"/>
                  </a:lnTo>
                  <a:lnTo>
                    <a:pt x="6002757" y="1515522"/>
                  </a:lnTo>
                  <a:lnTo>
                    <a:pt x="5967126" y="1547792"/>
                  </a:lnTo>
                  <a:lnTo>
                    <a:pt x="5928771" y="1576187"/>
                  </a:lnTo>
                  <a:lnTo>
                    <a:pt x="5888009" y="1600575"/>
                  </a:lnTo>
                  <a:lnTo>
                    <a:pt x="5845160" y="1620825"/>
                  </a:lnTo>
                  <a:lnTo>
                    <a:pt x="5800543" y="1636805"/>
                  </a:lnTo>
                  <a:lnTo>
                    <a:pt x="5754475" y="1648382"/>
                  </a:lnTo>
                  <a:lnTo>
                    <a:pt x="5707275" y="1655426"/>
                  </a:lnTo>
                  <a:lnTo>
                    <a:pt x="5659274" y="165780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54" name="Google Shape;254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782932" y="6633010"/>
              <a:ext cx="5553074" cy="144779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55" name="Google Shape;255;p20"/>
          <p:cNvGrpSpPr/>
          <p:nvPr/>
        </p:nvGrpSpPr>
        <p:grpSpPr>
          <a:xfrm>
            <a:off x="2434639" y="2862134"/>
            <a:ext cx="10905490" cy="2809240"/>
            <a:chOff x="2434639" y="2862134"/>
            <a:chExt cx="10905490" cy="2809240"/>
          </a:xfrm>
        </p:grpSpPr>
        <p:sp>
          <p:nvSpPr>
            <p:cNvPr id="256" name="Google Shape;256;p20"/>
            <p:cNvSpPr/>
            <p:nvPr/>
          </p:nvSpPr>
          <p:spPr>
            <a:xfrm>
              <a:off x="2434639" y="2862134"/>
              <a:ext cx="10905490" cy="2809240"/>
            </a:xfrm>
            <a:custGeom>
              <a:rect b="b" l="l" r="r" t="t"/>
              <a:pathLst>
                <a:path extrusionOk="0" h="2809240" w="10905490">
                  <a:moveTo>
                    <a:pt x="10419255" y="2808984"/>
                  </a:moveTo>
                  <a:lnTo>
                    <a:pt x="485773" y="2808984"/>
                  </a:lnTo>
                  <a:lnTo>
                    <a:pt x="437760" y="2806607"/>
                  </a:lnTo>
                  <a:lnTo>
                    <a:pt x="390561" y="2799564"/>
                  </a:lnTo>
                  <a:lnTo>
                    <a:pt x="344493" y="2787987"/>
                  </a:lnTo>
                  <a:lnTo>
                    <a:pt x="299875" y="2772007"/>
                  </a:lnTo>
                  <a:lnTo>
                    <a:pt x="257027" y="2751757"/>
                  </a:lnTo>
                  <a:lnTo>
                    <a:pt x="216265" y="2727369"/>
                  </a:lnTo>
                  <a:lnTo>
                    <a:pt x="177910" y="2698974"/>
                  </a:lnTo>
                  <a:lnTo>
                    <a:pt x="142279" y="2666705"/>
                  </a:lnTo>
                  <a:lnTo>
                    <a:pt x="110009" y="2631074"/>
                  </a:lnTo>
                  <a:lnTo>
                    <a:pt x="81614" y="2592718"/>
                  </a:lnTo>
                  <a:lnTo>
                    <a:pt x="57226" y="2551957"/>
                  </a:lnTo>
                  <a:lnTo>
                    <a:pt x="36976" y="2509108"/>
                  </a:lnTo>
                  <a:lnTo>
                    <a:pt x="20996" y="2464490"/>
                  </a:lnTo>
                  <a:lnTo>
                    <a:pt x="9419" y="2418422"/>
                  </a:lnTo>
                  <a:lnTo>
                    <a:pt x="2375" y="2371222"/>
                  </a:lnTo>
                  <a:lnTo>
                    <a:pt x="0" y="2323234"/>
                  </a:lnTo>
                  <a:lnTo>
                    <a:pt x="0" y="485750"/>
                  </a:lnTo>
                  <a:lnTo>
                    <a:pt x="2375" y="437761"/>
                  </a:lnTo>
                  <a:lnTo>
                    <a:pt x="9419" y="390562"/>
                  </a:lnTo>
                  <a:lnTo>
                    <a:pt x="20996" y="344494"/>
                  </a:lnTo>
                  <a:lnTo>
                    <a:pt x="36976" y="299876"/>
                  </a:lnTo>
                  <a:lnTo>
                    <a:pt x="57226" y="257027"/>
                  </a:lnTo>
                  <a:lnTo>
                    <a:pt x="81614" y="216266"/>
                  </a:lnTo>
                  <a:lnTo>
                    <a:pt x="110009" y="177911"/>
                  </a:lnTo>
                  <a:lnTo>
                    <a:pt x="142279" y="142280"/>
                  </a:lnTo>
                  <a:lnTo>
                    <a:pt x="177910" y="110010"/>
                  </a:lnTo>
                  <a:lnTo>
                    <a:pt x="216265" y="81615"/>
                  </a:lnTo>
                  <a:lnTo>
                    <a:pt x="257027" y="57227"/>
                  </a:lnTo>
                  <a:lnTo>
                    <a:pt x="299875" y="36977"/>
                  </a:lnTo>
                  <a:lnTo>
                    <a:pt x="344493" y="20997"/>
                  </a:lnTo>
                  <a:lnTo>
                    <a:pt x="390561" y="9420"/>
                  </a:lnTo>
                  <a:lnTo>
                    <a:pt x="437760" y="2376"/>
                  </a:lnTo>
                  <a:lnTo>
                    <a:pt x="485769" y="0"/>
                  </a:lnTo>
                  <a:lnTo>
                    <a:pt x="10419259" y="0"/>
                  </a:lnTo>
                  <a:lnTo>
                    <a:pt x="10467268" y="2376"/>
                  </a:lnTo>
                  <a:lnTo>
                    <a:pt x="10514467" y="9420"/>
                  </a:lnTo>
                  <a:lnTo>
                    <a:pt x="10560535" y="20997"/>
                  </a:lnTo>
                  <a:lnTo>
                    <a:pt x="10605153" y="36977"/>
                  </a:lnTo>
                  <a:lnTo>
                    <a:pt x="10648001" y="57227"/>
                  </a:lnTo>
                  <a:lnTo>
                    <a:pt x="10688763" y="81615"/>
                  </a:lnTo>
                  <a:lnTo>
                    <a:pt x="10727118" y="110010"/>
                  </a:lnTo>
                  <a:lnTo>
                    <a:pt x="10762749" y="142280"/>
                  </a:lnTo>
                  <a:lnTo>
                    <a:pt x="10795018" y="177911"/>
                  </a:lnTo>
                  <a:lnTo>
                    <a:pt x="10823413" y="216266"/>
                  </a:lnTo>
                  <a:lnTo>
                    <a:pt x="10847802" y="257027"/>
                  </a:lnTo>
                  <a:lnTo>
                    <a:pt x="10868052" y="299876"/>
                  </a:lnTo>
                  <a:lnTo>
                    <a:pt x="10884032" y="344494"/>
                  </a:lnTo>
                  <a:lnTo>
                    <a:pt x="10895609" y="390562"/>
                  </a:lnTo>
                  <a:lnTo>
                    <a:pt x="10902653" y="437761"/>
                  </a:lnTo>
                  <a:lnTo>
                    <a:pt x="10905029" y="485750"/>
                  </a:lnTo>
                  <a:lnTo>
                    <a:pt x="10905029" y="2323234"/>
                  </a:lnTo>
                  <a:lnTo>
                    <a:pt x="10902653" y="2371222"/>
                  </a:lnTo>
                  <a:lnTo>
                    <a:pt x="10895609" y="2418422"/>
                  </a:lnTo>
                  <a:lnTo>
                    <a:pt x="10884032" y="2464490"/>
                  </a:lnTo>
                  <a:lnTo>
                    <a:pt x="10868052" y="2509108"/>
                  </a:lnTo>
                  <a:lnTo>
                    <a:pt x="10847802" y="2551957"/>
                  </a:lnTo>
                  <a:lnTo>
                    <a:pt x="10823413" y="2592718"/>
                  </a:lnTo>
                  <a:lnTo>
                    <a:pt x="10795018" y="2631074"/>
                  </a:lnTo>
                  <a:lnTo>
                    <a:pt x="10762749" y="2666705"/>
                  </a:lnTo>
                  <a:lnTo>
                    <a:pt x="10727118" y="2698974"/>
                  </a:lnTo>
                  <a:lnTo>
                    <a:pt x="10688763" y="2727369"/>
                  </a:lnTo>
                  <a:lnTo>
                    <a:pt x="10648001" y="2751757"/>
                  </a:lnTo>
                  <a:lnTo>
                    <a:pt x="10605153" y="2772007"/>
                  </a:lnTo>
                  <a:lnTo>
                    <a:pt x="10560535" y="2787987"/>
                  </a:lnTo>
                  <a:lnTo>
                    <a:pt x="10514467" y="2799564"/>
                  </a:lnTo>
                  <a:lnTo>
                    <a:pt x="10467268" y="2806607"/>
                  </a:lnTo>
                  <a:lnTo>
                    <a:pt x="10419255" y="280898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57" name="Google Shape;257;p2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859773" y="2977154"/>
              <a:ext cx="9534524" cy="25336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8" name="Google Shape;258;p2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214676" y="4322864"/>
              <a:ext cx="10125073" cy="85724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59" name="Google Shape;259;p20"/>
          <p:cNvSpPr txBox="1"/>
          <p:nvPr/>
        </p:nvSpPr>
        <p:spPr>
          <a:xfrm>
            <a:off x="961240" y="2059085"/>
            <a:ext cx="8217534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7D9FF"/>
                </a:solidFill>
                <a:latin typeface="Trebuchet MS"/>
                <a:ea typeface="Trebuchet MS"/>
                <a:cs typeface="Trebuchet MS"/>
                <a:sym typeface="Trebuchet MS"/>
              </a:rPr>
              <a:t>CHECK	</a:t>
            </a:r>
            <a:r>
              <a:rPr lang="en-US"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it can limit the values allowed in a column</a:t>
            </a:r>
            <a:endParaRPr sz="2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4" name="Google Shape;264;p21"/>
          <p:cNvGrpSpPr/>
          <p:nvPr/>
        </p:nvGrpSpPr>
        <p:grpSpPr>
          <a:xfrm>
            <a:off x="838900" y="1574610"/>
            <a:ext cx="5556250" cy="5220970"/>
            <a:chOff x="838900" y="1574610"/>
            <a:chExt cx="5556250" cy="5220970"/>
          </a:xfrm>
        </p:grpSpPr>
        <p:sp>
          <p:nvSpPr>
            <p:cNvPr id="265" name="Google Shape;265;p21"/>
            <p:cNvSpPr/>
            <p:nvPr/>
          </p:nvSpPr>
          <p:spPr>
            <a:xfrm>
              <a:off x="838900" y="1574610"/>
              <a:ext cx="5556250" cy="5220970"/>
            </a:xfrm>
            <a:custGeom>
              <a:rect b="b" l="l" r="r" t="t"/>
              <a:pathLst>
                <a:path extrusionOk="0" h="5220970" w="5556250">
                  <a:moveTo>
                    <a:pt x="5070438" y="5220367"/>
                  </a:moveTo>
                  <a:lnTo>
                    <a:pt x="485761" y="5220367"/>
                  </a:lnTo>
                  <a:lnTo>
                    <a:pt x="438991" y="5218144"/>
                  </a:lnTo>
                  <a:lnTo>
                    <a:pt x="393466" y="5211608"/>
                  </a:lnTo>
                  <a:lnTo>
                    <a:pt x="349402" y="5200965"/>
                  </a:lnTo>
                  <a:lnTo>
                    <a:pt x="307004" y="5186416"/>
                  </a:lnTo>
                  <a:lnTo>
                    <a:pt x="266475" y="5168167"/>
                  </a:lnTo>
                  <a:lnTo>
                    <a:pt x="228018" y="5146420"/>
                  </a:lnTo>
                  <a:lnTo>
                    <a:pt x="191837" y="5121379"/>
                  </a:lnTo>
                  <a:lnTo>
                    <a:pt x="158136" y="5093248"/>
                  </a:lnTo>
                  <a:lnTo>
                    <a:pt x="127119" y="5062230"/>
                  </a:lnTo>
                  <a:lnTo>
                    <a:pt x="98987" y="5028529"/>
                  </a:lnTo>
                  <a:lnTo>
                    <a:pt x="73947" y="4992349"/>
                  </a:lnTo>
                  <a:lnTo>
                    <a:pt x="52200" y="4953892"/>
                  </a:lnTo>
                  <a:lnTo>
                    <a:pt x="33950" y="4913363"/>
                  </a:lnTo>
                  <a:lnTo>
                    <a:pt x="19402" y="4870965"/>
                  </a:lnTo>
                  <a:lnTo>
                    <a:pt x="8758" y="4826901"/>
                  </a:lnTo>
                  <a:lnTo>
                    <a:pt x="2223" y="4781376"/>
                  </a:lnTo>
                  <a:lnTo>
                    <a:pt x="0" y="4734600"/>
                  </a:lnTo>
                  <a:lnTo>
                    <a:pt x="0" y="485767"/>
                  </a:lnTo>
                  <a:lnTo>
                    <a:pt x="2223" y="438991"/>
                  </a:lnTo>
                  <a:lnTo>
                    <a:pt x="8758" y="393466"/>
                  </a:lnTo>
                  <a:lnTo>
                    <a:pt x="19402" y="349403"/>
                  </a:lnTo>
                  <a:lnTo>
                    <a:pt x="33950" y="307004"/>
                  </a:lnTo>
                  <a:lnTo>
                    <a:pt x="52200" y="266475"/>
                  </a:lnTo>
                  <a:lnTo>
                    <a:pt x="73947" y="228018"/>
                  </a:lnTo>
                  <a:lnTo>
                    <a:pt x="98987" y="191838"/>
                  </a:lnTo>
                  <a:lnTo>
                    <a:pt x="127119" y="158137"/>
                  </a:lnTo>
                  <a:lnTo>
                    <a:pt x="158136" y="127119"/>
                  </a:lnTo>
                  <a:lnTo>
                    <a:pt x="191837" y="98988"/>
                  </a:lnTo>
                  <a:lnTo>
                    <a:pt x="228018" y="73947"/>
                  </a:lnTo>
                  <a:lnTo>
                    <a:pt x="266475" y="52200"/>
                  </a:lnTo>
                  <a:lnTo>
                    <a:pt x="307004" y="33951"/>
                  </a:lnTo>
                  <a:lnTo>
                    <a:pt x="349402" y="19402"/>
                  </a:lnTo>
                  <a:lnTo>
                    <a:pt x="393466" y="8759"/>
                  </a:lnTo>
                  <a:lnTo>
                    <a:pt x="438991" y="2223"/>
                  </a:lnTo>
                  <a:lnTo>
                    <a:pt x="485774" y="0"/>
                  </a:lnTo>
                  <a:lnTo>
                    <a:pt x="5070425" y="0"/>
                  </a:lnTo>
                  <a:lnTo>
                    <a:pt x="5117209" y="2223"/>
                  </a:lnTo>
                  <a:lnTo>
                    <a:pt x="5162734" y="8759"/>
                  </a:lnTo>
                  <a:lnTo>
                    <a:pt x="5206797" y="19402"/>
                  </a:lnTo>
                  <a:lnTo>
                    <a:pt x="5249195" y="33951"/>
                  </a:lnTo>
                  <a:lnTo>
                    <a:pt x="5289725" y="52200"/>
                  </a:lnTo>
                  <a:lnTo>
                    <a:pt x="5328181" y="73947"/>
                  </a:lnTo>
                  <a:lnTo>
                    <a:pt x="5364362" y="98988"/>
                  </a:lnTo>
                  <a:lnTo>
                    <a:pt x="5398063" y="127119"/>
                  </a:lnTo>
                  <a:lnTo>
                    <a:pt x="5429081" y="158137"/>
                  </a:lnTo>
                  <a:lnTo>
                    <a:pt x="5457212" y="191838"/>
                  </a:lnTo>
                  <a:lnTo>
                    <a:pt x="5482253" y="228018"/>
                  </a:lnTo>
                  <a:lnTo>
                    <a:pt x="5504000" y="266475"/>
                  </a:lnTo>
                  <a:lnTo>
                    <a:pt x="5522249" y="307004"/>
                  </a:lnTo>
                  <a:lnTo>
                    <a:pt x="5536797" y="349403"/>
                  </a:lnTo>
                  <a:lnTo>
                    <a:pt x="5547441" y="393466"/>
                  </a:lnTo>
                  <a:lnTo>
                    <a:pt x="5553977" y="438991"/>
                  </a:lnTo>
                  <a:lnTo>
                    <a:pt x="5556200" y="485767"/>
                  </a:lnTo>
                  <a:lnTo>
                    <a:pt x="5556200" y="4734600"/>
                  </a:lnTo>
                  <a:lnTo>
                    <a:pt x="5553977" y="4781376"/>
                  </a:lnTo>
                  <a:lnTo>
                    <a:pt x="5547441" y="4826901"/>
                  </a:lnTo>
                  <a:lnTo>
                    <a:pt x="5536797" y="4870965"/>
                  </a:lnTo>
                  <a:lnTo>
                    <a:pt x="5522249" y="4913363"/>
                  </a:lnTo>
                  <a:lnTo>
                    <a:pt x="5504000" y="4953892"/>
                  </a:lnTo>
                  <a:lnTo>
                    <a:pt x="5482253" y="4992349"/>
                  </a:lnTo>
                  <a:lnTo>
                    <a:pt x="5457212" y="5028529"/>
                  </a:lnTo>
                  <a:lnTo>
                    <a:pt x="5429081" y="5062230"/>
                  </a:lnTo>
                  <a:lnTo>
                    <a:pt x="5398063" y="5093248"/>
                  </a:lnTo>
                  <a:lnTo>
                    <a:pt x="5364362" y="5121379"/>
                  </a:lnTo>
                  <a:lnTo>
                    <a:pt x="5328181" y="5146420"/>
                  </a:lnTo>
                  <a:lnTo>
                    <a:pt x="5289725" y="5168167"/>
                  </a:lnTo>
                  <a:lnTo>
                    <a:pt x="5249195" y="5186416"/>
                  </a:lnTo>
                  <a:lnTo>
                    <a:pt x="5206797" y="5200965"/>
                  </a:lnTo>
                  <a:lnTo>
                    <a:pt x="5162734" y="5211608"/>
                  </a:lnTo>
                  <a:lnTo>
                    <a:pt x="5117209" y="5218144"/>
                  </a:lnTo>
                  <a:lnTo>
                    <a:pt x="5070438" y="522036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66" name="Google Shape;266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45077" y="1789896"/>
              <a:ext cx="5133974" cy="487679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67" name="Google Shape;267;p21"/>
          <p:cNvGrpSpPr/>
          <p:nvPr/>
        </p:nvGrpSpPr>
        <p:grpSpPr>
          <a:xfrm>
            <a:off x="7269270" y="1763579"/>
            <a:ext cx="7593330" cy="4842510"/>
            <a:chOff x="7269270" y="1763579"/>
            <a:chExt cx="7593330" cy="4842510"/>
          </a:xfrm>
        </p:grpSpPr>
        <p:sp>
          <p:nvSpPr>
            <p:cNvPr id="268" name="Google Shape;268;p21"/>
            <p:cNvSpPr/>
            <p:nvPr/>
          </p:nvSpPr>
          <p:spPr>
            <a:xfrm>
              <a:off x="7269270" y="1763579"/>
              <a:ext cx="7593330" cy="4842510"/>
            </a:xfrm>
            <a:custGeom>
              <a:rect b="b" l="l" r="r" t="t"/>
              <a:pathLst>
                <a:path extrusionOk="0" h="4842509" w="7593330">
                  <a:moveTo>
                    <a:pt x="7107091" y="4842429"/>
                  </a:moveTo>
                  <a:lnTo>
                    <a:pt x="485774" y="4842429"/>
                  </a:lnTo>
                  <a:lnTo>
                    <a:pt x="438991" y="4840206"/>
                  </a:lnTo>
                  <a:lnTo>
                    <a:pt x="393466" y="4833670"/>
                  </a:lnTo>
                  <a:lnTo>
                    <a:pt x="349402" y="4823027"/>
                  </a:lnTo>
                  <a:lnTo>
                    <a:pt x="307004" y="4808478"/>
                  </a:lnTo>
                  <a:lnTo>
                    <a:pt x="266475" y="4790229"/>
                  </a:lnTo>
                  <a:lnTo>
                    <a:pt x="228018" y="4768482"/>
                  </a:lnTo>
                  <a:lnTo>
                    <a:pt x="191838" y="4743441"/>
                  </a:lnTo>
                  <a:lnTo>
                    <a:pt x="158137" y="4715310"/>
                  </a:lnTo>
                  <a:lnTo>
                    <a:pt x="127119" y="4684292"/>
                  </a:lnTo>
                  <a:lnTo>
                    <a:pt x="98988" y="4650591"/>
                  </a:lnTo>
                  <a:lnTo>
                    <a:pt x="73947" y="4614410"/>
                  </a:lnTo>
                  <a:lnTo>
                    <a:pt x="52200" y="4575954"/>
                  </a:lnTo>
                  <a:lnTo>
                    <a:pt x="33951" y="4535424"/>
                  </a:lnTo>
                  <a:lnTo>
                    <a:pt x="19402" y="4493026"/>
                  </a:lnTo>
                  <a:lnTo>
                    <a:pt x="8758" y="4448963"/>
                  </a:lnTo>
                  <a:lnTo>
                    <a:pt x="2223" y="4403438"/>
                  </a:lnTo>
                  <a:lnTo>
                    <a:pt x="0" y="4356661"/>
                  </a:lnTo>
                  <a:lnTo>
                    <a:pt x="0" y="485768"/>
                  </a:lnTo>
                  <a:lnTo>
                    <a:pt x="2223" y="438991"/>
                  </a:lnTo>
                  <a:lnTo>
                    <a:pt x="8758" y="393466"/>
                  </a:lnTo>
                  <a:lnTo>
                    <a:pt x="19402" y="349403"/>
                  </a:lnTo>
                  <a:lnTo>
                    <a:pt x="33951" y="307004"/>
                  </a:lnTo>
                  <a:lnTo>
                    <a:pt x="52200" y="266475"/>
                  </a:lnTo>
                  <a:lnTo>
                    <a:pt x="73947" y="228018"/>
                  </a:lnTo>
                  <a:lnTo>
                    <a:pt x="98988" y="191838"/>
                  </a:lnTo>
                  <a:lnTo>
                    <a:pt x="127119" y="158137"/>
                  </a:lnTo>
                  <a:lnTo>
                    <a:pt x="158137" y="127119"/>
                  </a:lnTo>
                  <a:lnTo>
                    <a:pt x="191838" y="98988"/>
                  </a:lnTo>
                  <a:lnTo>
                    <a:pt x="228018" y="73947"/>
                  </a:lnTo>
                  <a:lnTo>
                    <a:pt x="266475" y="52200"/>
                  </a:lnTo>
                  <a:lnTo>
                    <a:pt x="307004" y="33951"/>
                  </a:lnTo>
                  <a:lnTo>
                    <a:pt x="349402" y="19402"/>
                  </a:lnTo>
                  <a:lnTo>
                    <a:pt x="393466" y="8759"/>
                  </a:lnTo>
                  <a:lnTo>
                    <a:pt x="438991" y="2223"/>
                  </a:lnTo>
                  <a:lnTo>
                    <a:pt x="485774" y="0"/>
                  </a:lnTo>
                  <a:lnTo>
                    <a:pt x="7107091" y="0"/>
                  </a:lnTo>
                  <a:lnTo>
                    <a:pt x="7153874" y="2223"/>
                  </a:lnTo>
                  <a:lnTo>
                    <a:pt x="7199400" y="8759"/>
                  </a:lnTo>
                  <a:lnTo>
                    <a:pt x="7243463" y="19402"/>
                  </a:lnTo>
                  <a:lnTo>
                    <a:pt x="7285861" y="33951"/>
                  </a:lnTo>
                  <a:lnTo>
                    <a:pt x="7326390" y="52200"/>
                  </a:lnTo>
                  <a:lnTo>
                    <a:pt x="7364847" y="73947"/>
                  </a:lnTo>
                  <a:lnTo>
                    <a:pt x="7401028" y="98988"/>
                  </a:lnTo>
                  <a:lnTo>
                    <a:pt x="7434729" y="127119"/>
                  </a:lnTo>
                  <a:lnTo>
                    <a:pt x="7465747" y="158137"/>
                  </a:lnTo>
                  <a:lnTo>
                    <a:pt x="7493878" y="191838"/>
                  </a:lnTo>
                  <a:lnTo>
                    <a:pt x="7518919" y="228018"/>
                  </a:lnTo>
                  <a:lnTo>
                    <a:pt x="7540665" y="266475"/>
                  </a:lnTo>
                  <a:lnTo>
                    <a:pt x="7558915" y="307004"/>
                  </a:lnTo>
                  <a:lnTo>
                    <a:pt x="7573463" y="349403"/>
                  </a:lnTo>
                  <a:lnTo>
                    <a:pt x="7584107" y="393466"/>
                  </a:lnTo>
                  <a:lnTo>
                    <a:pt x="7590642" y="438991"/>
                  </a:lnTo>
                  <a:lnTo>
                    <a:pt x="7592866" y="485768"/>
                  </a:lnTo>
                  <a:lnTo>
                    <a:pt x="7592866" y="4356661"/>
                  </a:lnTo>
                  <a:lnTo>
                    <a:pt x="7590642" y="4403438"/>
                  </a:lnTo>
                  <a:lnTo>
                    <a:pt x="7584107" y="4448963"/>
                  </a:lnTo>
                  <a:lnTo>
                    <a:pt x="7573463" y="4493026"/>
                  </a:lnTo>
                  <a:lnTo>
                    <a:pt x="7558915" y="4535424"/>
                  </a:lnTo>
                  <a:lnTo>
                    <a:pt x="7540665" y="4575954"/>
                  </a:lnTo>
                  <a:lnTo>
                    <a:pt x="7518919" y="4614410"/>
                  </a:lnTo>
                  <a:lnTo>
                    <a:pt x="7493878" y="4650591"/>
                  </a:lnTo>
                  <a:lnTo>
                    <a:pt x="7465747" y="4684292"/>
                  </a:lnTo>
                  <a:lnTo>
                    <a:pt x="7434729" y="4715310"/>
                  </a:lnTo>
                  <a:lnTo>
                    <a:pt x="7401028" y="4743441"/>
                  </a:lnTo>
                  <a:lnTo>
                    <a:pt x="7364847" y="4768482"/>
                  </a:lnTo>
                  <a:lnTo>
                    <a:pt x="7326390" y="4790229"/>
                  </a:lnTo>
                  <a:lnTo>
                    <a:pt x="7285861" y="4808478"/>
                  </a:lnTo>
                  <a:lnTo>
                    <a:pt x="7243463" y="4823027"/>
                  </a:lnTo>
                  <a:lnTo>
                    <a:pt x="7199400" y="4833670"/>
                  </a:lnTo>
                  <a:lnTo>
                    <a:pt x="7153874" y="4840206"/>
                  </a:lnTo>
                  <a:lnTo>
                    <a:pt x="7107091" y="484242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69" name="Google Shape;269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558628" y="1914850"/>
              <a:ext cx="7048499" cy="443864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0" name="Google Shape;270;p21"/>
          <p:cNvSpPr txBox="1"/>
          <p:nvPr/>
        </p:nvSpPr>
        <p:spPr>
          <a:xfrm>
            <a:off x="1179353" y="755681"/>
            <a:ext cx="3820795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Create this sample table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21"/>
          <p:cNvSpPr txBox="1"/>
          <p:nvPr/>
        </p:nvSpPr>
        <p:spPr>
          <a:xfrm>
            <a:off x="7545928" y="755681"/>
            <a:ext cx="2362200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Insert this data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2"/>
          <p:cNvSpPr txBox="1"/>
          <p:nvPr>
            <p:ph type="title"/>
          </p:nvPr>
        </p:nvSpPr>
        <p:spPr>
          <a:xfrm>
            <a:off x="1027106" y="1059181"/>
            <a:ext cx="3587115" cy="665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Select </a:t>
            </a:r>
            <a:r>
              <a:rPr lang="en-US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 Detail</a:t>
            </a:r>
            <a:endParaRPr/>
          </a:p>
        </p:txBody>
      </p:sp>
      <p:sp>
        <p:nvSpPr>
          <p:cNvPr id="277" name="Google Shape;277;p22"/>
          <p:cNvSpPr txBox="1"/>
          <p:nvPr/>
        </p:nvSpPr>
        <p:spPr>
          <a:xfrm>
            <a:off x="1016000" y="1993777"/>
            <a:ext cx="7061200" cy="2180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used to select any data from the database</a:t>
            </a:r>
            <a:endParaRPr sz="2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5"/>
              </a:spcBef>
              <a:spcAft>
                <a:spcPts val="0"/>
              </a:spcAft>
              <a:buNone/>
            </a:pPr>
            <a:r>
              <a:t/>
            </a:r>
            <a:endParaRPr sz="355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349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Basic Syntax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3495" marR="0" rtl="0" algn="l">
              <a:lnSpc>
                <a:spcPct val="100000"/>
              </a:lnSpc>
              <a:spcBef>
                <a:spcPts val="224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A69EF1"/>
                </a:solidFill>
                <a:latin typeface="Arial"/>
                <a:ea typeface="Arial"/>
                <a:cs typeface="Arial"/>
                <a:sym typeface="Arial"/>
              </a:rPr>
              <a:t>SELECT	</a:t>
            </a:r>
            <a:r>
              <a:rPr i="1" lang="en-US"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col1, col2 </a:t>
            </a:r>
            <a:r>
              <a:rPr b="1" lang="en-US" sz="3200">
                <a:solidFill>
                  <a:srgbClr val="A69EF1"/>
                </a:solidFill>
                <a:latin typeface="Arial"/>
                <a:ea typeface="Arial"/>
                <a:cs typeface="Arial"/>
                <a:sym typeface="Arial"/>
              </a:rPr>
              <a:t>FROM </a:t>
            </a:r>
            <a:r>
              <a:rPr i="1" lang="en-US"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table_name;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22"/>
          <p:cNvSpPr txBox="1"/>
          <p:nvPr/>
        </p:nvSpPr>
        <p:spPr>
          <a:xfrm>
            <a:off x="1027106" y="5431520"/>
            <a:ext cx="5485765" cy="1473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616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To Select ALL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224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A69EF1"/>
                </a:solidFill>
                <a:latin typeface="Arial"/>
                <a:ea typeface="Arial"/>
                <a:cs typeface="Arial"/>
                <a:sym typeface="Arial"/>
              </a:rPr>
              <a:t>SELECT	</a:t>
            </a:r>
            <a:r>
              <a:rPr b="1" lang="en-US" sz="3200">
                <a:solidFill>
                  <a:srgbClr val="F76ABC"/>
                </a:solidFill>
                <a:latin typeface="Arial"/>
                <a:ea typeface="Arial"/>
                <a:cs typeface="Arial"/>
                <a:sym typeface="Arial"/>
              </a:rPr>
              <a:t>* </a:t>
            </a:r>
            <a:r>
              <a:rPr b="1" lang="en-US" sz="3200">
                <a:solidFill>
                  <a:srgbClr val="A69EF1"/>
                </a:solidFill>
                <a:latin typeface="Arial"/>
                <a:ea typeface="Arial"/>
                <a:cs typeface="Arial"/>
                <a:sym typeface="Arial"/>
              </a:rPr>
              <a:t>FROM </a:t>
            </a:r>
            <a:r>
              <a:rPr i="1" lang="en-US"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table_name;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3" name="Google Shape;283;p23"/>
          <p:cNvGrpSpPr/>
          <p:nvPr/>
        </p:nvGrpSpPr>
        <p:grpSpPr>
          <a:xfrm>
            <a:off x="1039807" y="5308662"/>
            <a:ext cx="9420225" cy="1386205"/>
            <a:chOff x="1039807" y="5308662"/>
            <a:chExt cx="9420225" cy="1386205"/>
          </a:xfrm>
        </p:grpSpPr>
        <p:sp>
          <p:nvSpPr>
            <p:cNvPr id="284" name="Google Shape;284;p23"/>
            <p:cNvSpPr/>
            <p:nvPr/>
          </p:nvSpPr>
          <p:spPr>
            <a:xfrm>
              <a:off x="1039807" y="5308662"/>
              <a:ext cx="9420225" cy="1386205"/>
            </a:xfrm>
            <a:custGeom>
              <a:rect b="b" l="l" r="r" t="t"/>
              <a:pathLst>
                <a:path extrusionOk="0" h="1386204" w="9420225">
                  <a:moveTo>
                    <a:pt x="8933993" y="1385609"/>
                  </a:moveTo>
                  <a:lnTo>
                    <a:pt x="485766" y="1385609"/>
                  </a:lnTo>
                  <a:lnTo>
                    <a:pt x="437761" y="1383232"/>
                  </a:lnTo>
                  <a:lnTo>
                    <a:pt x="390561" y="1376189"/>
                  </a:lnTo>
                  <a:lnTo>
                    <a:pt x="344493" y="1364612"/>
                  </a:lnTo>
                  <a:lnTo>
                    <a:pt x="299876" y="1348632"/>
                  </a:lnTo>
                  <a:lnTo>
                    <a:pt x="257027" y="1328382"/>
                  </a:lnTo>
                  <a:lnTo>
                    <a:pt x="216266" y="1303993"/>
                  </a:lnTo>
                  <a:lnTo>
                    <a:pt x="177910" y="1275598"/>
                  </a:lnTo>
                  <a:lnTo>
                    <a:pt x="142279" y="1243329"/>
                  </a:lnTo>
                  <a:lnTo>
                    <a:pt x="110010" y="1207698"/>
                  </a:lnTo>
                  <a:lnTo>
                    <a:pt x="81615" y="1169342"/>
                  </a:lnTo>
                  <a:lnTo>
                    <a:pt x="57226" y="1128581"/>
                  </a:lnTo>
                  <a:lnTo>
                    <a:pt x="36976" y="1085732"/>
                  </a:lnTo>
                  <a:lnTo>
                    <a:pt x="20996" y="1041114"/>
                  </a:lnTo>
                  <a:lnTo>
                    <a:pt x="9419" y="995047"/>
                  </a:lnTo>
                  <a:lnTo>
                    <a:pt x="2376" y="947847"/>
                  </a:lnTo>
                  <a:lnTo>
                    <a:pt x="0" y="899849"/>
                  </a:lnTo>
                  <a:lnTo>
                    <a:pt x="0" y="485760"/>
                  </a:lnTo>
                  <a:lnTo>
                    <a:pt x="2376" y="437762"/>
                  </a:lnTo>
                  <a:lnTo>
                    <a:pt x="9419" y="390562"/>
                  </a:lnTo>
                  <a:lnTo>
                    <a:pt x="20996" y="344494"/>
                  </a:lnTo>
                  <a:lnTo>
                    <a:pt x="36976" y="299876"/>
                  </a:lnTo>
                  <a:lnTo>
                    <a:pt x="57226" y="257028"/>
                  </a:lnTo>
                  <a:lnTo>
                    <a:pt x="81615" y="216266"/>
                  </a:lnTo>
                  <a:lnTo>
                    <a:pt x="110010" y="177911"/>
                  </a:lnTo>
                  <a:lnTo>
                    <a:pt x="142279" y="142280"/>
                  </a:lnTo>
                  <a:lnTo>
                    <a:pt x="177910" y="110010"/>
                  </a:lnTo>
                  <a:lnTo>
                    <a:pt x="216266" y="81615"/>
                  </a:lnTo>
                  <a:lnTo>
                    <a:pt x="257027" y="57227"/>
                  </a:lnTo>
                  <a:lnTo>
                    <a:pt x="299876" y="36977"/>
                  </a:lnTo>
                  <a:lnTo>
                    <a:pt x="344493" y="20997"/>
                  </a:lnTo>
                  <a:lnTo>
                    <a:pt x="390561" y="9420"/>
                  </a:lnTo>
                  <a:lnTo>
                    <a:pt x="437761" y="2377"/>
                  </a:lnTo>
                  <a:lnTo>
                    <a:pt x="485774" y="0"/>
                  </a:lnTo>
                  <a:lnTo>
                    <a:pt x="8933984" y="0"/>
                  </a:lnTo>
                  <a:lnTo>
                    <a:pt x="8981997" y="2377"/>
                  </a:lnTo>
                  <a:lnTo>
                    <a:pt x="9029197" y="9420"/>
                  </a:lnTo>
                  <a:lnTo>
                    <a:pt x="9075265" y="20997"/>
                  </a:lnTo>
                  <a:lnTo>
                    <a:pt x="9119882" y="36977"/>
                  </a:lnTo>
                  <a:lnTo>
                    <a:pt x="9162731" y="57227"/>
                  </a:lnTo>
                  <a:lnTo>
                    <a:pt x="9203493" y="81615"/>
                  </a:lnTo>
                  <a:lnTo>
                    <a:pt x="9241848" y="110010"/>
                  </a:lnTo>
                  <a:lnTo>
                    <a:pt x="9277480" y="142280"/>
                  </a:lnTo>
                  <a:lnTo>
                    <a:pt x="9309749" y="177911"/>
                  </a:lnTo>
                  <a:lnTo>
                    <a:pt x="9338144" y="216266"/>
                  </a:lnTo>
                  <a:lnTo>
                    <a:pt x="9362532" y="257028"/>
                  </a:lnTo>
                  <a:lnTo>
                    <a:pt x="9382782" y="299876"/>
                  </a:lnTo>
                  <a:lnTo>
                    <a:pt x="9398762" y="344494"/>
                  </a:lnTo>
                  <a:lnTo>
                    <a:pt x="9410339" y="390562"/>
                  </a:lnTo>
                  <a:lnTo>
                    <a:pt x="9417382" y="437762"/>
                  </a:lnTo>
                  <a:lnTo>
                    <a:pt x="9419759" y="485760"/>
                  </a:lnTo>
                  <a:lnTo>
                    <a:pt x="9419759" y="899849"/>
                  </a:lnTo>
                  <a:lnTo>
                    <a:pt x="9417382" y="947847"/>
                  </a:lnTo>
                  <a:lnTo>
                    <a:pt x="9410339" y="995047"/>
                  </a:lnTo>
                  <a:lnTo>
                    <a:pt x="9398762" y="1041114"/>
                  </a:lnTo>
                  <a:lnTo>
                    <a:pt x="9382782" y="1085732"/>
                  </a:lnTo>
                  <a:lnTo>
                    <a:pt x="9362532" y="1128581"/>
                  </a:lnTo>
                  <a:lnTo>
                    <a:pt x="9338144" y="1169342"/>
                  </a:lnTo>
                  <a:lnTo>
                    <a:pt x="9309749" y="1207698"/>
                  </a:lnTo>
                  <a:lnTo>
                    <a:pt x="9277480" y="1243329"/>
                  </a:lnTo>
                  <a:lnTo>
                    <a:pt x="9241848" y="1275598"/>
                  </a:lnTo>
                  <a:lnTo>
                    <a:pt x="9203493" y="1303993"/>
                  </a:lnTo>
                  <a:lnTo>
                    <a:pt x="9162731" y="1328382"/>
                  </a:lnTo>
                  <a:lnTo>
                    <a:pt x="9119882" y="1348632"/>
                  </a:lnTo>
                  <a:lnTo>
                    <a:pt x="9075265" y="1364612"/>
                  </a:lnTo>
                  <a:lnTo>
                    <a:pt x="9029197" y="1376189"/>
                  </a:lnTo>
                  <a:lnTo>
                    <a:pt x="8981997" y="1383232"/>
                  </a:lnTo>
                  <a:lnTo>
                    <a:pt x="8933993" y="138560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85" name="Google Shape;285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99587" y="5570283"/>
              <a:ext cx="8943973" cy="94297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6" name="Google Shape;286;p23"/>
          <p:cNvSpPr txBox="1"/>
          <p:nvPr>
            <p:ph type="title"/>
          </p:nvPr>
        </p:nvSpPr>
        <p:spPr>
          <a:xfrm>
            <a:off x="1027106" y="690004"/>
            <a:ext cx="4157345" cy="17075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816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Where </a:t>
            </a:r>
            <a:r>
              <a:rPr lang="en-US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Clause</a:t>
            </a:r>
            <a:endParaRPr/>
          </a:p>
          <a:p>
            <a:pPr indent="0" lvl="0" marL="12700" rtl="0" algn="l">
              <a:lnSpc>
                <a:spcPct val="100000"/>
              </a:lnSpc>
              <a:spcBef>
                <a:spcPts val="1940"/>
              </a:spcBef>
              <a:spcAft>
                <a:spcPts val="0"/>
              </a:spcAft>
              <a:buNone/>
            </a:pPr>
            <a:r>
              <a:rPr lang="en-US" sz="2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 define some conditions</a:t>
            </a: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23"/>
          <p:cNvSpPr txBox="1"/>
          <p:nvPr/>
        </p:nvSpPr>
        <p:spPr>
          <a:xfrm>
            <a:off x="1016000" y="3345042"/>
            <a:ext cx="6919595" cy="1149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69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A69EF1"/>
                </a:solidFill>
                <a:latin typeface="Arial"/>
                <a:ea typeface="Arial"/>
                <a:cs typeface="Arial"/>
                <a:sym typeface="Arial"/>
              </a:rPr>
              <a:t>SELECT	</a:t>
            </a:r>
            <a:r>
              <a:rPr i="1" lang="en-US"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col1, col2 </a:t>
            </a:r>
            <a:r>
              <a:rPr b="1" lang="en-US" sz="3200">
                <a:solidFill>
                  <a:srgbClr val="A69EF1"/>
                </a:solidFill>
                <a:latin typeface="Arial"/>
                <a:ea typeface="Arial"/>
                <a:cs typeface="Arial"/>
                <a:sym typeface="Arial"/>
              </a:rPr>
              <a:t>FROM </a:t>
            </a:r>
            <a:r>
              <a:rPr i="1" lang="en-US"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table_name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585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A69EF1"/>
                </a:solidFill>
                <a:latin typeface="Arial"/>
                <a:ea typeface="Arial"/>
                <a:cs typeface="Arial"/>
                <a:sym typeface="Arial"/>
              </a:rPr>
              <a:t>WHERE </a:t>
            </a:r>
            <a:r>
              <a:rPr i="1" lang="en-US"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conditions;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4"/>
          <p:cNvSpPr txBox="1"/>
          <p:nvPr/>
        </p:nvSpPr>
        <p:spPr>
          <a:xfrm>
            <a:off x="1016000" y="3187095"/>
            <a:ext cx="14401800" cy="29787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Arithmetic Operators : </a:t>
            </a:r>
            <a:r>
              <a:rPr b="1" lang="en-US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+(addition) , -(subtraction), *(multiplication), /(division), %(modulus)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" lvl="0" marL="23495" marR="3768725" rtl="0" algn="l">
              <a:lnSpc>
                <a:spcPct val="2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Comparison Operators : </a:t>
            </a:r>
            <a:r>
              <a:rPr b="1" lang="en-US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= (equal to), != (not equal to), &gt; , &gt;=, &lt;, &lt;=  </a:t>
            </a:r>
            <a:r>
              <a:rPr b="1" lang="en-US" sz="280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Logical Operators : </a:t>
            </a:r>
            <a:r>
              <a:rPr b="1" lang="en-US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AND, OR , NOT, IN, BETWEEN, ALL, LIKE, ANY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24"/>
          <p:cNvSpPr txBox="1"/>
          <p:nvPr/>
        </p:nvSpPr>
        <p:spPr>
          <a:xfrm>
            <a:off x="1027106" y="6976009"/>
            <a:ext cx="7906384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Bitwise Operators : </a:t>
            </a:r>
            <a:r>
              <a:rPr b="1" lang="en-US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&amp; (Bitwise AND), | (Bitwise OR)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24"/>
          <p:cNvSpPr txBox="1"/>
          <p:nvPr>
            <p:ph type="title"/>
          </p:nvPr>
        </p:nvSpPr>
        <p:spPr>
          <a:xfrm>
            <a:off x="1016000" y="1059177"/>
            <a:ext cx="4313555" cy="13481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234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Where </a:t>
            </a:r>
            <a:r>
              <a:rPr lang="en-US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Clause</a:t>
            </a:r>
            <a:endParaRPr/>
          </a:p>
          <a:p>
            <a:pPr indent="0" lvl="0" marL="12700" rtl="0" algn="l">
              <a:lnSpc>
                <a:spcPct val="100000"/>
              </a:lnSpc>
              <a:spcBef>
                <a:spcPts val="2010"/>
              </a:spcBef>
              <a:spcAft>
                <a:spcPts val="0"/>
              </a:spcAft>
              <a:buNone/>
            </a:pPr>
            <a:r>
              <a:rPr lang="en-US" sz="2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Using Operators in WHERE</a:t>
            </a: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5"/>
          <p:cNvSpPr txBox="1"/>
          <p:nvPr>
            <p:ph type="title"/>
          </p:nvPr>
        </p:nvSpPr>
        <p:spPr>
          <a:xfrm>
            <a:off x="1027106" y="1059181"/>
            <a:ext cx="2434590" cy="665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Operators</a:t>
            </a:r>
            <a:endParaRPr/>
          </a:p>
        </p:txBody>
      </p:sp>
      <p:grpSp>
        <p:nvGrpSpPr>
          <p:cNvPr id="300" name="Google Shape;300;p25"/>
          <p:cNvGrpSpPr/>
          <p:nvPr/>
        </p:nvGrpSpPr>
        <p:grpSpPr>
          <a:xfrm>
            <a:off x="1039807" y="3075414"/>
            <a:ext cx="13200380" cy="748030"/>
            <a:chOff x="1039807" y="3075414"/>
            <a:chExt cx="13200380" cy="748030"/>
          </a:xfrm>
        </p:grpSpPr>
        <p:sp>
          <p:nvSpPr>
            <p:cNvPr id="301" name="Google Shape;301;p25"/>
            <p:cNvSpPr/>
            <p:nvPr/>
          </p:nvSpPr>
          <p:spPr>
            <a:xfrm>
              <a:off x="1039807" y="3075414"/>
              <a:ext cx="13200380" cy="748030"/>
            </a:xfrm>
            <a:custGeom>
              <a:rect b="b" l="l" r="r" t="t"/>
              <a:pathLst>
                <a:path extrusionOk="0" h="748029" w="13200380">
                  <a:moveTo>
                    <a:pt x="12826273" y="747971"/>
                  </a:moveTo>
                  <a:lnTo>
                    <a:pt x="373967" y="747971"/>
                  </a:lnTo>
                  <a:lnTo>
                    <a:pt x="324826" y="744728"/>
                  </a:lnTo>
                  <a:lnTo>
                    <a:pt x="276926" y="735159"/>
                  </a:lnTo>
                  <a:lnTo>
                    <a:pt x="230866" y="719504"/>
                  </a:lnTo>
                  <a:lnTo>
                    <a:pt x="187227" y="698004"/>
                  </a:lnTo>
                  <a:lnTo>
                    <a:pt x="146590" y="670900"/>
                  </a:lnTo>
                  <a:lnTo>
                    <a:pt x="109536" y="638433"/>
                  </a:lnTo>
                  <a:lnTo>
                    <a:pt x="77070" y="601380"/>
                  </a:lnTo>
                  <a:lnTo>
                    <a:pt x="49966" y="560743"/>
                  </a:lnTo>
                  <a:lnTo>
                    <a:pt x="28466" y="517104"/>
                  </a:lnTo>
                  <a:lnTo>
                    <a:pt x="12811" y="471044"/>
                  </a:lnTo>
                  <a:lnTo>
                    <a:pt x="3242" y="423144"/>
                  </a:lnTo>
                  <a:lnTo>
                    <a:pt x="0" y="373971"/>
                  </a:lnTo>
                  <a:lnTo>
                    <a:pt x="3242" y="324827"/>
                  </a:lnTo>
                  <a:lnTo>
                    <a:pt x="12811" y="276927"/>
                  </a:lnTo>
                  <a:lnTo>
                    <a:pt x="28466" y="230867"/>
                  </a:lnTo>
                  <a:lnTo>
                    <a:pt x="49966" y="187228"/>
                  </a:lnTo>
                  <a:lnTo>
                    <a:pt x="77070" y="146591"/>
                  </a:lnTo>
                  <a:lnTo>
                    <a:pt x="109536" y="109537"/>
                  </a:lnTo>
                  <a:lnTo>
                    <a:pt x="146590" y="77071"/>
                  </a:lnTo>
                  <a:lnTo>
                    <a:pt x="187227" y="49967"/>
                  </a:lnTo>
                  <a:lnTo>
                    <a:pt x="230866" y="28468"/>
                  </a:lnTo>
                  <a:lnTo>
                    <a:pt x="276926" y="12812"/>
                  </a:lnTo>
                  <a:lnTo>
                    <a:pt x="324826" y="3243"/>
                  </a:lnTo>
                  <a:lnTo>
                    <a:pt x="373985" y="0"/>
                  </a:lnTo>
                  <a:lnTo>
                    <a:pt x="12826255" y="0"/>
                  </a:lnTo>
                  <a:lnTo>
                    <a:pt x="12875413" y="3243"/>
                  </a:lnTo>
                  <a:lnTo>
                    <a:pt x="12923313" y="12812"/>
                  </a:lnTo>
                  <a:lnTo>
                    <a:pt x="12969373" y="28468"/>
                  </a:lnTo>
                  <a:lnTo>
                    <a:pt x="13013013" y="49967"/>
                  </a:lnTo>
                  <a:lnTo>
                    <a:pt x="13053650" y="77071"/>
                  </a:lnTo>
                  <a:lnTo>
                    <a:pt x="13090704" y="109537"/>
                  </a:lnTo>
                  <a:lnTo>
                    <a:pt x="13123170" y="146591"/>
                  </a:lnTo>
                  <a:lnTo>
                    <a:pt x="13150274" y="187228"/>
                  </a:lnTo>
                  <a:lnTo>
                    <a:pt x="13171773" y="230867"/>
                  </a:lnTo>
                  <a:lnTo>
                    <a:pt x="13187428" y="276927"/>
                  </a:lnTo>
                  <a:lnTo>
                    <a:pt x="13196998" y="324827"/>
                  </a:lnTo>
                  <a:lnTo>
                    <a:pt x="13200239" y="373986"/>
                  </a:lnTo>
                  <a:lnTo>
                    <a:pt x="13196998" y="423144"/>
                  </a:lnTo>
                  <a:lnTo>
                    <a:pt x="13187428" y="471044"/>
                  </a:lnTo>
                  <a:lnTo>
                    <a:pt x="13171773" y="517104"/>
                  </a:lnTo>
                  <a:lnTo>
                    <a:pt x="13150274" y="560743"/>
                  </a:lnTo>
                  <a:lnTo>
                    <a:pt x="13123170" y="601380"/>
                  </a:lnTo>
                  <a:lnTo>
                    <a:pt x="13090704" y="638433"/>
                  </a:lnTo>
                  <a:lnTo>
                    <a:pt x="13053650" y="670900"/>
                  </a:lnTo>
                  <a:lnTo>
                    <a:pt x="13013013" y="698004"/>
                  </a:lnTo>
                  <a:lnTo>
                    <a:pt x="12969373" y="719504"/>
                  </a:lnTo>
                  <a:lnTo>
                    <a:pt x="12923313" y="735159"/>
                  </a:lnTo>
                  <a:lnTo>
                    <a:pt x="12875413" y="744728"/>
                  </a:lnTo>
                  <a:lnTo>
                    <a:pt x="12826273" y="74797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02" name="Google Shape;302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24285" y="3208817"/>
              <a:ext cx="12830174" cy="48577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03" name="Google Shape;303;p25"/>
          <p:cNvGrpSpPr/>
          <p:nvPr/>
        </p:nvGrpSpPr>
        <p:grpSpPr>
          <a:xfrm>
            <a:off x="1039806" y="5714416"/>
            <a:ext cx="13016230" cy="748030"/>
            <a:chOff x="1039806" y="5714416"/>
            <a:chExt cx="13016230" cy="748030"/>
          </a:xfrm>
        </p:grpSpPr>
        <p:sp>
          <p:nvSpPr>
            <p:cNvPr id="304" name="Google Shape;304;p25"/>
            <p:cNvSpPr/>
            <p:nvPr/>
          </p:nvSpPr>
          <p:spPr>
            <a:xfrm>
              <a:off x="1039806" y="5714416"/>
              <a:ext cx="13016230" cy="748030"/>
            </a:xfrm>
            <a:custGeom>
              <a:rect b="b" l="l" r="r" t="t"/>
              <a:pathLst>
                <a:path extrusionOk="0" h="748029" w="13016230">
                  <a:moveTo>
                    <a:pt x="12641784" y="747971"/>
                  </a:moveTo>
                  <a:lnTo>
                    <a:pt x="373975" y="747971"/>
                  </a:lnTo>
                  <a:lnTo>
                    <a:pt x="324827" y="744728"/>
                  </a:lnTo>
                  <a:lnTo>
                    <a:pt x="276927" y="735159"/>
                  </a:lnTo>
                  <a:lnTo>
                    <a:pt x="230867" y="719504"/>
                  </a:lnTo>
                  <a:lnTo>
                    <a:pt x="187228" y="698004"/>
                  </a:lnTo>
                  <a:lnTo>
                    <a:pt x="146591" y="670900"/>
                  </a:lnTo>
                  <a:lnTo>
                    <a:pt x="109537" y="638434"/>
                  </a:lnTo>
                  <a:lnTo>
                    <a:pt x="77070" y="601380"/>
                  </a:lnTo>
                  <a:lnTo>
                    <a:pt x="49967" y="560743"/>
                  </a:lnTo>
                  <a:lnTo>
                    <a:pt x="28467" y="517104"/>
                  </a:lnTo>
                  <a:lnTo>
                    <a:pt x="12812" y="471044"/>
                  </a:lnTo>
                  <a:lnTo>
                    <a:pt x="3242" y="423144"/>
                  </a:lnTo>
                  <a:lnTo>
                    <a:pt x="0" y="373992"/>
                  </a:lnTo>
                  <a:lnTo>
                    <a:pt x="3242" y="324827"/>
                  </a:lnTo>
                  <a:lnTo>
                    <a:pt x="12812" y="276927"/>
                  </a:lnTo>
                  <a:lnTo>
                    <a:pt x="28467" y="230867"/>
                  </a:lnTo>
                  <a:lnTo>
                    <a:pt x="49967" y="187228"/>
                  </a:lnTo>
                  <a:lnTo>
                    <a:pt x="77070" y="146591"/>
                  </a:lnTo>
                  <a:lnTo>
                    <a:pt x="109537" y="109537"/>
                  </a:lnTo>
                  <a:lnTo>
                    <a:pt x="146591" y="77071"/>
                  </a:lnTo>
                  <a:lnTo>
                    <a:pt x="187228" y="49967"/>
                  </a:lnTo>
                  <a:lnTo>
                    <a:pt x="230867" y="28467"/>
                  </a:lnTo>
                  <a:lnTo>
                    <a:pt x="276927" y="12812"/>
                  </a:lnTo>
                  <a:lnTo>
                    <a:pt x="324827" y="3243"/>
                  </a:lnTo>
                  <a:lnTo>
                    <a:pt x="373985" y="0"/>
                  </a:lnTo>
                  <a:lnTo>
                    <a:pt x="12641775" y="0"/>
                  </a:lnTo>
                  <a:lnTo>
                    <a:pt x="12690933" y="3243"/>
                  </a:lnTo>
                  <a:lnTo>
                    <a:pt x="12738832" y="12812"/>
                  </a:lnTo>
                  <a:lnTo>
                    <a:pt x="12784892" y="28467"/>
                  </a:lnTo>
                  <a:lnTo>
                    <a:pt x="12828532" y="49967"/>
                  </a:lnTo>
                  <a:lnTo>
                    <a:pt x="12869169" y="77071"/>
                  </a:lnTo>
                  <a:lnTo>
                    <a:pt x="12906223" y="109537"/>
                  </a:lnTo>
                  <a:lnTo>
                    <a:pt x="12938689" y="146591"/>
                  </a:lnTo>
                  <a:lnTo>
                    <a:pt x="12965793" y="187228"/>
                  </a:lnTo>
                  <a:lnTo>
                    <a:pt x="12987292" y="230867"/>
                  </a:lnTo>
                  <a:lnTo>
                    <a:pt x="13002947" y="276927"/>
                  </a:lnTo>
                  <a:lnTo>
                    <a:pt x="13012517" y="324827"/>
                  </a:lnTo>
                  <a:lnTo>
                    <a:pt x="13015760" y="373979"/>
                  </a:lnTo>
                  <a:lnTo>
                    <a:pt x="13012517" y="423144"/>
                  </a:lnTo>
                  <a:lnTo>
                    <a:pt x="13002947" y="471044"/>
                  </a:lnTo>
                  <a:lnTo>
                    <a:pt x="12987292" y="517104"/>
                  </a:lnTo>
                  <a:lnTo>
                    <a:pt x="12965793" y="560743"/>
                  </a:lnTo>
                  <a:lnTo>
                    <a:pt x="12938689" y="601380"/>
                  </a:lnTo>
                  <a:lnTo>
                    <a:pt x="12906223" y="638434"/>
                  </a:lnTo>
                  <a:lnTo>
                    <a:pt x="12869169" y="670900"/>
                  </a:lnTo>
                  <a:lnTo>
                    <a:pt x="12828532" y="698004"/>
                  </a:lnTo>
                  <a:lnTo>
                    <a:pt x="12784892" y="719504"/>
                  </a:lnTo>
                  <a:lnTo>
                    <a:pt x="12738832" y="735159"/>
                  </a:lnTo>
                  <a:lnTo>
                    <a:pt x="12690933" y="744728"/>
                  </a:lnTo>
                  <a:lnTo>
                    <a:pt x="12641784" y="74797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05" name="Google Shape;305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24285" y="5847816"/>
              <a:ext cx="12658724" cy="48577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06" name="Google Shape;306;p25"/>
          <p:cNvSpPr txBox="1"/>
          <p:nvPr/>
        </p:nvSpPr>
        <p:spPr>
          <a:xfrm>
            <a:off x="1027106" y="2323607"/>
            <a:ext cx="7108825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b="1" lang="en-US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(to check for both conditions to be true)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25"/>
          <p:cNvSpPr txBox="1"/>
          <p:nvPr/>
        </p:nvSpPr>
        <p:spPr>
          <a:xfrm>
            <a:off x="1038212" y="4829259"/>
            <a:ext cx="7717790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OR </a:t>
            </a:r>
            <a:r>
              <a:rPr b="1" lang="en-US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(to check for one of the conditions to be true)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2" name="Google Shape;312;p26"/>
          <p:cNvGrpSpPr/>
          <p:nvPr/>
        </p:nvGrpSpPr>
        <p:grpSpPr>
          <a:xfrm>
            <a:off x="1028700" y="3241706"/>
            <a:ext cx="12917805" cy="718185"/>
            <a:chOff x="1028700" y="3241706"/>
            <a:chExt cx="12917805" cy="718185"/>
          </a:xfrm>
        </p:grpSpPr>
        <p:sp>
          <p:nvSpPr>
            <p:cNvPr id="313" name="Google Shape;313;p26"/>
            <p:cNvSpPr/>
            <p:nvPr/>
          </p:nvSpPr>
          <p:spPr>
            <a:xfrm>
              <a:off x="1028700" y="3241706"/>
              <a:ext cx="12917805" cy="718185"/>
            </a:xfrm>
            <a:custGeom>
              <a:rect b="b" l="l" r="r" t="t"/>
              <a:pathLst>
                <a:path extrusionOk="0" h="718185" w="12917805">
                  <a:moveTo>
                    <a:pt x="12558419" y="717853"/>
                  </a:moveTo>
                  <a:lnTo>
                    <a:pt x="358926" y="717853"/>
                  </a:lnTo>
                  <a:lnTo>
                    <a:pt x="310222" y="714576"/>
                  </a:lnTo>
                  <a:lnTo>
                    <a:pt x="263509" y="705032"/>
                  </a:lnTo>
                  <a:lnTo>
                    <a:pt x="219216" y="689647"/>
                  </a:lnTo>
                  <a:lnTo>
                    <a:pt x="177769" y="668849"/>
                  </a:lnTo>
                  <a:lnTo>
                    <a:pt x="139597" y="643066"/>
                  </a:lnTo>
                  <a:lnTo>
                    <a:pt x="105127" y="612726"/>
                  </a:lnTo>
                  <a:lnTo>
                    <a:pt x="74786" y="578255"/>
                  </a:lnTo>
                  <a:lnTo>
                    <a:pt x="49003" y="540083"/>
                  </a:lnTo>
                  <a:lnTo>
                    <a:pt x="28206" y="498636"/>
                  </a:lnTo>
                  <a:lnTo>
                    <a:pt x="12821" y="454343"/>
                  </a:lnTo>
                  <a:lnTo>
                    <a:pt x="3276" y="407630"/>
                  </a:lnTo>
                  <a:lnTo>
                    <a:pt x="0" y="358927"/>
                  </a:lnTo>
                  <a:lnTo>
                    <a:pt x="3276" y="310222"/>
                  </a:lnTo>
                  <a:lnTo>
                    <a:pt x="12821" y="263509"/>
                  </a:lnTo>
                  <a:lnTo>
                    <a:pt x="28206" y="219215"/>
                  </a:lnTo>
                  <a:lnTo>
                    <a:pt x="49003" y="177769"/>
                  </a:lnTo>
                  <a:lnTo>
                    <a:pt x="74786" y="139597"/>
                  </a:lnTo>
                  <a:lnTo>
                    <a:pt x="105127" y="105126"/>
                  </a:lnTo>
                  <a:lnTo>
                    <a:pt x="139597" y="74786"/>
                  </a:lnTo>
                  <a:lnTo>
                    <a:pt x="177769" y="49003"/>
                  </a:lnTo>
                  <a:lnTo>
                    <a:pt x="219216" y="28206"/>
                  </a:lnTo>
                  <a:lnTo>
                    <a:pt x="263509" y="12821"/>
                  </a:lnTo>
                  <a:lnTo>
                    <a:pt x="310222" y="3276"/>
                  </a:lnTo>
                  <a:lnTo>
                    <a:pt x="358923" y="0"/>
                  </a:lnTo>
                  <a:lnTo>
                    <a:pt x="12558422" y="0"/>
                  </a:lnTo>
                  <a:lnTo>
                    <a:pt x="12607123" y="3276"/>
                  </a:lnTo>
                  <a:lnTo>
                    <a:pt x="12653836" y="12821"/>
                  </a:lnTo>
                  <a:lnTo>
                    <a:pt x="12698129" y="28206"/>
                  </a:lnTo>
                  <a:lnTo>
                    <a:pt x="12739576" y="49003"/>
                  </a:lnTo>
                  <a:lnTo>
                    <a:pt x="12777748" y="74786"/>
                  </a:lnTo>
                  <a:lnTo>
                    <a:pt x="12812219" y="105126"/>
                  </a:lnTo>
                  <a:lnTo>
                    <a:pt x="12842559" y="139597"/>
                  </a:lnTo>
                  <a:lnTo>
                    <a:pt x="12868342" y="177769"/>
                  </a:lnTo>
                  <a:lnTo>
                    <a:pt x="12889140" y="219215"/>
                  </a:lnTo>
                  <a:lnTo>
                    <a:pt x="12904525" y="263509"/>
                  </a:lnTo>
                  <a:lnTo>
                    <a:pt x="12914069" y="310222"/>
                  </a:lnTo>
                  <a:lnTo>
                    <a:pt x="12917346" y="358925"/>
                  </a:lnTo>
                  <a:lnTo>
                    <a:pt x="12914069" y="407630"/>
                  </a:lnTo>
                  <a:lnTo>
                    <a:pt x="12904525" y="454343"/>
                  </a:lnTo>
                  <a:lnTo>
                    <a:pt x="12889140" y="498636"/>
                  </a:lnTo>
                  <a:lnTo>
                    <a:pt x="12868342" y="540083"/>
                  </a:lnTo>
                  <a:lnTo>
                    <a:pt x="12842559" y="578255"/>
                  </a:lnTo>
                  <a:lnTo>
                    <a:pt x="12812219" y="612726"/>
                  </a:lnTo>
                  <a:lnTo>
                    <a:pt x="12777748" y="643066"/>
                  </a:lnTo>
                  <a:lnTo>
                    <a:pt x="12739576" y="668849"/>
                  </a:lnTo>
                  <a:lnTo>
                    <a:pt x="12698129" y="689647"/>
                  </a:lnTo>
                  <a:lnTo>
                    <a:pt x="12653836" y="705032"/>
                  </a:lnTo>
                  <a:lnTo>
                    <a:pt x="12607123" y="714576"/>
                  </a:lnTo>
                  <a:lnTo>
                    <a:pt x="12558419" y="71785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14" name="Google Shape;314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8772" y="3334999"/>
              <a:ext cx="12515847" cy="53339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15" name="Google Shape;315;p26"/>
          <p:cNvGrpSpPr/>
          <p:nvPr/>
        </p:nvGrpSpPr>
        <p:grpSpPr>
          <a:xfrm>
            <a:off x="1028700" y="5717540"/>
            <a:ext cx="12917805" cy="718185"/>
            <a:chOff x="1028700" y="5717540"/>
            <a:chExt cx="12917805" cy="718185"/>
          </a:xfrm>
        </p:grpSpPr>
        <p:sp>
          <p:nvSpPr>
            <p:cNvPr id="316" name="Google Shape;316;p26"/>
            <p:cNvSpPr/>
            <p:nvPr/>
          </p:nvSpPr>
          <p:spPr>
            <a:xfrm>
              <a:off x="1028700" y="5717540"/>
              <a:ext cx="12917805" cy="718185"/>
            </a:xfrm>
            <a:custGeom>
              <a:rect b="b" l="l" r="r" t="t"/>
              <a:pathLst>
                <a:path extrusionOk="0" h="718185" w="12917805">
                  <a:moveTo>
                    <a:pt x="12558419" y="717853"/>
                  </a:moveTo>
                  <a:lnTo>
                    <a:pt x="358926" y="717853"/>
                  </a:lnTo>
                  <a:lnTo>
                    <a:pt x="310222" y="714576"/>
                  </a:lnTo>
                  <a:lnTo>
                    <a:pt x="263509" y="705032"/>
                  </a:lnTo>
                  <a:lnTo>
                    <a:pt x="219216" y="689647"/>
                  </a:lnTo>
                  <a:lnTo>
                    <a:pt x="177769" y="668849"/>
                  </a:lnTo>
                  <a:lnTo>
                    <a:pt x="139597" y="643066"/>
                  </a:lnTo>
                  <a:lnTo>
                    <a:pt x="105127" y="612726"/>
                  </a:lnTo>
                  <a:lnTo>
                    <a:pt x="74786" y="578255"/>
                  </a:lnTo>
                  <a:lnTo>
                    <a:pt x="49003" y="540083"/>
                  </a:lnTo>
                  <a:lnTo>
                    <a:pt x="28206" y="498636"/>
                  </a:lnTo>
                  <a:lnTo>
                    <a:pt x="12821" y="454343"/>
                  </a:lnTo>
                  <a:lnTo>
                    <a:pt x="3276" y="407630"/>
                  </a:lnTo>
                  <a:lnTo>
                    <a:pt x="0" y="358927"/>
                  </a:lnTo>
                  <a:lnTo>
                    <a:pt x="3276" y="310222"/>
                  </a:lnTo>
                  <a:lnTo>
                    <a:pt x="12821" y="263509"/>
                  </a:lnTo>
                  <a:lnTo>
                    <a:pt x="28206" y="219215"/>
                  </a:lnTo>
                  <a:lnTo>
                    <a:pt x="49003" y="177769"/>
                  </a:lnTo>
                  <a:lnTo>
                    <a:pt x="74786" y="139597"/>
                  </a:lnTo>
                  <a:lnTo>
                    <a:pt x="105127" y="105127"/>
                  </a:lnTo>
                  <a:lnTo>
                    <a:pt x="139597" y="74786"/>
                  </a:lnTo>
                  <a:lnTo>
                    <a:pt x="177769" y="49003"/>
                  </a:lnTo>
                  <a:lnTo>
                    <a:pt x="219216" y="28206"/>
                  </a:lnTo>
                  <a:lnTo>
                    <a:pt x="263509" y="12821"/>
                  </a:lnTo>
                  <a:lnTo>
                    <a:pt x="310222" y="3276"/>
                  </a:lnTo>
                  <a:lnTo>
                    <a:pt x="358926" y="0"/>
                  </a:lnTo>
                  <a:lnTo>
                    <a:pt x="12558419" y="0"/>
                  </a:lnTo>
                  <a:lnTo>
                    <a:pt x="12607123" y="3276"/>
                  </a:lnTo>
                  <a:lnTo>
                    <a:pt x="12653836" y="12821"/>
                  </a:lnTo>
                  <a:lnTo>
                    <a:pt x="12698129" y="28206"/>
                  </a:lnTo>
                  <a:lnTo>
                    <a:pt x="12739576" y="49003"/>
                  </a:lnTo>
                  <a:lnTo>
                    <a:pt x="12777748" y="74786"/>
                  </a:lnTo>
                  <a:lnTo>
                    <a:pt x="12812219" y="105127"/>
                  </a:lnTo>
                  <a:lnTo>
                    <a:pt x="12842559" y="139597"/>
                  </a:lnTo>
                  <a:lnTo>
                    <a:pt x="12868342" y="177769"/>
                  </a:lnTo>
                  <a:lnTo>
                    <a:pt x="12889140" y="219215"/>
                  </a:lnTo>
                  <a:lnTo>
                    <a:pt x="12904525" y="263509"/>
                  </a:lnTo>
                  <a:lnTo>
                    <a:pt x="12914069" y="310222"/>
                  </a:lnTo>
                  <a:lnTo>
                    <a:pt x="12917346" y="358925"/>
                  </a:lnTo>
                  <a:lnTo>
                    <a:pt x="12914069" y="407630"/>
                  </a:lnTo>
                  <a:lnTo>
                    <a:pt x="12904525" y="454343"/>
                  </a:lnTo>
                  <a:lnTo>
                    <a:pt x="12889140" y="498636"/>
                  </a:lnTo>
                  <a:lnTo>
                    <a:pt x="12868342" y="540083"/>
                  </a:lnTo>
                  <a:lnTo>
                    <a:pt x="12842559" y="578255"/>
                  </a:lnTo>
                  <a:lnTo>
                    <a:pt x="12812219" y="612726"/>
                  </a:lnTo>
                  <a:lnTo>
                    <a:pt x="12777748" y="643066"/>
                  </a:lnTo>
                  <a:lnTo>
                    <a:pt x="12739576" y="668849"/>
                  </a:lnTo>
                  <a:lnTo>
                    <a:pt x="12698129" y="689647"/>
                  </a:lnTo>
                  <a:lnTo>
                    <a:pt x="12653836" y="705032"/>
                  </a:lnTo>
                  <a:lnTo>
                    <a:pt x="12607123" y="714576"/>
                  </a:lnTo>
                  <a:lnTo>
                    <a:pt x="12558419" y="71785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17" name="Google Shape;317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140068" y="5825180"/>
              <a:ext cx="12696824" cy="50482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18" name="Google Shape;318;p26"/>
          <p:cNvGrpSpPr/>
          <p:nvPr/>
        </p:nvGrpSpPr>
        <p:grpSpPr>
          <a:xfrm>
            <a:off x="1077233" y="8207435"/>
            <a:ext cx="12917805" cy="718185"/>
            <a:chOff x="1077233" y="8207435"/>
            <a:chExt cx="12917805" cy="718185"/>
          </a:xfrm>
        </p:grpSpPr>
        <p:sp>
          <p:nvSpPr>
            <p:cNvPr id="319" name="Google Shape;319;p26"/>
            <p:cNvSpPr/>
            <p:nvPr/>
          </p:nvSpPr>
          <p:spPr>
            <a:xfrm>
              <a:off x="1077233" y="8207435"/>
              <a:ext cx="12917805" cy="718185"/>
            </a:xfrm>
            <a:custGeom>
              <a:rect b="b" l="l" r="r" t="t"/>
              <a:pathLst>
                <a:path extrusionOk="0" h="718184" w="12917805">
                  <a:moveTo>
                    <a:pt x="12558418" y="717853"/>
                  </a:moveTo>
                  <a:lnTo>
                    <a:pt x="358926" y="717853"/>
                  </a:lnTo>
                  <a:lnTo>
                    <a:pt x="310222" y="714576"/>
                  </a:lnTo>
                  <a:lnTo>
                    <a:pt x="263509" y="705031"/>
                  </a:lnTo>
                  <a:lnTo>
                    <a:pt x="219215" y="689646"/>
                  </a:lnTo>
                  <a:lnTo>
                    <a:pt x="177769" y="668849"/>
                  </a:lnTo>
                  <a:lnTo>
                    <a:pt x="139597" y="643066"/>
                  </a:lnTo>
                  <a:lnTo>
                    <a:pt x="105127" y="612726"/>
                  </a:lnTo>
                  <a:lnTo>
                    <a:pt x="74786" y="578256"/>
                  </a:lnTo>
                  <a:lnTo>
                    <a:pt x="49003" y="540083"/>
                  </a:lnTo>
                  <a:lnTo>
                    <a:pt x="28206" y="498637"/>
                  </a:lnTo>
                  <a:lnTo>
                    <a:pt x="12821" y="454343"/>
                  </a:lnTo>
                  <a:lnTo>
                    <a:pt x="3276" y="407630"/>
                  </a:lnTo>
                  <a:lnTo>
                    <a:pt x="0" y="358926"/>
                  </a:lnTo>
                  <a:lnTo>
                    <a:pt x="3276" y="310222"/>
                  </a:lnTo>
                  <a:lnTo>
                    <a:pt x="12821" y="263509"/>
                  </a:lnTo>
                  <a:lnTo>
                    <a:pt x="28206" y="219216"/>
                  </a:lnTo>
                  <a:lnTo>
                    <a:pt x="49003" y="177769"/>
                  </a:lnTo>
                  <a:lnTo>
                    <a:pt x="74786" y="139597"/>
                  </a:lnTo>
                  <a:lnTo>
                    <a:pt x="105127" y="105127"/>
                  </a:lnTo>
                  <a:lnTo>
                    <a:pt x="139597" y="74786"/>
                  </a:lnTo>
                  <a:lnTo>
                    <a:pt x="177769" y="49004"/>
                  </a:lnTo>
                  <a:lnTo>
                    <a:pt x="219215" y="28206"/>
                  </a:lnTo>
                  <a:lnTo>
                    <a:pt x="263509" y="12821"/>
                  </a:lnTo>
                  <a:lnTo>
                    <a:pt x="310222" y="3276"/>
                  </a:lnTo>
                  <a:lnTo>
                    <a:pt x="358926" y="0"/>
                  </a:lnTo>
                  <a:lnTo>
                    <a:pt x="12558418" y="0"/>
                  </a:lnTo>
                  <a:lnTo>
                    <a:pt x="12607122" y="3276"/>
                  </a:lnTo>
                  <a:lnTo>
                    <a:pt x="12653835" y="12821"/>
                  </a:lnTo>
                  <a:lnTo>
                    <a:pt x="12698129" y="28206"/>
                  </a:lnTo>
                  <a:lnTo>
                    <a:pt x="12739575" y="49004"/>
                  </a:lnTo>
                  <a:lnTo>
                    <a:pt x="12777748" y="74786"/>
                  </a:lnTo>
                  <a:lnTo>
                    <a:pt x="12812218" y="105127"/>
                  </a:lnTo>
                  <a:lnTo>
                    <a:pt x="12842558" y="139597"/>
                  </a:lnTo>
                  <a:lnTo>
                    <a:pt x="12868341" y="177769"/>
                  </a:lnTo>
                  <a:lnTo>
                    <a:pt x="12889139" y="219216"/>
                  </a:lnTo>
                  <a:lnTo>
                    <a:pt x="12904524" y="263509"/>
                  </a:lnTo>
                  <a:lnTo>
                    <a:pt x="12914068" y="310222"/>
                  </a:lnTo>
                  <a:lnTo>
                    <a:pt x="12917345" y="358927"/>
                  </a:lnTo>
                  <a:lnTo>
                    <a:pt x="12914068" y="407630"/>
                  </a:lnTo>
                  <a:lnTo>
                    <a:pt x="12904524" y="454343"/>
                  </a:lnTo>
                  <a:lnTo>
                    <a:pt x="12889139" y="498637"/>
                  </a:lnTo>
                  <a:lnTo>
                    <a:pt x="12868341" y="540083"/>
                  </a:lnTo>
                  <a:lnTo>
                    <a:pt x="12842558" y="578256"/>
                  </a:lnTo>
                  <a:lnTo>
                    <a:pt x="12812218" y="612726"/>
                  </a:lnTo>
                  <a:lnTo>
                    <a:pt x="12777748" y="643066"/>
                  </a:lnTo>
                  <a:lnTo>
                    <a:pt x="12739575" y="668849"/>
                  </a:lnTo>
                  <a:lnTo>
                    <a:pt x="12698129" y="689646"/>
                  </a:lnTo>
                  <a:lnTo>
                    <a:pt x="12653835" y="705031"/>
                  </a:lnTo>
                  <a:lnTo>
                    <a:pt x="12607122" y="714576"/>
                  </a:lnTo>
                  <a:lnTo>
                    <a:pt x="12558418" y="71785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20" name="Google Shape;320;p2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88601" y="8332558"/>
              <a:ext cx="12696824" cy="46672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21" name="Google Shape;321;p26"/>
          <p:cNvSpPr txBox="1"/>
          <p:nvPr/>
        </p:nvSpPr>
        <p:spPr>
          <a:xfrm>
            <a:off x="1027106" y="2395012"/>
            <a:ext cx="5476240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7D9FF"/>
                </a:solidFill>
                <a:latin typeface="Trebuchet MS"/>
                <a:ea typeface="Trebuchet MS"/>
                <a:cs typeface="Trebuchet MS"/>
                <a:sym typeface="Trebuchet MS"/>
              </a:rPr>
              <a:t>Between </a:t>
            </a:r>
            <a:r>
              <a:rPr b="1" lang="en-US"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(selects for a given range)</a:t>
            </a:r>
            <a:endParaRPr sz="2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22" name="Google Shape;322;p26"/>
          <p:cNvSpPr txBox="1"/>
          <p:nvPr/>
        </p:nvSpPr>
        <p:spPr>
          <a:xfrm>
            <a:off x="1016000" y="4870481"/>
            <a:ext cx="5087620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7D9FF"/>
                </a:solidFill>
                <a:latin typeface="Trebuchet MS"/>
                <a:ea typeface="Trebuchet MS"/>
                <a:cs typeface="Trebuchet MS"/>
                <a:sym typeface="Trebuchet MS"/>
              </a:rPr>
              <a:t>In </a:t>
            </a:r>
            <a:r>
              <a:rPr b="1" lang="en-US"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(matches any value in the list)</a:t>
            </a:r>
            <a:endParaRPr sz="2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23" name="Google Shape;323;p26"/>
          <p:cNvSpPr txBox="1"/>
          <p:nvPr/>
        </p:nvSpPr>
        <p:spPr>
          <a:xfrm>
            <a:off x="1016000" y="7360377"/>
            <a:ext cx="5612130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7D9FF"/>
                </a:solidFill>
                <a:latin typeface="Trebuchet MS"/>
                <a:ea typeface="Trebuchet MS"/>
                <a:cs typeface="Trebuchet MS"/>
                <a:sym typeface="Trebuchet MS"/>
              </a:rPr>
              <a:t>NOT </a:t>
            </a:r>
            <a:r>
              <a:rPr b="1" lang="en-US"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(to negate the given condition)</a:t>
            </a:r>
            <a:endParaRPr sz="2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24" name="Google Shape;324;p26"/>
          <p:cNvSpPr txBox="1"/>
          <p:nvPr>
            <p:ph type="title"/>
          </p:nvPr>
        </p:nvSpPr>
        <p:spPr>
          <a:xfrm>
            <a:off x="1027106" y="1059180"/>
            <a:ext cx="2434590" cy="665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Operators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7"/>
          <p:cNvSpPr txBox="1"/>
          <p:nvPr>
            <p:ph type="title"/>
          </p:nvPr>
        </p:nvSpPr>
        <p:spPr>
          <a:xfrm>
            <a:off x="1027106" y="1059181"/>
            <a:ext cx="2975610" cy="665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Limit </a:t>
            </a:r>
            <a:r>
              <a:rPr lang="en-US">
                <a:solidFill>
                  <a:srgbClr val="FFFFFF"/>
                </a:solidFill>
              </a:rPr>
              <a:t>Clause</a:t>
            </a:r>
            <a:endParaRPr/>
          </a:p>
        </p:txBody>
      </p:sp>
      <p:grpSp>
        <p:nvGrpSpPr>
          <p:cNvPr id="330" name="Google Shape;330;p27"/>
          <p:cNvGrpSpPr/>
          <p:nvPr/>
        </p:nvGrpSpPr>
        <p:grpSpPr>
          <a:xfrm>
            <a:off x="1028700" y="3263432"/>
            <a:ext cx="8486140" cy="718185"/>
            <a:chOff x="1028700" y="3263432"/>
            <a:chExt cx="8486140" cy="718185"/>
          </a:xfrm>
        </p:grpSpPr>
        <p:sp>
          <p:nvSpPr>
            <p:cNvPr id="331" name="Google Shape;331;p27"/>
            <p:cNvSpPr/>
            <p:nvPr/>
          </p:nvSpPr>
          <p:spPr>
            <a:xfrm>
              <a:off x="1028700" y="3263432"/>
              <a:ext cx="8486140" cy="718185"/>
            </a:xfrm>
            <a:custGeom>
              <a:rect b="b" l="l" r="r" t="t"/>
              <a:pathLst>
                <a:path extrusionOk="0" h="718185" w="8486140">
                  <a:moveTo>
                    <a:pt x="8126695" y="717853"/>
                  </a:moveTo>
                  <a:lnTo>
                    <a:pt x="358926" y="717853"/>
                  </a:lnTo>
                  <a:lnTo>
                    <a:pt x="310222" y="714576"/>
                  </a:lnTo>
                  <a:lnTo>
                    <a:pt x="263509" y="705031"/>
                  </a:lnTo>
                  <a:lnTo>
                    <a:pt x="219216" y="689646"/>
                  </a:lnTo>
                  <a:lnTo>
                    <a:pt x="177769" y="668849"/>
                  </a:lnTo>
                  <a:lnTo>
                    <a:pt x="139597" y="643066"/>
                  </a:lnTo>
                  <a:lnTo>
                    <a:pt x="105127" y="612725"/>
                  </a:lnTo>
                  <a:lnTo>
                    <a:pt x="74786" y="578255"/>
                  </a:lnTo>
                  <a:lnTo>
                    <a:pt x="49004" y="540083"/>
                  </a:lnTo>
                  <a:lnTo>
                    <a:pt x="28206" y="498636"/>
                  </a:lnTo>
                  <a:lnTo>
                    <a:pt x="12821" y="454343"/>
                  </a:lnTo>
                  <a:lnTo>
                    <a:pt x="3276" y="407630"/>
                  </a:lnTo>
                  <a:lnTo>
                    <a:pt x="0" y="358926"/>
                  </a:lnTo>
                  <a:lnTo>
                    <a:pt x="3276" y="310221"/>
                  </a:lnTo>
                  <a:lnTo>
                    <a:pt x="12821" y="263509"/>
                  </a:lnTo>
                  <a:lnTo>
                    <a:pt x="28206" y="219215"/>
                  </a:lnTo>
                  <a:lnTo>
                    <a:pt x="49004" y="177769"/>
                  </a:lnTo>
                  <a:lnTo>
                    <a:pt x="74786" y="139596"/>
                  </a:lnTo>
                  <a:lnTo>
                    <a:pt x="105127" y="105126"/>
                  </a:lnTo>
                  <a:lnTo>
                    <a:pt x="139597" y="74786"/>
                  </a:lnTo>
                  <a:lnTo>
                    <a:pt x="177769" y="49003"/>
                  </a:lnTo>
                  <a:lnTo>
                    <a:pt x="219216" y="28205"/>
                  </a:lnTo>
                  <a:lnTo>
                    <a:pt x="263509" y="12820"/>
                  </a:lnTo>
                  <a:lnTo>
                    <a:pt x="310222" y="3276"/>
                  </a:lnTo>
                  <a:lnTo>
                    <a:pt x="358920" y="0"/>
                  </a:lnTo>
                  <a:lnTo>
                    <a:pt x="8126701" y="0"/>
                  </a:lnTo>
                  <a:lnTo>
                    <a:pt x="8175400" y="3276"/>
                  </a:lnTo>
                  <a:lnTo>
                    <a:pt x="8222112" y="12820"/>
                  </a:lnTo>
                  <a:lnTo>
                    <a:pt x="8266406" y="28205"/>
                  </a:lnTo>
                  <a:lnTo>
                    <a:pt x="8307852" y="49003"/>
                  </a:lnTo>
                  <a:lnTo>
                    <a:pt x="8346025" y="74786"/>
                  </a:lnTo>
                  <a:lnTo>
                    <a:pt x="8380495" y="105126"/>
                  </a:lnTo>
                  <a:lnTo>
                    <a:pt x="8410835" y="139596"/>
                  </a:lnTo>
                  <a:lnTo>
                    <a:pt x="8436618" y="177769"/>
                  </a:lnTo>
                  <a:lnTo>
                    <a:pt x="8457416" y="219215"/>
                  </a:lnTo>
                  <a:lnTo>
                    <a:pt x="8472801" y="263509"/>
                  </a:lnTo>
                  <a:lnTo>
                    <a:pt x="8482345" y="310221"/>
                  </a:lnTo>
                  <a:lnTo>
                    <a:pt x="8485622" y="358926"/>
                  </a:lnTo>
                  <a:lnTo>
                    <a:pt x="8482345" y="407630"/>
                  </a:lnTo>
                  <a:lnTo>
                    <a:pt x="8472801" y="454343"/>
                  </a:lnTo>
                  <a:lnTo>
                    <a:pt x="8457416" y="498636"/>
                  </a:lnTo>
                  <a:lnTo>
                    <a:pt x="8436618" y="540083"/>
                  </a:lnTo>
                  <a:lnTo>
                    <a:pt x="8410835" y="578255"/>
                  </a:lnTo>
                  <a:lnTo>
                    <a:pt x="8380495" y="612725"/>
                  </a:lnTo>
                  <a:lnTo>
                    <a:pt x="8346025" y="643066"/>
                  </a:lnTo>
                  <a:lnTo>
                    <a:pt x="8307852" y="668849"/>
                  </a:lnTo>
                  <a:lnTo>
                    <a:pt x="8266406" y="689646"/>
                  </a:lnTo>
                  <a:lnTo>
                    <a:pt x="8222112" y="705031"/>
                  </a:lnTo>
                  <a:lnTo>
                    <a:pt x="8175400" y="714576"/>
                  </a:lnTo>
                  <a:lnTo>
                    <a:pt x="8126695" y="71785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32" name="Google Shape;332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84126" y="3330107"/>
              <a:ext cx="8029574" cy="58102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33" name="Google Shape;333;p27"/>
          <p:cNvSpPr txBox="1"/>
          <p:nvPr/>
        </p:nvSpPr>
        <p:spPr>
          <a:xfrm>
            <a:off x="1027106" y="2395013"/>
            <a:ext cx="9577070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Sets an upper limit on number of (tuples)rows to be returned</a:t>
            </a:r>
            <a:endParaRPr sz="2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34" name="Google Shape;334;p27"/>
          <p:cNvSpPr txBox="1"/>
          <p:nvPr/>
        </p:nvSpPr>
        <p:spPr>
          <a:xfrm>
            <a:off x="1027106" y="4757110"/>
            <a:ext cx="6919595" cy="1149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69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A69EF1"/>
                </a:solidFill>
                <a:latin typeface="Trebuchet MS"/>
                <a:ea typeface="Trebuchet MS"/>
                <a:cs typeface="Trebuchet MS"/>
                <a:sym typeface="Trebuchet MS"/>
              </a:rPr>
              <a:t>SELECT	</a:t>
            </a:r>
            <a:r>
              <a:rPr i="1" lang="en-US"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col1, col2 </a:t>
            </a:r>
            <a:r>
              <a:rPr b="1" lang="en-US" sz="3200">
                <a:solidFill>
                  <a:srgbClr val="A69EF1"/>
                </a:solidFill>
                <a:latin typeface="Trebuchet MS"/>
                <a:ea typeface="Trebuchet MS"/>
                <a:cs typeface="Trebuchet MS"/>
                <a:sym typeface="Trebuchet MS"/>
              </a:rPr>
              <a:t>FROM </a:t>
            </a:r>
            <a:r>
              <a:rPr i="1" lang="en-US"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table_name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585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A69EF1"/>
                </a:solidFill>
                <a:latin typeface="Trebuchet MS"/>
                <a:ea typeface="Trebuchet MS"/>
                <a:cs typeface="Trebuchet MS"/>
                <a:sym typeface="Trebuchet MS"/>
              </a:rPr>
              <a:t>LIMIT </a:t>
            </a:r>
            <a:r>
              <a:rPr i="1" lang="en-US"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number;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8"/>
          <p:cNvSpPr txBox="1"/>
          <p:nvPr>
            <p:ph type="title"/>
          </p:nvPr>
        </p:nvSpPr>
        <p:spPr>
          <a:xfrm>
            <a:off x="1027106" y="1059179"/>
            <a:ext cx="3905250" cy="665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Order By </a:t>
            </a:r>
            <a:r>
              <a:rPr lang="en-US">
                <a:solidFill>
                  <a:srgbClr val="FFFFFF"/>
                </a:solidFill>
              </a:rPr>
              <a:t>Clause</a:t>
            </a:r>
            <a:endParaRPr/>
          </a:p>
        </p:txBody>
      </p:sp>
      <p:grpSp>
        <p:nvGrpSpPr>
          <p:cNvPr id="340" name="Google Shape;340;p28"/>
          <p:cNvGrpSpPr/>
          <p:nvPr/>
        </p:nvGrpSpPr>
        <p:grpSpPr>
          <a:xfrm>
            <a:off x="1028700" y="3306881"/>
            <a:ext cx="5923915" cy="1492885"/>
            <a:chOff x="1028700" y="3306881"/>
            <a:chExt cx="5923915" cy="1492885"/>
          </a:xfrm>
        </p:grpSpPr>
        <p:sp>
          <p:nvSpPr>
            <p:cNvPr id="341" name="Google Shape;341;p28"/>
            <p:cNvSpPr/>
            <p:nvPr/>
          </p:nvSpPr>
          <p:spPr>
            <a:xfrm>
              <a:off x="1028700" y="3306881"/>
              <a:ext cx="5923915" cy="1492885"/>
            </a:xfrm>
            <a:custGeom>
              <a:rect b="b" l="l" r="r" t="t"/>
              <a:pathLst>
                <a:path extrusionOk="0" h="1492885" w="5923915">
                  <a:moveTo>
                    <a:pt x="5438035" y="1492775"/>
                  </a:moveTo>
                  <a:lnTo>
                    <a:pt x="485763" y="1492775"/>
                  </a:lnTo>
                  <a:lnTo>
                    <a:pt x="437761" y="1490399"/>
                  </a:lnTo>
                  <a:lnTo>
                    <a:pt x="390562" y="1483356"/>
                  </a:lnTo>
                  <a:lnTo>
                    <a:pt x="344494" y="1471778"/>
                  </a:lnTo>
                  <a:lnTo>
                    <a:pt x="299876" y="1455799"/>
                  </a:lnTo>
                  <a:lnTo>
                    <a:pt x="257027" y="1435548"/>
                  </a:lnTo>
                  <a:lnTo>
                    <a:pt x="216266" y="1411160"/>
                  </a:lnTo>
                  <a:lnTo>
                    <a:pt x="177911" y="1382765"/>
                  </a:lnTo>
                  <a:lnTo>
                    <a:pt x="142279" y="1350496"/>
                  </a:lnTo>
                  <a:lnTo>
                    <a:pt x="110010" y="1314865"/>
                  </a:lnTo>
                  <a:lnTo>
                    <a:pt x="81615" y="1276509"/>
                  </a:lnTo>
                  <a:lnTo>
                    <a:pt x="57227" y="1235748"/>
                  </a:lnTo>
                  <a:lnTo>
                    <a:pt x="36977" y="1192899"/>
                  </a:lnTo>
                  <a:lnTo>
                    <a:pt x="20997" y="1148282"/>
                  </a:lnTo>
                  <a:lnTo>
                    <a:pt x="9420" y="1102214"/>
                  </a:lnTo>
                  <a:lnTo>
                    <a:pt x="2376" y="1055014"/>
                  </a:lnTo>
                  <a:lnTo>
                    <a:pt x="0" y="1007006"/>
                  </a:lnTo>
                  <a:lnTo>
                    <a:pt x="0" y="485769"/>
                  </a:lnTo>
                  <a:lnTo>
                    <a:pt x="2376" y="437762"/>
                  </a:lnTo>
                  <a:lnTo>
                    <a:pt x="9420" y="390562"/>
                  </a:lnTo>
                  <a:lnTo>
                    <a:pt x="20997" y="344494"/>
                  </a:lnTo>
                  <a:lnTo>
                    <a:pt x="36977" y="299876"/>
                  </a:lnTo>
                  <a:lnTo>
                    <a:pt x="57227" y="257028"/>
                  </a:lnTo>
                  <a:lnTo>
                    <a:pt x="81615" y="216266"/>
                  </a:lnTo>
                  <a:lnTo>
                    <a:pt x="110010" y="177911"/>
                  </a:lnTo>
                  <a:lnTo>
                    <a:pt x="142279" y="142280"/>
                  </a:lnTo>
                  <a:lnTo>
                    <a:pt x="177911" y="110010"/>
                  </a:lnTo>
                  <a:lnTo>
                    <a:pt x="216266" y="81615"/>
                  </a:lnTo>
                  <a:lnTo>
                    <a:pt x="257027" y="57227"/>
                  </a:lnTo>
                  <a:lnTo>
                    <a:pt x="299876" y="36977"/>
                  </a:lnTo>
                  <a:lnTo>
                    <a:pt x="344494" y="20997"/>
                  </a:lnTo>
                  <a:lnTo>
                    <a:pt x="390562" y="9420"/>
                  </a:lnTo>
                  <a:lnTo>
                    <a:pt x="437761" y="2377"/>
                  </a:lnTo>
                  <a:lnTo>
                    <a:pt x="485774" y="0"/>
                  </a:lnTo>
                  <a:lnTo>
                    <a:pt x="5438024" y="0"/>
                  </a:lnTo>
                  <a:lnTo>
                    <a:pt x="5486037" y="2377"/>
                  </a:lnTo>
                  <a:lnTo>
                    <a:pt x="5533237" y="9420"/>
                  </a:lnTo>
                  <a:lnTo>
                    <a:pt x="5579305" y="20997"/>
                  </a:lnTo>
                  <a:lnTo>
                    <a:pt x="5623922" y="36977"/>
                  </a:lnTo>
                  <a:lnTo>
                    <a:pt x="5666771" y="57227"/>
                  </a:lnTo>
                  <a:lnTo>
                    <a:pt x="5707533" y="81615"/>
                  </a:lnTo>
                  <a:lnTo>
                    <a:pt x="5745888" y="110010"/>
                  </a:lnTo>
                  <a:lnTo>
                    <a:pt x="5781520" y="142280"/>
                  </a:lnTo>
                  <a:lnTo>
                    <a:pt x="5813789" y="177911"/>
                  </a:lnTo>
                  <a:lnTo>
                    <a:pt x="5842184" y="216266"/>
                  </a:lnTo>
                  <a:lnTo>
                    <a:pt x="5866572" y="257028"/>
                  </a:lnTo>
                  <a:lnTo>
                    <a:pt x="5886822" y="299876"/>
                  </a:lnTo>
                  <a:lnTo>
                    <a:pt x="5902802" y="344494"/>
                  </a:lnTo>
                  <a:lnTo>
                    <a:pt x="5914379" y="390562"/>
                  </a:lnTo>
                  <a:lnTo>
                    <a:pt x="5921422" y="437762"/>
                  </a:lnTo>
                  <a:lnTo>
                    <a:pt x="5923799" y="485769"/>
                  </a:lnTo>
                  <a:lnTo>
                    <a:pt x="5923799" y="1007006"/>
                  </a:lnTo>
                  <a:lnTo>
                    <a:pt x="5921422" y="1055014"/>
                  </a:lnTo>
                  <a:lnTo>
                    <a:pt x="5914379" y="1102214"/>
                  </a:lnTo>
                  <a:lnTo>
                    <a:pt x="5902802" y="1148282"/>
                  </a:lnTo>
                  <a:lnTo>
                    <a:pt x="5886822" y="1192899"/>
                  </a:lnTo>
                  <a:lnTo>
                    <a:pt x="5866572" y="1235748"/>
                  </a:lnTo>
                  <a:lnTo>
                    <a:pt x="5842184" y="1276509"/>
                  </a:lnTo>
                  <a:lnTo>
                    <a:pt x="5813789" y="1314865"/>
                  </a:lnTo>
                  <a:lnTo>
                    <a:pt x="5781520" y="1350496"/>
                  </a:lnTo>
                  <a:lnTo>
                    <a:pt x="5745888" y="1382765"/>
                  </a:lnTo>
                  <a:lnTo>
                    <a:pt x="5707533" y="1411160"/>
                  </a:lnTo>
                  <a:lnTo>
                    <a:pt x="5666771" y="1435548"/>
                  </a:lnTo>
                  <a:lnTo>
                    <a:pt x="5623922" y="1455799"/>
                  </a:lnTo>
                  <a:lnTo>
                    <a:pt x="5579305" y="1471778"/>
                  </a:lnTo>
                  <a:lnTo>
                    <a:pt x="5533237" y="1483356"/>
                  </a:lnTo>
                  <a:lnTo>
                    <a:pt x="5486037" y="1490399"/>
                  </a:lnTo>
                  <a:lnTo>
                    <a:pt x="5438035" y="149277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42" name="Google Shape;342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04975" y="3463005"/>
              <a:ext cx="5572124" cy="118109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43" name="Google Shape;343;p28"/>
          <p:cNvSpPr txBox="1"/>
          <p:nvPr/>
        </p:nvSpPr>
        <p:spPr>
          <a:xfrm>
            <a:off x="1027106" y="2395012"/>
            <a:ext cx="8587105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To sort in ascending (ASC) or descending order (DESC)</a:t>
            </a:r>
            <a:endParaRPr sz="2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44" name="Google Shape;344;p28"/>
          <p:cNvSpPr txBox="1"/>
          <p:nvPr/>
        </p:nvSpPr>
        <p:spPr>
          <a:xfrm>
            <a:off x="1027106" y="5865043"/>
            <a:ext cx="6919595" cy="1149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69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A69EF1"/>
                </a:solidFill>
                <a:latin typeface="Trebuchet MS"/>
                <a:ea typeface="Trebuchet MS"/>
                <a:cs typeface="Trebuchet MS"/>
                <a:sym typeface="Trebuchet MS"/>
              </a:rPr>
              <a:t>SELECT	</a:t>
            </a:r>
            <a:r>
              <a:rPr i="1" lang="en-US"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col1, col2 </a:t>
            </a:r>
            <a:r>
              <a:rPr b="1" lang="en-US" sz="3200">
                <a:solidFill>
                  <a:srgbClr val="A69EF1"/>
                </a:solidFill>
                <a:latin typeface="Trebuchet MS"/>
                <a:ea typeface="Trebuchet MS"/>
                <a:cs typeface="Trebuchet MS"/>
                <a:sym typeface="Trebuchet MS"/>
              </a:rPr>
              <a:t>FROM </a:t>
            </a:r>
            <a:r>
              <a:rPr i="1" lang="en-US"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table_name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585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A69EF1"/>
                </a:solidFill>
                <a:latin typeface="Trebuchet MS"/>
                <a:ea typeface="Trebuchet MS"/>
                <a:cs typeface="Trebuchet MS"/>
                <a:sym typeface="Trebuchet MS"/>
              </a:rPr>
              <a:t>ORDER BY </a:t>
            </a:r>
            <a:r>
              <a:rPr i="1" lang="en-US"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col_name(s) </a:t>
            </a:r>
            <a:r>
              <a:rPr b="1" lang="en-US" sz="3200">
                <a:solidFill>
                  <a:srgbClr val="A69EF1"/>
                </a:solidFill>
                <a:latin typeface="Trebuchet MS"/>
                <a:ea typeface="Trebuchet MS"/>
                <a:cs typeface="Trebuchet MS"/>
                <a:sym typeface="Trebuchet MS"/>
              </a:rPr>
              <a:t>ASC</a:t>
            </a:r>
            <a:r>
              <a:rPr b="1" i="1" lang="en-US"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9"/>
          <p:cNvSpPr txBox="1"/>
          <p:nvPr>
            <p:ph type="title"/>
          </p:nvPr>
        </p:nvSpPr>
        <p:spPr>
          <a:xfrm>
            <a:off x="1027106" y="1059177"/>
            <a:ext cx="4921250" cy="665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Aggregate </a:t>
            </a:r>
            <a:r>
              <a:rPr lang="en-US">
                <a:solidFill>
                  <a:srgbClr val="FFFFFF"/>
                </a:solidFill>
              </a:rPr>
              <a:t>Functions</a:t>
            </a:r>
            <a:endParaRPr/>
          </a:p>
        </p:txBody>
      </p:sp>
      <p:sp>
        <p:nvSpPr>
          <p:cNvPr id="350" name="Google Shape;350;p29"/>
          <p:cNvSpPr txBox="1"/>
          <p:nvPr/>
        </p:nvSpPr>
        <p:spPr>
          <a:xfrm>
            <a:off x="1016000" y="2087333"/>
            <a:ext cx="13663930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Aggregare functions perform a calculation on a set of values, and return a single value.</a:t>
            </a:r>
            <a:endParaRPr sz="2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51" name="Google Shape;351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3656" y="3081331"/>
            <a:ext cx="104775" cy="104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3656" y="3719506"/>
            <a:ext cx="104775" cy="104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3656" y="4357681"/>
            <a:ext cx="104775" cy="104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3656" y="4995856"/>
            <a:ext cx="104775" cy="104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3656" y="5634031"/>
            <a:ext cx="104775" cy="104774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29"/>
          <p:cNvSpPr txBox="1"/>
          <p:nvPr/>
        </p:nvSpPr>
        <p:spPr>
          <a:xfrm>
            <a:off x="1631497" y="2663494"/>
            <a:ext cx="1520825" cy="3216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5080" rtl="0" algn="l">
              <a:lnSpc>
                <a:spcPct val="14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COUNT( )  MAX( )</a:t>
            </a:r>
            <a:endParaRPr sz="2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664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MIN( )</a:t>
            </a:r>
            <a:endParaRPr sz="2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664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SUM( )</a:t>
            </a:r>
            <a:endParaRPr sz="2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664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AVG( )</a:t>
            </a:r>
            <a:endParaRPr sz="2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357" name="Google Shape;357;p29"/>
          <p:cNvGrpSpPr/>
          <p:nvPr/>
        </p:nvGrpSpPr>
        <p:grpSpPr>
          <a:xfrm>
            <a:off x="1102076" y="7688800"/>
            <a:ext cx="4816475" cy="1869439"/>
            <a:chOff x="1102076" y="7688800"/>
            <a:chExt cx="4816475" cy="1869439"/>
          </a:xfrm>
        </p:grpSpPr>
        <p:sp>
          <p:nvSpPr>
            <p:cNvPr id="358" name="Google Shape;358;p29"/>
            <p:cNvSpPr/>
            <p:nvPr/>
          </p:nvSpPr>
          <p:spPr>
            <a:xfrm>
              <a:off x="1102076" y="7688800"/>
              <a:ext cx="4816475" cy="1869439"/>
            </a:xfrm>
            <a:custGeom>
              <a:rect b="b" l="l" r="r" t="t"/>
              <a:pathLst>
                <a:path extrusionOk="0" h="1869440" w="4816475">
                  <a:moveTo>
                    <a:pt x="4330202" y="1869188"/>
                  </a:moveTo>
                  <a:lnTo>
                    <a:pt x="485774" y="1869188"/>
                  </a:lnTo>
                  <a:lnTo>
                    <a:pt x="437761" y="1866811"/>
                  </a:lnTo>
                  <a:lnTo>
                    <a:pt x="390562" y="1859768"/>
                  </a:lnTo>
                  <a:lnTo>
                    <a:pt x="344494" y="1848191"/>
                  </a:lnTo>
                  <a:lnTo>
                    <a:pt x="299876" y="1832211"/>
                  </a:lnTo>
                  <a:lnTo>
                    <a:pt x="257028" y="1811961"/>
                  </a:lnTo>
                  <a:lnTo>
                    <a:pt x="216266" y="1787573"/>
                  </a:lnTo>
                  <a:lnTo>
                    <a:pt x="177911" y="1759178"/>
                  </a:lnTo>
                  <a:lnTo>
                    <a:pt x="142280" y="1726909"/>
                  </a:lnTo>
                  <a:lnTo>
                    <a:pt x="110010" y="1691278"/>
                  </a:lnTo>
                  <a:lnTo>
                    <a:pt x="81615" y="1652922"/>
                  </a:lnTo>
                  <a:lnTo>
                    <a:pt x="57227" y="1612161"/>
                  </a:lnTo>
                  <a:lnTo>
                    <a:pt x="36977" y="1569312"/>
                  </a:lnTo>
                  <a:lnTo>
                    <a:pt x="20997" y="1524694"/>
                  </a:lnTo>
                  <a:lnTo>
                    <a:pt x="9420" y="1478626"/>
                  </a:lnTo>
                  <a:lnTo>
                    <a:pt x="2376" y="1431426"/>
                  </a:lnTo>
                  <a:lnTo>
                    <a:pt x="0" y="1383416"/>
                  </a:lnTo>
                  <a:lnTo>
                    <a:pt x="0" y="485772"/>
                  </a:lnTo>
                  <a:lnTo>
                    <a:pt x="2376" y="437762"/>
                  </a:lnTo>
                  <a:lnTo>
                    <a:pt x="9420" y="390562"/>
                  </a:lnTo>
                  <a:lnTo>
                    <a:pt x="20997" y="344494"/>
                  </a:lnTo>
                  <a:lnTo>
                    <a:pt x="36977" y="299876"/>
                  </a:lnTo>
                  <a:lnTo>
                    <a:pt x="57227" y="257028"/>
                  </a:lnTo>
                  <a:lnTo>
                    <a:pt x="81615" y="216266"/>
                  </a:lnTo>
                  <a:lnTo>
                    <a:pt x="110010" y="177911"/>
                  </a:lnTo>
                  <a:lnTo>
                    <a:pt x="142280" y="142280"/>
                  </a:lnTo>
                  <a:lnTo>
                    <a:pt x="177911" y="110010"/>
                  </a:lnTo>
                  <a:lnTo>
                    <a:pt x="216266" y="81615"/>
                  </a:lnTo>
                  <a:lnTo>
                    <a:pt x="257028" y="57227"/>
                  </a:lnTo>
                  <a:lnTo>
                    <a:pt x="299876" y="36977"/>
                  </a:lnTo>
                  <a:lnTo>
                    <a:pt x="344494" y="20997"/>
                  </a:lnTo>
                  <a:lnTo>
                    <a:pt x="390562" y="9420"/>
                  </a:lnTo>
                  <a:lnTo>
                    <a:pt x="437761" y="2377"/>
                  </a:lnTo>
                  <a:lnTo>
                    <a:pt x="485774" y="0"/>
                  </a:lnTo>
                  <a:lnTo>
                    <a:pt x="4330202" y="0"/>
                  </a:lnTo>
                  <a:lnTo>
                    <a:pt x="4378215" y="2377"/>
                  </a:lnTo>
                  <a:lnTo>
                    <a:pt x="4425415" y="9420"/>
                  </a:lnTo>
                  <a:lnTo>
                    <a:pt x="4471482" y="20997"/>
                  </a:lnTo>
                  <a:lnTo>
                    <a:pt x="4516100" y="36977"/>
                  </a:lnTo>
                  <a:lnTo>
                    <a:pt x="4558949" y="57227"/>
                  </a:lnTo>
                  <a:lnTo>
                    <a:pt x="4599710" y="81615"/>
                  </a:lnTo>
                  <a:lnTo>
                    <a:pt x="4638066" y="110010"/>
                  </a:lnTo>
                  <a:lnTo>
                    <a:pt x="4673697" y="142280"/>
                  </a:lnTo>
                  <a:lnTo>
                    <a:pt x="4705966" y="177911"/>
                  </a:lnTo>
                  <a:lnTo>
                    <a:pt x="4734361" y="216266"/>
                  </a:lnTo>
                  <a:lnTo>
                    <a:pt x="4758749" y="257028"/>
                  </a:lnTo>
                  <a:lnTo>
                    <a:pt x="4779000" y="299876"/>
                  </a:lnTo>
                  <a:lnTo>
                    <a:pt x="4794979" y="344494"/>
                  </a:lnTo>
                  <a:lnTo>
                    <a:pt x="4806557" y="390562"/>
                  </a:lnTo>
                  <a:lnTo>
                    <a:pt x="4813600" y="437762"/>
                  </a:lnTo>
                  <a:lnTo>
                    <a:pt x="4815977" y="485772"/>
                  </a:lnTo>
                  <a:lnTo>
                    <a:pt x="4815977" y="1383416"/>
                  </a:lnTo>
                  <a:lnTo>
                    <a:pt x="4813600" y="1431426"/>
                  </a:lnTo>
                  <a:lnTo>
                    <a:pt x="4806557" y="1478626"/>
                  </a:lnTo>
                  <a:lnTo>
                    <a:pt x="4794979" y="1524694"/>
                  </a:lnTo>
                  <a:lnTo>
                    <a:pt x="4779000" y="1569312"/>
                  </a:lnTo>
                  <a:lnTo>
                    <a:pt x="4758749" y="1612161"/>
                  </a:lnTo>
                  <a:lnTo>
                    <a:pt x="4734361" y="1652922"/>
                  </a:lnTo>
                  <a:lnTo>
                    <a:pt x="4705966" y="1691278"/>
                  </a:lnTo>
                  <a:lnTo>
                    <a:pt x="4673697" y="1726909"/>
                  </a:lnTo>
                  <a:lnTo>
                    <a:pt x="4638066" y="1759178"/>
                  </a:lnTo>
                  <a:lnTo>
                    <a:pt x="4599710" y="1787573"/>
                  </a:lnTo>
                  <a:lnTo>
                    <a:pt x="4558949" y="1811961"/>
                  </a:lnTo>
                  <a:lnTo>
                    <a:pt x="4516100" y="1832211"/>
                  </a:lnTo>
                  <a:lnTo>
                    <a:pt x="4471482" y="1848191"/>
                  </a:lnTo>
                  <a:lnTo>
                    <a:pt x="4425415" y="1859768"/>
                  </a:lnTo>
                  <a:lnTo>
                    <a:pt x="4378215" y="1866811"/>
                  </a:lnTo>
                  <a:lnTo>
                    <a:pt x="4330202" y="186918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59" name="Google Shape;359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378083" y="8031122"/>
              <a:ext cx="4267199" cy="118109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60" name="Google Shape;360;p29"/>
          <p:cNvGrpSpPr/>
          <p:nvPr/>
        </p:nvGrpSpPr>
        <p:grpSpPr>
          <a:xfrm>
            <a:off x="5417308" y="4631126"/>
            <a:ext cx="4533900" cy="1621155"/>
            <a:chOff x="5417308" y="4631126"/>
            <a:chExt cx="4533900" cy="1621155"/>
          </a:xfrm>
        </p:grpSpPr>
        <p:sp>
          <p:nvSpPr>
            <p:cNvPr id="361" name="Google Shape;361;p29"/>
            <p:cNvSpPr/>
            <p:nvPr/>
          </p:nvSpPr>
          <p:spPr>
            <a:xfrm>
              <a:off x="5417308" y="4631126"/>
              <a:ext cx="4533900" cy="1621155"/>
            </a:xfrm>
            <a:custGeom>
              <a:rect b="b" l="l" r="r" t="t"/>
              <a:pathLst>
                <a:path extrusionOk="0" h="1621154" w="4533900">
                  <a:moveTo>
                    <a:pt x="4047796" y="1620941"/>
                  </a:moveTo>
                  <a:lnTo>
                    <a:pt x="485766" y="1620941"/>
                  </a:lnTo>
                  <a:lnTo>
                    <a:pt x="437761" y="1618565"/>
                  </a:lnTo>
                  <a:lnTo>
                    <a:pt x="390562" y="1611521"/>
                  </a:lnTo>
                  <a:lnTo>
                    <a:pt x="344494" y="1599944"/>
                  </a:lnTo>
                  <a:lnTo>
                    <a:pt x="299876" y="1583964"/>
                  </a:lnTo>
                  <a:lnTo>
                    <a:pt x="257028" y="1563714"/>
                  </a:lnTo>
                  <a:lnTo>
                    <a:pt x="216266" y="1539326"/>
                  </a:lnTo>
                  <a:lnTo>
                    <a:pt x="177911" y="1510931"/>
                  </a:lnTo>
                  <a:lnTo>
                    <a:pt x="142279" y="1478661"/>
                  </a:lnTo>
                  <a:lnTo>
                    <a:pt x="110010" y="1443030"/>
                  </a:lnTo>
                  <a:lnTo>
                    <a:pt x="81615" y="1404675"/>
                  </a:lnTo>
                  <a:lnTo>
                    <a:pt x="57227" y="1363913"/>
                  </a:lnTo>
                  <a:lnTo>
                    <a:pt x="36977" y="1321065"/>
                  </a:lnTo>
                  <a:lnTo>
                    <a:pt x="20997" y="1276447"/>
                  </a:lnTo>
                  <a:lnTo>
                    <a:pt x="9420" y="1230379"/>
                  </a:lnTo>
                  <a:lnTo>
                    <a:pt x="2376" y="1183179"/>
                  </a:lnTo>
                  <a:lnTo>
                    <a:pt x="0" y="1135169"/>
                  </a:lnTo>
                  <a:lnTo>
                    <a:pt x="0" y="485772"/>
                  </a:lnTo>
                  <a:lnTo>
                    <a:pt x="2376" y="437762"/>
                  </a:lnTo>
                  <a:lnTo>
                    <a:pt x="9420" y="390562"/>
                  </a:lnTo>
                  <a:lnTo>
                    <a:pt x="20997" y="344494"/>
                  </a:lnTo>
                  <a:lnTo>
                    <a:pt x="36977" y="299876"/>
                  </a:lnTo>
                  <a:lnTo>
                    <a:pt x="57227" y="257028"/>
                  </a:lnTo>
                  <a:lnTo>
                    <a:pt x="81615" y="216266"/>
                  </a:lnTo>
                  <a:lnTo>
                    <a:pt x="110010" y="177911"/>
                  </a:lnTo>
                  <a:lnTo>
                    <a:pt x="142279" y="142280"/>
                  </a:lnTo>
                  <a:lnTo>
                    <a:pt x="177911" y="110010"/>
                  </a:lnTo>
                  <a:lnTo>
                    <a:pt x="216266" y="81615"/>
                  </a:lnTo>
                  <a:lnTo>
                    <a:pt x="257028" y="57227"/>
                  </a:lnTo>
                  <a:lnTo>
                    <a:pt x="299876" y="36977"/>
                  </a:lnTo>
                  <a:lnTo>
                    <a:pt x="344494" y="20997"/>
                  </a:lnTo>
                  <a:lnTo>
                    <a:pt x="390562" y="9420"/>
                  </a:lnTo>
                  <a:lnTo>
                    <a:pt x="437761" y="2377"/>
                  </a:lnTo>
                  <a:lnTo>
                    <a:pt x="485774" y="0"/>
                  </a:lnTo>
                  <a:lnTo>
                    <a:pt x="4047788" y="0"/>
                  </a:lnTo>
                  <a:lnTo>
                    <a:pt x="4095801" y="2377"/>
                  </a:lnTo>
                  <a:lnTo>
                    <a:pt x="4143000" y="9420"/>
                  </a:lnTo>
                  <a:lnTo>
                    <a:pt x="4189068" y="20997"/>
                  </a:lnTo>
                  <a:lnTo>
                    <a:pt x="4233686" y="36977"/>
                  </a:lnTo>
                  <a:lnTo>
                    <a:pt x="4276534" y="57227"/>
                  </a:lnTo>
                  <a:lnTo>
                    <a:pt x="4317296" y="81615"/>
                  </a:lnTo>
                  <a:lnTo>
                    <a:pt x="4355651" y="110010"/>
                  </a:lnTo>
                  <a:lnTo>
                    <a:pt x="4391282" y="142280"/>
                  </a:lnTo>
                  <a:lnTo>
                    <a:pt x="4423552" y="177911"/>
                  </a:lnTo>
                  <a:lnTo>
                    <a:pt x="4451947" y="216266"/>
                  </a:lnTo>
                  <a:lnTo>
                    <a:pt x="4476335" y="257028"/>
                  </a:lnTo>
                  <a:lnTo>
                    <a:pt x="4496585" y="299876"/>
                  </a:lnTo>
                  <a:lnTo>
                    <a:pt x="4512565" y="344494"/>
                  </a:lnTo>
                  <a:lnTo>
                    <a:pt x="4524143" y="390562"/>
                  </a:lnTo>
                  <a:lnTo>
                    <a:pt x="4531186" y="437762"/>
                  </a:lnTo>
                  <a:lnTo>
                    <a:pt x="4533563" y="485772"/>
                  </a:lnTo>
                  <a:lnTo>
                    <a:pt x="4533563" y="1135169"/>
                  </a:lnTo>
                  <a:lnTo>
                    <a:pt x="4531186" y="1183179"/>
                  </a:lnTo>
                  <a:lnTo>
                    <a:pt x="4524143" y="1230379"/>
                  </a:lnTo>
                  <a:lnTo>
                    <a:pt x="4512565" y="1276447"/>
                  </a:lnTo>
                  <a:lnTo>
                    <a:pt x="4496585" y="1321065"/>
                  </a:lnTo>
                  <a:lnTo>
                    <a:pt x="4476335" y="1363913"/>
                  </a:lnTo>
                  <a:lnTo>
                    <a:pt x="4451947" y="1404675"/>
                  </a:lnTo>
                  <a:lnTo>
                    <a:pt x="4423552" y="1443030"/>
                  </a:lnTo>
                  <a:lnTo>
                    <a:pt x="4391282" y="1478661"/>
                  </a:lnTo>
                  <a:lnTo>
                    <a:pt x="4355651" y="1510931"/>
                  </a:lnTo>
                  <a:lnTo>
                    <a:pt x="4317296" y="1539326"/>
                  </a:lnTo>
                  <a:lnTo>
                    <a:pt x="4276534" y="1563714"/>
                  </a:lnTo>
                  <a:lnTo>
                    <a:pt x="4233686" y="1583964"/>
                  </a:lnTo>
                  <a:lnTo>
                    <a:pt x="4189068" y="1599944"/>
                  </a:lnTo>
                  <a:lnTo>
                    <a:pt x="4143000" y="1611521"/>
                  </a:lnTo>
                  <a:lnTo>
                    <a:pt x="4095801" y="1618565"/>
                  </a:lnTo>
                  <a:lnTo>
                    <a:pt x="4047796" y="162094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62" name="Google Shape;362;p2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607244" y="4876665"/>
              <a:ext cx="4152899" cy="112548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63" name="Google Shape;363;p29"/>
          <p:cNvSpPr txBox="1"/>
          <p:nvPr/>
        </p:nvSpPr>
        <p:spPr>
          <a:xfrm>
            <a:off x="1523858" y="7005915"/>
            <a:ext cx="3044190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Get Average marks</a:t>
            </a:r>
            <a:endParaRPr sz="2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64" name="Google Shape;364;p29"/>
          <p:cNvSpPr txBox="1"/>
          <p:nvPr/>
        </p:nvSpPr>
        <p:spPr>
          <a:xfrm>
            <a:off x="5809415" y="3948244"/>
            <a:ext cx="3343910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Get Maximum Marks</a:t>
            </a:r>
            <a:endParaRPr sz="2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0"/>
          <p:cNvSpPr txBox="1"/>
          <p:nvPr>
            <p:ph type="title"/>
          </p:nvPr>
        </p:nvSpPr>
        <p:spPr>
          <a:xfrm>
            <a:off x="1027106" y="1059181"/>
            <a:ext cx="4013835" cy="665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Group By </a:t>
            </a:r>
            <a:r>
              <a:rPr lang="en-US">
                <a:solidFill>
                  <a:srgbClr val="FFFFFF"/>
                </a:solidFill>
              </a:rPr>
              <a:t>Clause</a:t>
            </a:r>
            <a:endParaRPr/>
          </a:p>
        </p:txBody>
      </p:sp>
      <p:sp>
        <p:nvSpPr>
          <p:cNvPr id="370" name="Google Shape;370;p30"/>
          <p:cNvSpPr txBox="1"/>
          <p:nvPr/>
        </p:nvSpPr>
        <p:spPr>
          <a:xfrm>
            <a:off x="1027106" y="1959189"/>
            <a:ext cx="13180694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12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Groups rows that have the same values into summary rows.</a:t>
            </a:r>
            <a:endParaRPr sz="2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It collects data from multiple records and groups the result by one or more column.</a:t>
            </a:r>
            <a:endParaRPr sz="2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71" name="Google Shape;371;p30"/>
          <p:cNvSpPr txBox="1"/>
          <p:nvPr/>
        </p:nvSpPr>
        <p:spPr>
          <a:xfrm>
            <a:off x="1016000" y="4107683"/>
            <a:ext cx="9632315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*Generally we use group by with some </a:t>
            </a:r>
            <a:r>
              <a:rPr b="1" i="1" lang="en-US" sz="280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aggregation function</a:t>
            </a:r>
            <a:r>
              <a:rPr b="1" lang="en-US"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endParaRPr sz="2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372" name="Google Shape;372;p30"/>
          <p:cNvGrpSpPr/>
          <p:nvPr/>
        </p:nvGrpSpPr>
        <p:grpSpPr>
          <a:xfrm>
            <a:off x="1180769" y="6368483"/>
            <a:ext cx="6336665" cy="2188210"/>
            <a:chOff x="1180769" y="6368483"/>
            <a:chExt cx="6336665" cy="2188210"/>
          </a:xfrm>
        </p:grpSpPr>
        <p:sp>
          <p:nvSpPr>
            <p:cNvPr id="373" name="Google Shape;373;p30"/>
            <p:cNvSpPr/>
            <p:nvPr/>
          </p:nvSpPr>
          <p:spPr>
            <a:xfrm>
              <a:off x="1180769" y="6368483"/>
              <a:ext cx="6336665" cy="2188210"/>
            </a:xfrm>
            <a:custGeom>
              <a:rect b="b" l="l" r="r" t="t"/>
              <a:pathLst>
                <a:path extrusionOk="0" h="2188209" w="6336665">
                  <a:moveTo>
                    <a:pt x="5850782" y="2187948"/>
                  </a:moveTo>
                  <a:lnTo>
                    <a:pt x="485774" y="2187948"/>
                  </a:lnTo>
                  <a:lnTo>
                    <a:pt x="437762" y="2185571"/>
                  </a:lnTo>
                  <a:lnTo>
                    <a:pt x="390562" y="2178528"/>
                  </a:lnTo>
                  <a:lnTo>
                    <a:pt x="344494" y="2166951"/>
                  </a:lnTo>
                  <a:lnTo>
                    <a:pt x="299876" y="2150971"/>
                  </a:lnTo>
                  <a:lnTo>
                    <a:pt x="257028" y="2130721"/>
                  </a:lnTo>
                  <a:lnTo>
                    <a:pt x="216266" y="2106333"/>
                  </a:lnTo>
                  <a:lnTo>
                    <a:pt x="177911" y="2077938"/>
                  </a:lnTo>
                  <a:lnTo>
                    <a:pt x="142280" y="2045669"/>
                  </a:lnTo>
                  <a:lnTo>
                    <a:pt x="110010" y="2010037"/>
                  </a:lnTo>
                  <a:lnTo>
                    <a:pt x="81615" y="1971682"/>
                  </a:lnTo>
                  <a:lnTo>
                    <a:pt x="57227" y="1930921"/>
                  </a:lnTo>
                  <a:lnTo>
                    <a:pt x="36977" y="1888072"/>
                  </a:lnTo>
                  <a:lnTo>
                    <a:pt x="20997" y="1843454"/>
                  </a:lnTo>
                  <a:lnTo>
                    <a:pt x="9420" y="1797386"/>
                  </a:lnTo>
                  <a:lnTo>
                    <a:pt x="2376" y="1750186"/>
                  </a:lnTo>
                  <a:lnTo>
                    <a:pt x="0" y="1702175"/>
                  </a:lnTo>
                  <a:lnTo>
                    <a:pt x="0" y="485773"/>
                  </a:lnTo>
                  <a:lnTo>
                    <a:pt x="2376" y="437761"/>
                  </a:lnTo>
                  <a:lnTo>
                    <a:pt x="9420" y="390562"/>
                  </a:lnTo>
                  <a:lnTo>
                    <a:pt x="20997" y="344494"/>
                  </a:lnTo>
                  <a:lnTo>
                    <a:pt x="36977" y="299876"/>
                  </a:lnTo>
                  <a:lnTo>
                    <a:pt x="57227" y="257027"/>
                  </a:lnTo>
                  <a:lnTo>
                    <a:pt x="81615" y="216266"/>
                  </a:lnTo>
                  <a:lnTo>
                    <a:pt x="110010" y="177911"/>
                  </a:lnTo>
                  <a:lnTo>
                    <a:pt x="142280" y="142280"/>
                  </a:lnTo>
                  <a:lnTo>
                    <a:pt x="177911" y="110010"/>
                  </a:lnTo>
                  <a:lnTo>
                    <a:pt x="216266" y="81615"/>
                  </a:lnTo>
                  <a:lnTo>
                    <a:pt x="257028" y="57227"/>
                  </a:lnTo>
                  <a:lnTo>
                    <a:pt x="299876" y="36977"/>
                  </a:lnTo>
                  <a:lnTo>
                    <a:pt x="344494" y="20997"/>
                  </a:lnTo>
                  <a:lnTo>
                    <a:pt x="390562" y="9420"/>
                  </a:lnTo>
                  <a:lnTo>
                    <a:pt x="437762" y="2376"/>
                  </a:lnTo>
                  <a:lnTo>
                    <a:pt x="485770" y="0"/>
                  </a:lnTo>
                  <a:lnTo>
                    <a:pt x="5850787" y="0"/>
                  </a:lnTo>
                  <a:lnTo>
                    <a:pt x="5898795" y="2376"/>
                  </a:lnTo>
                  <a:lnTo>
                    <a:pt x="5945995" y="9420"/>
                  </a:lnTo>
                  <a:lnTo>
                    <a:pt x="5992063" y="20997"/>
                  </a:lnTo>
                  <a:lnTo>
                    <a:pt x="6036681" y="36977"/>
                  </a:lnTo>
                  <a:lnTo>
                    <a:pt x="6079530" y="57227"/>
                  </a:lnTo>
                  <a:lnTo>
                    <a:pt x="6120291" y="81615"/>
                  </a:lnTo>
                  <a:lnTo>
                    <a:pt x="6158647" y="110010"/>
                  </a:lnTo>
                  <a:lnTo>
                    <a:pt x="6194278" y="142280"/>
                  </a:lnTo>
                  <a:lnTo>
                    <a:pt x="6226547" y="177911"/>
                  </a:lnTo>
                  <a:lnTo>
                    <a:pt x="6254942" y="216266"/>
                  </a:lnTo>
                  <a:lnTo>
                    <a:pt x="6279330" y="257027"/>
                  </a:lnTo>
                  <a:lnTo>
                    <a:pt x="6299580" y="299876"/>
                  </a:lnTo>
                  <a:lnTo>
                    <a:pt x="6315560" y="344494"/>
                  </a:lnTo>
                  <a:lnTo>
                    <a:pt x="6327137" y="390562"/>
                  </a:lnTo>
                  <a:lnTo>
                    <a:pt x="6334180" y="437761"/>
                  </a:lnTo>
                  <a:lnTo>
                    <a:pt x="6336557" y="485773"/>
                  </a:lnTo>
                  <a:lnTo>
                    <a:pt x="6336557" y="1702175"/>
                  </a:lnTo>
                  <a:lnTo>
                    <a:pt x="6334180" y="1750186"/>
                  </a:lnTo>
                  <a:lnTo>
                    <a:pt x="6327137" y="1797386"/>
                  </a:lnTo>
                  <a:lnTo>
                    <a:pt x="6315560" y="1843454"/>
                  </a:lnTo>
                  <a:lnTo>
                    <a:pt x="6299580" y="1888072"/>
                  </a:lnTo>
                  <a:lnTo>
                    <a:pt x="6279330" y="1930921"/>
                  </a:lnTo>
                  <a:lnTo>
                    <a:pt x="6254942" y="1971682"/>
                  </a:lnTo>
                  <a:lnTo>
                    <a:pt x="6226547" y="2010037"/>
                  </a:lnTo>
                  <a:lnTo>
                    <a:pt x="6194278" y="2045669"/>
                  </a:lnTo>
                  <a:lnTo>
                    <a:pt x="6158647" y="2077938"/>
                  </a:lnTo>
                  <a:lnTo>
                    <a:pt x="6120291" y="2106333"/>
                  </a:lnTo>
                  <a:lnTo>
                    <a:pt x="6079530" y="2130721"/>
                  </a:lnTo>
                  <a:lnTo>
                    <a:pt x="6036681" y="2150971"/>
                  </a:lnTo>
                  <a:lnTo>
                    <a:pt x="5992063" y="2166951"/>
                  </a:lnTo>
                  <a:lnTo>
                    <a:pt x="5945995" y="2178528"/>
                  </a:lnTo>
                  <a:lnTo>
                    <a:pt x="5898795" y="2185571"/>
                  </a:lnTo>
                  <a:lnTo>
                    <a:pt x="5850782" y="218794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74" name="Google Shape;374;p3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365668" y="6581155"/>
              <a:ext cx="5934075" cy="183832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75" name="Google Shape;375;p30"/>
          <p:cNvSpPr txBox="1"/>
          <p:nvPr/>
        </p:nvSpPr>
        <p:spPr>
          <a:xfrm>
            <a:off x="1168069" y="5725808"/>
            <a:ext cx="6057900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Count number of students in each city</a:t>
            </a:r>
            <a:endParaRPr sz="2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1"/>
          <p:cNvSpPr txBox="1"/>
          <p:nvPr>
            <p:ph type="title"/>
          </p:nvPr>
        </p:nvSpPr>
        <p:spPr>
          <a:xfrm>
            <a:off x="1027106" y="1059180"/>
            <a:ext cx="3409950" cy="665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Having </a:t>
            </a:r>
            <a:r>
              <a:rPr lang="en-US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Clause</a:t>
            </a:r>
            <a:endParaRPr/>
          </a:p>
        </p:txBody>
      </p:sp>
      <p:grpSp>
        <p:nvGrpSpPr>
          <p:cNvPr id="381" name="Google Shape;381;p31"/>
          <p:cNvGrpSpPr/>
          <p:nvPr/>
        </p:nvGrpSpPr>
        <p:grpSpPr>
          <a:xfrm>
            <a:off x="1028700" y="5382033"/>
            <a:ext cx="5743575" cy="2583180"/>
            <a:chOff x="1028700" y="4696233"/>
            <a:chExt cx="5743575" cy="2583180"/>
          </a:xfrm>
        </p:grpSpPr>
        <p:sp>
          <p:nvSpPr>
            <p:cNvPr id="382" name="Google Shape;382;p31"/>
            <p:cNvSpPr/>
            <p:nvPr/>
          </p:nvSpPr>
          <p:spPr>
            <a:xfrm>
              <a:off x="1028700" y="4696233"/>
              <a:ext cx="5743575" cy="2583180"/>
            </a:xfrm>
            <a:custGeom>
              <a:rect b="b" l="l" r="r" t="t"/>
              <a:pathLst>
                <a:path extrusionOk="0" h="2583179" w="5743575">
                  <a:moveTo>
                    <a:pt x="5257588" y="2582970"/>
                  </a:moveTo>
                  <a:lnTo>
                    <a:pt x="485773" y="2582970"/>
                  </a:lnTo>
                  <a:lnTo>
                    <a:pt x="438991" y="2580746"/>
                  </a:lnTo>
                  <a:lnTo>
                    <a:pt x="393466" y="2574210"/>
                  </a:lnTo>
                  <a:lnTo>
                    <a:pt x="349402" y="2563567"/>
                  </a:lnTo>
                  <a:lnTo>
                    <a:pt x="307004" y="2549018"/>
                  </a:lnTo>
                  <a:lnTo>
                    <a:pt x="266475" y="2530769"/>
                  </a:lnTo>
                  <a:lnTo>
                    <a:pt x="228018" y="2509022"/>
                  </a:lnTo>
                  <a:lnTo>
                    <a:pt x="191838" y="2483981"/>
                  </a:lnTo>
                  <a:lnTo>
                    <a:pt x="158137" y="2455850"/>
                  </a:lnTo>
                  <a:lnTo>
                    <a:pt x="127119" y="2424832"/>
                  </a:lnTo>
                  <a:lnTo>
                    <a:pt x="98988" y="2391131"/>
                  </a:lnTo>
                  <a:lnTo>
                    <a:pt x="73947" y="2354950"/>
                  </a:lnTo>
                  <a:lnTo>
                    <a:pt x="52200" y="2316494"/>
                  </a:lnTo>
                  <a:lnTo>
                    <a:pt x="33951" y="2275965"/>
                  </a:lnTo>
                  <a:lnTo>
                    <a:pt x="19402" y="2233567"/>
                  </a:lnTo>
                  <a:lnTo>
                    <a:pt x="8759" y="2189503"/>
                  </a:lnTo>
                  <a:lnTo>
                    <a:pt x="2223" y="2143978"/>
                  </a:lnTo>
                  <a:lnTo>
                    <a:pt x="0" y="2097195"/>
                  </a:lnTo>
                  <a:lnTo>
                    <a:pt x="0" y="485774"/>
                  </a:lnTo>
                  <a:lnTo>
                    <a:pt x="2223" y="438991"/>
                  </a:lnTo>
                  <a:lnTo>
                    <a:pt x="8759" y="393466"/>
                  </a:lnTo>
                  <a:lnTo>
                    <a:pt x="19402" y="349402"/>
                  </a:lnTo>
                  <a:lnTo>
                    <a:pt x="33951" y="307004"/>
                  </a:lnTo>
                  <a:lnTo>
                    <a:pt x="52200" y="266475"/>
                  </a:lnTo>
                  <a:lnTo>
                    <a:pt x="73947" y="228018"/>
                  </a:lnTo>
                  <a:lnTo>
                    <a:pt x="98988" y="191837"/>
                  </a:lnTo>
                  <a:lnTo>
                    <a:pt x="127119" y="158136"/>
                  </a:lnTo>
                  <a:lnTo>
                    <a:pt x="158137" y="127119"/>
                  </a:lnTo>
                  <a:lnTo>
                    <a:pt x="191838" y="98987"/>
                  </a:lnTo>
                  <a:lnTo>
                    <a:pt x="228018" y="73947"/>
                  </a:lnTo>
                  <a:lnTo>
                    <a:pt x="266475" y="52200"/>
                  </a:lnTo>
                  <a:lnTo>
                    <a:pt x="307004" y="33950"/>
                  </a:lnTo>
                  <a:lnTo>
                    <a:pt x="349402" y="19402"/>
                  </a:lnTo>
                  <a:lnTo>
                    <a:pt x="393466" y="8758"/>
                  </a:lnTo>
                  <a:lnTo>
                    <a:pt x="438991" y="2223"/>
                  </a:lnTo>
                  <a:lnTo>
                    <a:pt x="485768" y="0"/>
                  </a:lnTo>
                  <a:lnTo>
                    <a:pt x="5257594" y="0"/>
                  </a:lnTo>
                  <a:lnTo>
                    <a:pt x="5304371" y="2223"/>
                  </a:lnTo>
                  <a:lnTo>
                    <a:pt x="5349896" y="8758"/>
                  </a:lnTo>
                  <a:lnTo>
                    <a:pt x="5393959" y="19402"/>
                  </a:lnTo>
                  <a:lnTo>
                    <a:pt x="5436357" y="33950"/>
                  </a:lnTo>
                  <a:lnTo>
                    <a:pt x="5476886" y="52200"/>
                  </a:lnTo>
                  <a:lnTo>
                    <a:pt x="5515343" y="73947"/>
                  </a:lnTo>
                  <a:lnTo>
                    <a:pt x="5551524" y="98987"/>
                  </a:lnTo>
                  <a:lnTo>
                    <a:pt x="5585225" y="127119"/>
                  </a:lnTo>
                  <a:lnTo>
                    <a:pt x="5616243" y="158136"/>
                  </a:lnTo>
                  <a:lnTo>
                    <a:pt x="5644374" y="191837"/>
                  </a:lnTo>
                  <a:lnTo>
                    <a:pt x="5669415" y="228018"/>
                  </a:lnTo>
                  <a:lnTo>
                    <a:pt x="5691161" y="266475"/>
                  </a:lnTo>
                  <a:lnTo>
                    <a:pt x="5709411" y="307004"/>
                  </a:lnTo>
                  <a:lnTo>
                    <a:pt x="5723959" y="349402"/>
                  </a:lnTo>
                  <a:lnTo>
                    <a:pt x="5734603" y="393466"/>
                  </a:lnTo>
                  <a:lnTo>
                    <a:pt x="5741138" y="438991"/>
                  </a:lnTo>
                  <a:lnTo>
                    <a:pt x="5743362" y="485774"/>
                  </a:lnTo>
                  <a:lnTo>
                    <a:pt x="5743362" y="2097195"/>
                  </a:lnTo>
                  <a:lnTo>
                    <a:pt x="5741138" y="2143978"/>
                  </a:lnTo>
                  <a:lnTo>
                    <a:pt x="5734603" y="2189503"/>
                  </a:lnTo>
                  <a:lnTo>
                    <a:pt x="5723959" y="2233567"/>
                  </a:lnTo>
                  <a:lnTo>
                    <a:pt x="5709411" y="2275965"/>
                  </a:lnTo>
                  <a:lnTo>
                    <a:pt x="5691161" y="2316494"/>
                  </a:lnTo>
                  <a:lnTo>
                    <a:pt x="5669415" y="2354950"/>
                  </a:lnTo>
                  <a:lnTo>
                    <a:pt x="5644374" y="2391131"/>
                  </a:lnTo>
                  <a:lnTo>
                    <a:pt x="5616243" y="2424832"/>
                  </a:lnTo>
                  <a:lnTo>
                    <a:pt x="5585225" y="2455850"/>
                  </a:lnTo>
                  <a:lnTo>
                    <a:pt x="5551524" y="2483981"/>
                  </a:lnTo>
                  <a:lnTo>
                    <a:pt x="5515343" y="2509022"/>
                  </a:lnTo>
                  <a:lnTo>
                    <a:pt x="5476886" y="2530769"/>
                  </a:lnTo>
                  <a:lnTo>
                    <a:pt x="5436357" y="2549018"/>
                  </a:lnTo>
                  <a:lnTo>
                    <a:pt x="5393959" y="2563567"/>
                  </a:lnTo>
                  <a:lnTo>
                    <a:pt x="5349896" y="2574210"/>
                  </a:lnTo>
                  <a:lnTo>
                    <a:pt x="5304371" y="2580746"/>
                  </a:lnTo>
                  <a:lnTo>
                    <a:pt x="5257588" y="258297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83" name="Google Shape;383;p3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11596" y="4939969"/>
              <a:ext cx="5353049" cy="214312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84" name="Google Shape;384;p31"/>
          <p:cNvSpPr txBox="1"/>
          <p:nvPr/>
        </p:nvSpPr>
        <p:spPr>
          <a:xfrm>
            <a:off x="1016000" y="1983318"/>
            <a:ext cx="10452735" cy="24136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23495" marR="1286510" rtl="0" algn="l">
              <a:lnSpc>
                <a:spcPct val="116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Similar to Where i.e. applies some condition on rows.  Used when we want to apply any </a:t>
            </a:r>
            <a:r>
              <a:rPr b="1" lang="en-US" sz="280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condition after grouping</a:t>
            </a:r>
            <a:r>
              <a:rPr b="1" lang="en-US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t/>
            </a:r>
            <a:endParaRPr sz="3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Count number of students in each city where max marks cross 90.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2"/>
          <p:cNvSpPr txBox="1"/>
          <p:nvPr>
            <p:ph type="title"/>
          </p:nvPr>
        </p:nvSpPr>
        <p:spPr>
          <a:xfrm>
            <a:off x="1027106" y="1059181"/>
            <a:ext cx="3455035" cy="665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General Order</a:t>
            </a:r>
            <a:endParaRPr/>
          </a:p>
        </p:txBody>
      </p:sp>
      <p:sp>
        <p:nvSpPr>
          <p:cNvPr id="390" name="Google Shape;390;p32"/>
          <p:cNvSpPr txBox="1"/>
          <p:nvPr/>
        </p:nvSpPr>
        <p:spPr>
          <a:xfrm>
            <a:off x="1027106" y="2451039"/>
            <a:ext cx="4800600" cy="408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1001394" rtl="0" algn="l">
              <a:lnSpc>
                <a:spcPct val="138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A69EF1"/>
                </a:solidFill>
                <a:latin typeface="Arial"/>
                <a:ea typeface="Arial"/>
                <a:cs typeface="Arial"/>
                <a:sym typeface="Arial"/>
              </a:rPr>
              <a:t>SELECT	</a:t>
            </a:r>
            <a:r>
              <a:rPr i="1" lang="en-US"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column(s)  </a:t>
            </a:r>
            <a:r>
              <a:rPr b="1" lang="en-US" sz="3200">
                <a:solidFill>
                  <a:srgbClr val="A69EF1"/>
                </a:solidFill>
                <a:latin typeface="Arial"/>
                <a:ea typeface="Arial"/>
                <a:cs typeface="Arial"/>
                <a:sym typeface="Arial"/>
              </a:rPr>
              <a:t>FROM </a:t>
            </a:r>
            <a:r>
              <a:rPr i="1" lang="en-US"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table_name  </a:t>
            </a:r>
            <a:r>
              <a:rPr b="1" lang="en-US" sz="3200">
                <a:solidFill>
                  <a:srgbClr val="A69EF1"/>
                </a:solidFill>
                <a:latin typeface="Arial"/>
                <a:ea typeface="Arial"/>
                <a:cs typeface="Arial"/>
                <a:sym typeface="Arial"/>
              </a:rPr>
              <a:t>WHERE </a:t>
            </a:r>
            <a:r>
              <a:rPr i="1" lang="en-US"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condition  </a:t>
            </a:r>
            <a:r>
              <a:rPr b="1" lang="en-US" sz="3200">
                <a:solidFill>
                  <a:srgbClr val="A69EF1"/>
                </a:solidFill>
                <a:latin typeface="Arial"/>
                <a:ea typeface="Arial"/>
                <a:cs typeface="Arial"/>
                <a:sym typeface="Arial"/>
              </a:rPr>
              <a:t>GROUP BY </a:t>
            </a:r>
            <a:r>
              <a:rPr i="1" lang="en-US"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column(s)  </a:t>
            </a:r>
            <a:r>
              <a:rPr b="1" lang="en-US" sz="3200">
                <a:solidFill>
                  <a:srgbClr val="A69EF1"/>
                </a:solidFill>
                <a:latin typeface="Arial"/>
                <a:ea typeface="Arial"/>
                <a:cs typeface="Arial"/>
                <a:sym typeface="Arial"/>
              </a:rPr>
              <a:t>HAVING </a:t>
            </a:r>
            <a:r>
              <a:rPr i="1" lang="en-US"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condition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485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A69EF1"/>
                </a:solidFill>
                <a:latin typeface="Arial"/>
                <a:ea typeface="Arial"/>
                <a:cs typeface="Arial"/>
                <a:sym typeface="Arial"/>
              </a:rPr>
              <a:t>ORDER BY </a:t>
            </a:r>
            <a:r>
              <a:rPr i="1" lang="en-US"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column(s) </a:t>
            </a:r>
            <a:r>
              <a:rPr b="1" lang="en-US" sz="3200">
                <a:solidFill>
                  <a:srgbClr val="A69EF1"/>
                </a:solidFill>
                <a:latin typeface="Arial"/>
                <a:ea typeface="Arial"/>
                <a:cs typeface="Arial"/>
                <a:sym typeface="Arial"/>
              </a:rPr>
              <a:t>ASC</a:t>
            </a:r>
            <a:r>
              <a:rPr b="1" i="1" lang="en-US"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3"/>
          <p:cNvSpPr txBox="1"/>
          <p:nvPr>
            <p:ph type="title"/>
          </p:nvPr>
        </p:nvSpPr>
        <p:spPr>
          <a:xfrm>
            <a:off x="1027106" y="1059177"/>
            <a:ext cx="5151120" cy="665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Table </a:t>
            </a:r>
            <a:r>
              <a:rPr lang="en-US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related Queries</a:t>
            </a:r>
            <a:endParaRPr/>
          </a:p>
        </p:txBody>
      </p:sp>
      <p:grpSp>
        <p:nvGrpSpPr>
          <p:cNvPr id="396" name="Google Shape;396;p33"/>
          <p:cNvGrpSpPr/>
          <p:nvPr/>
        </p:nvGrpSpPr>
        <p:grpSpPr>
          <a:xfrm>
            <a:off x="1028700" y="5806648"/>
            <a:ext cx="5031740" cy="2136140"/>
            <a:chOff x="1028700" y="5806648"/>
            <a:chExt cx="5031740" cy="2136140"/>
          </a:xfrm>
        </p:grpSpPr>
        <p:sp>
          <p:nvSpPr>
            <p:cNvPr id="397" name="Google Shape;397;p33"/>
            <p:cNvSpPr/>
            <p:nvPr/>
          </p:nvSpPr>
          <p:spPr>
            <a:xfrm>
              <a:off x="1028700" y="5806648"/>
              <a:ext cx="5031740" cy="2136140"/>
            </a:xfrm>
            <a:custGeom>
              <a:rect b="b" l="l" r="r" t="t"/>
              <a:pathLst>
                <a:path extrusionOk="0" h="2136140" w="5031740">
                  <a:moveTo>
                    <a:pt x="4545360" y="2135944"/>
                  </a:moveTo>
                  <a:lnTo>
                    <a:pt x="485774" y="2135944"/>
                  </a:lnTo>
                  <a:lnTo>
                    <a:pt x="437762" y="2133567"/>
                  </a:lnTo>
                  <a:lnTo>
                    <a:pt x="390562" y="2126524"/>
                  </a:lnTo>
                  <a:lnTo>
                    <a:pt x="344494" y="2114946"/>
                  </a:lnTo>
                  <a:lnTo>
                    <a:pt x="299876" y="2098966"/>
                  </a:lnTo>
                  <a:lnTo>
                    <a:pt x="257028" y="2078716"/>
                  </a:lnTo>
                  <a:lnTo>
                    <a:pt x="216266" y="2054328"/>
                  </a:lnTo>
                  <a:lnTo>
                    <a:pt x="177911" y="2025933"/>
                  </a:lnTo>
                  <a:lnTo>
                    <a:pt x="142280" y="1993663"/>
                  </a:lnTo>
                  <a:lnTo>
                    <a:pt x="110010" y="1958033"/>
                  </a:lnTo>
                  <a:lnTo>
                    <a:pt x="81615" y="1919677"/>
                  </a:lnTo>
                  <a:lnTo>
                    <a:pt x="57227" y="1878916"/>
                  </a:lnTo>
                  <a:lnTo>
                    <a:pt x="36977" y="1836067"/>
                  </a:lnTo>
                  <a:lnTo>
                    <a:pt x="20997" y="1791449"/>
                  </a:lnTo>
                  <a:lnTo>
                    <a:pt x="9420" y="1745381"/>
                  </a:lnTo>
                  <a:lnTo>
                    <a:pt x="2377" y="1698182"/>
                  </a:lnTo>
                  <a:lnTo>
                    <a:pt x="0" y="1650169"/>
                  </a:lnTo>
                  <a:lnTo>
                    <a:pt x="0" y="485774"/>
                  </a:lnTo>
                  <a:lnTo>
                    <a:pt x="2377" y="437761"/>
                  </a:lnTo>
                  <a:lnTo>
                    <a:pt x="9420" y="390562"/>
                  </a:lnTo>
                  <a:lnTo>
                    <a:pt x="20997" y="344494"/>
                  </a:lnTo>
                  <a:lnTo>
                    <a:pt x="36977" y="299876"/>
                  </a:lnTo>
                  <a:lnTo>
                    <a:pt x="57227" y="257027"/>
                  </a:lnTo>
                  <a:lnTo>
                    <a:pt x="81615" y="216266"/>
                  </a:lnTo>
                  <a:lnTo>
                    <a:pt x="110010" y="177911"/>
                  </a:lnTo>
                  <a:lnTo>
                    <a:pt x="142280" y="142280"/>
                  </a:lnTo>
                  <a:lnTo>
                    <a:pt x="177911" y="110010"/>
                  </a:lnTo>
                  <a:lnTo>
                    <a:pt x="216266" y="81615"/>
                  </a:lnTo>
                  <a:lnTo>
                    <a:pt x="257028" y="57227"/>
                  </a:lnTo>
                  <a:lnTo>
                    <a:pt x="299876" y="36977"/>
                  </a:lnTo>
                  <a:lnTo>
                    <a:pt x="344494" y="20997"/>
                  </a:lnTo>
                  <a:lnTo>
                    <a:pt x="390562" y="9420"/>
                  </a:lnTo>
                  <a:lnTo>
                    <a:pt x="437762" y="2377"/>
                  </a:lnTo>
                  <a:lnTo>
                    <a:pt x="485774" y="0"/>
                  </a:lnTo>
                  <a:lnTo>
                    <a:pt x="4545360" y="0"/>
                  </a:lnTo>
                  <a:lnTo>
                    <a:pt x="4593373" y="2377"/>
                  </a:lnTo>
                  <a:lnTo>
                    <a:pt x="4640573" y="9420"/>
                  </a:lnTo>
                  <a:lnTo>
                    <a:pt x="4686640" y="20997"/>
                  </a:lnTo>
                  <a:lnTo>
                    <a:pt x="4731258" y="36977"/>
                  </a:lnTo>
                  <a:lnTo>
                    <a:pt x="4774107" y="57227"/>
                  </a:lnTo>
                  <a:lnTo>
                    <a:pt x="4814868" y="81615"/>
                  </a:lnTo>
                  <a:lnTo>
                    <a:pt x="4853223" y="110010"/>
                  </a:lnTo>
                  <a:lnTo>
                    <a:pt x="4888854" y="142280"/>
                  </a:lnTo>
                  <a:lnTo>
                    <a:pt x="4921124" y="177911"/>
                  </a:lnTo>
                  <a:lnTo>
                    <a:pt x="4949519" y="216266"/>
                  </a:lnTo>
                  <a:lnTo>
                    <a:pt x="4973907" y="257027"/>
                  </a:lnTo>
                  <a:lnTo>
                    <a:pt x="4994157" y="299876"/>
                  </a:lnTo>
                  <a:lnTo>
                    <a:pt x="5010137" y="344494"/>
                  </a:lnTo>
                  <a:lnTo>
                    <a:pt x="5021714" y="390562"/>
                  </a:lnTo>
                  <a:lnTo>
                    <a:pt x="5028758" y="437761"/>
                  </a:lnTo>
                  <a:lnTo>
                    <a:pt x="5031135" y="485774"/>
                  </a:lnTo>
                  <a:lnTo>
                    <a:pt x="5031135" y="1650169"/>
                  </a:lnTo>
                  <a:lnTo>
                    <a:pt x="5028758" y="1698182"/>
                  </a:lnTo>
                  <a:lnTo>
                    <a:pt x="5021714" y="1745381"/>
                  </a:lnTo>
                  <a:lnTo>
                    <a:pt x="5010137" y="1791449"/>
                  </a:lnTo>
                  <a:lnTo>
                    <a:pt x="4994157" y="1836067"/>
                  </a:lnTo>
                  <a:lnTo>
                    <a:pt x="4973907" y="1878916"/>
                  </a:lnTo>
                  <a:lnTo>
                    <a:pt x="4949519" y="1919677"/>
                  </a:lnTo>
                  <a:lnTo>
                    <a:pt x="4921124" y="1958033"/>
                  </a:lnTo>
                  <a:lnTo>
                    <a:pt x="4888854" y="1993663"/>
                  </a:lnTo>
                  <a:lnTo>
                    <a:pt x="4853223" y="2025933"/>
                  </a:lnTo>
                  <a:lnTo>
                    <a:pt x="4814868" y="2054328"/>
                  </a:lnTo>
                  <a:lnTo>
                    <a:pt x="4774107" y="2078716"/>
                  </a:lnTo>
                  <a:lnTo>
                    <a:pt x="4731258" y="2098966"/>
                  </a:lnTo>
                  <a:lnTo>
                    <a:pt x="4686640" y="2114946"/>
                  </a:lnTo>
                  <a:lnTo>
                    <a:pt x="4640573" y="2126524"/>
                  </a:lnTo>
                  <a:lnTo>
                    <a:pt x="4593373" y="2133567"/>
                  </a:lnTo>
                  <a:lnTo>
                    <a:pt x="4545360" y="213594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98" name="Google Shape;398;p3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63948" y="5962745"/>
              <a:ext cx="4562474" cy="183832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99" name="Google Shape;399;p33"/>
          <p:cNvSpPr txBox="1"/>
          <p:nvPr/>
        </p:nvSpPr>
        <p:spPr>
          <a:xfrm>
            <a:off x="1027106" y="2024221"/>
            <a:ext cx="5120005" cy="270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Update </a:t>
            </a:r>
            <a:r>
              <a:rPr b="1" lang="en-US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(to update existing rows)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None/>
            </a:pPr>
            <a:r>
              <a:t/>
            </a:r>
            <a:endParaRPr sz="4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A69EF1"/>
                </a:solidFill>
                <a:latin typeface="Arial"/>
                <a:ea typeface="Arial"/>
                <a:cs typeface="Arial"/>
                <a:sym typeface="Arial"/>
              </a:rPr>
              <a:t>UPDATE </a:t>
            </a:r>
            <a:r>
              <a:rPr i="1" lang="en-US"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table_name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585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A69EF1"/>
                </a:solidFill>
                <a:latin typeface="Arial"/>
                <a:ea typeface="Arial"/>
                <a:cs typeface="Arial"/>
                <a:sym typeface="Arial"/>
              </a:rPr>
              <a:t>SET </a:t>
            </a:r>
            <a:r>
              <a:rPr i="1" lang="en-US"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col1 = val1, col2 = val2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585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A69EF1"/>
                </a:solidFill>
                <a:latin typeface="Arial"/>
                <a:ea typeface="Arial"/>
                <a:cs typeface="Arial"/>
                <a:sym typeface="Arial"/>
              </a:rPr>
              <a:t>WHERE </a:t>
            </a:r>
            <a:r>
              <a:rPr i="1" lang="en-US"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condition;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34"/>
          <p:cNvSpPr txBox="1"/>
          <p:nvPr>
            <p:ph type="title"/>
          </p:nvPr>
        </p:nvSpPr>
        <p:spPr>
          <a:xfrm>
            <a:off x="1027106" y="1059181"/>
            <a:ext cx="5151120" cy="665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Table </a:t>
            </a:r>
            <a:r>
              <a:rPr lang="en-US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related Queries</a:t>
            </a:r>
            <a:endParaRPr/>
          </a:p>
        </p:txBody>
      </p:sp>
      <p:grpSp>
        <p:nvGrpSpPr>
          <p:cNvPr id="405" name="Google Shape;405;p34"/>
          <p:cNvGrpSpPr/>
          <p:nvPr/>
        </p:nvGrpSpPr>
        <p:grpSpPr>
          <a:xfrm>
            <a:off x="1028700" y="5806648"/>
            <a:ext cx="5031740" cy="1611630"/>
            <a:chOff x="1028700" y="5806648"/>
            <a:chExt cx="5031740" cy="1611630"/>
          </a:xfrm>
        </p:grpSpPr>
        <p:sp>
          <p:nvSpPr>
            <p:cNvPr id="406" name="Google Shape;406;p34"/>
            <p:cNvSpPr/>
            <p:nvPr/>
          </p:nvSpPr>
          <p:spPr>
            <a:xfrm>
              <a:off x="1028700" y="5806648"/>
              <a:ext cx="5031740" cy="1611630"/>
            </a:xfrm>
            <a:custGeom>
              <a:rect b="b" l="l" r="r" t="t"/>
              <a:pathLst>
                <a:path extrusionOk="0" h="1611629" w="5031740">
                  <a:moveTo>
                    <a:pt x="4545360" y="1611030"/>
                  </a:moveTo>
                  <a:lnTo>
                    <a:pt x="485774" y="1611030"/>
                  </a:lnTo>
                  <a:lnTo>
                    <a:pt x="437762" y="1608653"/>
                  </a:lnTo>
                  <a:lnTo>
                    <a:pt x="390562" y="1601610"/>
                  </a:lnTo>
                  <a:lnTo>
                    <a:pt x="344494" y="1590033"/>
                  </a:lnTo>
                  <a:lnTo>
                    <a:pt x="299876" y="1574053"/>
                  </a:lnTo>
                  <a:lnTo>
                    <a:pt x="257028" y="1553803"/>
                  </a:lnTo>
                  <a:lnTo>
                    <a:pt x="216266" y="1529414"/>
                  </a:lnTo>
                  <a:lnTo>
                    <a:pt x="177911" y="1501019"/>
                  </a:lnTo>
                  <a:lnTo>
                    <a:pt x="142280" y="1468750"/>
                  </a:lnTo>
                  <a:lnTo>
                    <a:pt x="110010" y="1433119"/>
                  </a:lnTo>
                  <a:lnTo>
                    <a:pt x="81615" y="1394763"/>
                  </a:lnTo>
                  <a:lnTo>
                    <a:pt x="57227" y="1354002"/>
                  </a:lnTo>
                  <a:lnTo>
                    <a:pt x="36977" y="1311153"/>
                  </a:lnTo>
                  <a:lnTo>
                    <a:pt x="20997" y="1266535"/>
                  </a:lnTo>
                  <a:lnTo>
                    <a:pt x="9420" y="1220468"/>
                  </a:lnTo>
                  <a:lnTo>
                    <a:pt x="2377" y="1173268"/>
                  </a:lnTo>
                  <a:lnTo>
                    <a:pt x="0" y="1125256"/>
                  </a:lnTo>
                  <a:lnTo>
                    <a:pt x="0" y="485774"/>
                  </a:lnTo>
                  <a:lnTo>
                    <a:pt x="2377" y="437761"/>
                  </a:lnTo>
                  <a:lnTo>
                    <a:pt x="9420" y="390562"/>
                  </a:lnTo>
                  <a:lnTo>
                    <a:pt x="20997" y="344494"/>
                  </a:lnTo>
                  <a:lnTo>
                    <a:pt x="36977" y="299876"/>
                  </a:lnTo>
                  <a:lnTo>
                    <a:pt x="57227" y="257027"/>
                  </a:lnTo>
                  <a:lnTo>
                    <a:pt x="81615" y="216266"/>
                  </a:lnTo>
                  <a:lnTo>
                    <a:pt x="110010" y="177911"/>
                  </a:lnTo>
                  <a:lnTo>
                    <a:pt x="142280" y="142280"/>
                  </a:lnTo>
                  <a:lnTo>
                    <a:pt x="177911" y="110010"/>
                  </a:lnTo>
                  <a:lnTo>
                    <a:pt x="216266" y="81615"/>
                  </a:lnTo>
                  <a:lnTo>
                    <a:pt x="257028" y="57227"/>
                  </a:lnTo>
                  <a:lnTo>
                    <a:pt x="299876" y="36977"/>
                  </a:lnTo>
                  <a:lnTo>
                    <a:pt x="344494" y="20997"/>
                  </a:lnTo>
                  <a:lnTo>
                    <a:pt x="390562" y="9420"/>
                  </a:lnTo>
                  <a:lnTo>
                    <a:pt x="437762" y="2377"/>
                  </a:lnTo>
                  <a:lnTo>
                    <a:pt x="485774" y="0"/>
                  </a:lnTo>
                  <a:lnTo>
                    <a:pt x="4545360" y="0"/>
                  </a:lnTo>
                  <a:lnTo>
                    <a:pt x="4593373" y="2377"/>
                  </a:lnTo>
                  <a:lnTo>
                    <a:pt x="4640572" y="9420"/>
                  </a:lnTo>
                  <a:lnTo>
                    <a:pt x="4686640" y="20997"/>
                  </a:lnTo>
                  <a:lnTo>
                    <a:pt x="4731258" y="36977"/>
                  </a:lnTo>
                  <a:lnTo>
                    <a:pt x="4774107" y="57227"/>
                  </a:lnTo>
                  <a:lnTo>
                    <a:pt x="4814868" y="81615"/>
                  </a:lnTo>
                  <a:lnTo>
                    <a:pt x="4853223" y="110010"/>
                  </a:lnTo>
                  <a:lnTo>
                    <a:pt x="4888854" y="142280"/>
                  </a:lnTo>
                  <a:lnTo>
                    <a:pt x="4921124" y="177911"/>
                  </a:lnTo>
                  <a:lnTo>
                    <a:pt x="4949519" y="216266"/>
                  </a:lnTo>
                  <a:lnTo>
                    <a:pt x="4973907" y="257027"/>
                  </a:lnTo>
                  <a:lnTo>
                    <a:pt x="4994157" y="299876"/>
                  </a:lnTo>
                  <a:lnTo>
                    <a:pt x="5010137" y="344494"/>
                  </a:lnTo>
                  <a:lnTo>
                    <a:pt x="5021714" y="390562"/>
                  </a:lnTo>
                  <a:lnTo>
                    <a:pt x="5028758" y="437761"/>
                  </a:lnTo>
                  <a:lnTo>
                    <a:pt x="5031135" y="485774"/>
                  </a:lnTo>
                  <a:lnTo>
                    <a:pt x="5031135" y="1125256"/>
                  </a:lnTo>
                  <a:lnTo>
                    <a:pt x="5028758" y="1173268"/>
                  </a:lnTo>
                  <a:lnTo>
                    <a:pt x="5021714" y="1220468"/>
                  </a:lnTo>
                  <a:lnTo>
                    <a:pt x="5010137" y="1266535"/>
                  </a:lnTo>
                  <a:lnTo>
                    <a:pt x="4994157" y="1311153"/>
                  </a:lnTo>
                  <a:lnTo>
                    <a:pt x="4973907" y="1354002"/>
                  </a:lnTo>
                  <a:lnTo>
                    <a:pt x="4949519" y="1394763"/>
                  </a:lnTo>
                  <a:lnTo>
                    <a:pt x="4921124" y="1433119"/>
                  </a:lnTo>
                  <a:lnTo>
                    <a:pt x="4888854" y="1468750"/>
                  </a:lnTo>
                  <a:lnTo>
                    <a:pt x="4853223" y="1501019"/>
                  </a:lnTo>
                  <a:lnTo>
                    <a:pt x="4814868" y="1529414"/>
                  </a:lnTo>
                  <a:lnTo>
                    <a:pt x="4774107" y="1553803"/>
                  </a:lnTo>
                  <a:lnTo>
                    <a:pt x="4731258" y="1574053"/>
                  </a:lnTo>
                  <a:lnTo>
                    <a:pt x="4686640" y="1590033"/>
                  </a:lnTo>
                  <a:lnTo>
                    <a:pt x="4640572" y="1601610"/>
                  </a:lnTo>
                  <a:lnTo>
                    <a:pt x="4593373" y="1608653"/>
                  </a:lnTo>
                  <a:lnTo>
                    <a:pt x="4545360" y="161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407" name="Google Shape;407;p3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5914" y="6014230"/>
              <a:ext cx="4533899" cy="120014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08" name="Google Shape;408;p34"/>
          <p:cNvSpPr txBox="1"/>
          <p:nvPr/>
        </p:nvSpPr>
        <p:spPr>
          <a:xfrm>
            <a:off x="1027106" y="2024226"/>
            <a:ext cx="4974590" cy="2268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Delete </a:t>
            </a:r>
            <a:r>
              <a:rPr b="1" lang="en-US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(to delete existing rows)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224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A69EF1"/>
                </a:solidFill>
                <a:latin typeface="Arial"/>
                <a:ea typeface="Arial"/>
                <a:cs typeface="Arial"/>
                <a:sym typeface="Arial"/>
              </a:rPr>
              <a:t>DELETE FROM </a:t>
            </a:r>
            <a:r>
              <a:rPr i="1" lang="en-US"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table_name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585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A69EF1"/>
                </a:solidFill>
                <a:latin typeface="Arial"/>
                <a:ea typeface="Arial"/>
                <a:cs typeface="Arial"/>
                <a:sym typeface="Arial"/>
              </a:rPr>
              <a:t>WHERE </a:t>
            </a:r>
            <a:r>
              <a:rPr i="1" lang="en-US"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condition;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35"/>
          <p:cNvSpPr txBox="1"/>
          <p:nvPr>
            <p:ph type="title"/>
          </p:nvPr>
        </p:nvSpPr>
        <p:spPr>
          <a:xfrm>
            <a:off x="1027106" y="1059180"/>
            <a:ext cx="4120515" cy="665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Cascading for FK</a:t>
            </a:r>
            <a:endParaRPr/>
          </a:p>
        </p:txBody>
      </p:sp>
      <p:grpSp>
        <p:nvGrpSpPr>
          <p:cNvPr id="414" name="Google Shape;414;p35"/>
          <p:cNvGrpSpPr/>
          <p:nvPr/>
        </p:nvGrpSpPr>
        <p:grpSpPr>
          <a:xfrm>
            <a:off x="1108619" y="6609220"/>
            <a:ext cx="8075930" cy="3242310"/>
            <a:chOff x="1108619" y="6228220"/>
            <a:chExt cx="8075930" cy="3242310"/>
          </a:xfrm>
        </p:grpSpPr>
        <p:sp>
          <p:nvSpPr>
            <p:cNvPr id="415" name="Google Shape;415;p35"/>
            <p:cNvSpPr/>
            <p:nvPr/>
          </p:nvSpPr>
          <p:spPr>
            <a:xfrm>
              <a:off x="1108619" y="6228220"/>
              <a:ext cx="8075930" cy="3242310"/>
            </a:xfrm>
            <a:custGeom>
              <a:rect b="b" l="l" r="r" t="t"/>
              <a:pathLst>
                <a:path extrusionOk="0" h="3242309" w="8075930">
                  <a:moveTo>
                    <a:pt x="7589861" y="3241909"/>
                  </a:moveTo>
                  <a:lnTo>
                    <a:pt x="485774" y="3241909"/>
                  </a:lnTo>
                  <a:lnTo>
                    <a:pt x="437762" y="3239532"/>
                  </a:lnTo>
                  <a:lnTo>
                    <a:pt x="390562" y="3232488"/>
                  </a:lnTo>
                  <a:lnTo>
                    <a:pt x="344494" y="3220911"/>
                  </a:lnTo>
                  <a:lnTo>
                    <a:pt x="299876" y="3204931"/>
                  </a:lnTo>
                  <a:lnTo>
                    <a:pt x="257028" y="3184682"/>
                  </a:lnTo>
                  <a:lnTo>
                    <a:pt x="216266" y="3160293"/>
                  </a:lnTo>
                  <a:lnTo>
                    <a:pt x="177911" y="3131898"/>
                  </a:lnTo>
                  <a:lnTo>
                    <a:pt x="142280" y="3099629"/>
                  </a:lnTo>
                  <a:lnTo>
                    <a:pt x="110010" y="3063998"/>
                  </a:lnTo>
                  <a:lnTo>
                    <a:pt x="81615" y="3025642"/>
                  </a:lnTo>
                  <a:lnTo>
                    <a:pt x="57227" y="2984881"/>
                  </a:lnTo>
                  <a:lnTo>
                    <a:pt x="36977" y="2942032"/>
                  </a:lnTo>
                  <a:lnTo>
                    <a:pt x="20997" y="2897414"/>
                  </a:lnTo>
                  <a:lnTo>
                    <a:pt x="9420" y="2851346"/>
                  </a:lnTo>
                  <a:lnTo>
                    <a:pt x="2377" y="2804147"/>
                  </a:lnTo>
                  <a:lnTo>
                    <a:pt x="0" y="2756134"/>
                  </a:lnTo>
                  <a:lnTo>
                    <a:pt x="0" y="485774"/>
                  </a:lnTo>
                  <a:lnTo>
                    <a:pt x="2377" y="437762"/>
                  </a:lnTo>
                  <a:lnTo>
                    <a:pt x="9420" y="390562"/>
                  </a:lnTo>
                  <a:lnTo>
                    <a:pt x="20997" y="344494"/>
                  </a:lnTo>
                  <a:lnTo>
                    <a:pt x="36977" y="299877"/>
                  </a:lnTo>
                  <a:lnTo>
                    <a:pt x="57227" y="257028"/>
                  </a:lnTo>
                  <a:lnTo>
                    <a:pt x="81615" y="216266"/>
                  </a:lnTo>
                  <a:lnTo>
                    <a:pt x="110010" y="177911"/>
                  </a:lnTo>
                  <a:lnTo>
                    <a:pt x="142280" y="142280"/>
                  </a:lnTo>
                  <a:lnTo>
                    <a:pt x="177911" y="110011"/>
                  </a:lnTo>
                  <a:lnTo>
                    <a:pt x="216266" y="81616"/>
                  </a:lnTo>
                  <a:lnTo>
                    <a:pt x="257028" y="57227"/>
                  </a:lnTo>
                  <a:lnTo>
                    <a:pt x="299876" y="36977"/>
                  </a:lnTo>
                  <a:lnTo>
                    <a:pt x="344494" y="20997"/>
                  </a:lnTo>
                  <a:lnTo>
                    <a:pt x="390562" y="9420"/>
                  </a:lnTo>
                  <a:lnTo>
                    <a:pt x="437762" y="2377"/>
                  </a:lnTo>
                  <a:lnTo>
                    <a:pt x="485774" y="0"/>
                  </a:lnTo>
                  <a:lnTo>
                    <a:pt x="7589861" y="0"/>
                  </a:lnTo>
                  <a:lnTo>
                    <a:pt x="7637874" y="2377"/>
                  </a:lnTo>
                  <a:lnTo>
                    <a:pt x="7685074" y="9420"/>
                  </a:lnTo>
                  <a:lnTo>
                    <a:pt x="7731141" y="20997"/>
                  </a:lnTo>
                  <a:lnTo>
                    <a:pt x="7775759" y="36977"/>
                  </a:lnTo>
                  <a:lnTo>
                    <a:pt x="7818607" y="57227"/>
                  </a:lnTo>
                  <a:lnTo>
                    <a:pt x="7859368" y="81616"/>
                  </a:lnTo>
                  <a:lnTo>
                    <a:pt x="7897724" y="110011"/>
                  </a:lnTo>
                  <a:lnTo>
                    <a:pt x="7933355" y="142280"/>
                  </a:lnTo>
                  <a:lnTo>
                    <a:pt x="7965624" y="177911"/>
                  </a:lnTo>
                  <a:lnTo>
                    <a:pt x="7994019" y="216266"/>
                  </a:lnTo>
                  <a:lnTo>
                    <a:pt x="8018408" y="257028"/>
                  </a:lnTo>
                  <a:lnTo>
                    <a:pt x="8038658" y="299877"/>
                  </a:lnTo>
                  <a:lnTo>
                    <a:pt x="8054638" y="344494"/>
                  </a:lnTo>
                  <a:lnTo>
                    <a:pt x="8066215" y="390562"/>
                  </a:lnTo>
                  <a:lnTo>
                    <a:pt x="8073259" y="437762"/>
                  </a:lnTo>
                  <a:lnTo>
                    <a:pt x="8075636" y="485774"/>
                  </a:lnTo>
                  <a:lnTo>
                    <a:pt x="8075636" y="2756134"/>
                  </a:lnTo>
                  <a:lnTo>
                    <a:pt x="8073259" y="2804147"/>
                  </a:lnTo>
                  <a:lnTo>
                    <a:pt x="8066215" y="2851346"/>
                  </a:lnTo>
                  <a:lnTo>
                    <a:pt x="8054638" y="2897414"/>
                  </a:lnTo>
                  <a:lnTo>
                    <a:pt x="8038658" y="2942032"/>
                  </a:lnTo>
                  <a:lnTo>
                    <a:pt x="8018408" y="2984881"/>
                  </a:lnTo>
                  <a:lnTo>
                    <a:pt x="7994019" y="3025642"/>
                  </a:lnTo>
                  <a:lnTo>
                    <a:pt x="7965624" y="3063998"/>
                  </a:lnTo>
                  <a:lnTo>
                    <a:pt x="7933355" y="3099629"/>
                  </a:lnTo>
                  <a:lnTo>
                    <a:pt x="7897724" y="3131898"/>
                  </a:lnTo>
                  <a:lnTo>
                    <a:pt x="7859368" y="3160293"/>
                  </a:lnTo>
                  <a:lnTo>
                    <a:pt x="7818607" y="3184682"/>
                  </a:lnTo>
                  <a:lnTo>
                    <a:pt x="7775759" y="3204931"/>
                  </a:lnTo>
                  <a:lnTo>
                    <a:pt x="7731141" y="3220911"/>
                  </a:lnTo>
                  <a:lnTo>
                    <a:pt x="7685074" y="3232488"/>
                  </a:lnTo>
                  <a:lnTo>
                    <a:pt x="7637874" y="3239532"/>
                  </a:lnTo>
                  <a:lnTo>
                    <a:pt x="7589861" y="324190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416" name="Google Shape;416;p3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325333" y="6327307"/>
              <a:ext cx="7648574" cy="301942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17" name="Google Shape;417;p35"/>
          <p:cNvSpPr txBox="1"/>
          <p:nvPr/>
        </p:nvSpPr>
        <p:spPr>
          <a:xfrm>
            <a:off x="1016000" y="2032827"/>
            <a:ext cx="15605760" cy="36398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11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7D9FF"/>
                </a:solidFill>
                <a:latin typeface="Trebuchet MS"/>
                <a:ea typeface="Trebuchet MS"/>
                <a:cs typeface="Trebuchet MS"/>
                <a:sym typeface="Trebuchet MS"/>
              </a:rPr>
              <a:t>On Delete Cascade</a:t>
            </a:r>
            <a:endParaRPr sz="2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915669" rtl="0" algn="l">
              <a:lnSpc>
                <a:spcPct val="116100"/>
              </a:lnSpc>
              <a:spcBef>
                <a:spcPts val="229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When we create a foreign key using this option, it deletes the referencing rows in the child table  when the referenced row is deleted in the parent table which has a primary key.</a:t>
            </a:r>
            <a:endParaRPr sz="2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t/>
            </a:r>
            <a:endParaRPr sz="385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7D9FF"/>
                </a:solidFill>
                <a:latin typeface="Trebuchet MS"/>
                <a:ea typeface="Trebuchet MS"/>
                <a:cs typeface="Trebuchet MS"/>
                <a:sym typeface="Trebuchet MS"/>
              </a:rPr>
              <a:t>On Update Cascade</a:t>
            </a:r>
            <a:endParaRPr sz="2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3495" marR="5080" rtl="0" algn="l">
              <a:lnSpc>
                <a:spcPct val="116100"/>
              </a:lnSpc>
              <a:spcBef>
                <a:spcPts val="63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When we create a foreign key using UPDATE CASCADE the referencing rows are updated in the child  table when the referenced row is updated in the parent table which has a primary key.</a:t>
            </a:r>
            <a:endParaRPr sz="2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36"/>
          <p:cNvSpPr txBox="1"/>
          <p:nvPr>
            <p:ph type="title"/>
          </p:nvPr>
        </p:nvSpPr>
        <p:spPr>
          <a:xfrm>
            <a:off x="1027106" y="1059181"/>
            <a:ext cx="5151120" cy="665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Table </a:t>
            </a:r>
            <a:r>
              <a:rPr lang="en-US">
                <a:solidFill>
                  <a:srgbClr val="FFFFFF"/>
                </a:solidFill>
              </a:rPr>
              <a:t>related Queries</a:t>
            </a:r>
            <a:endParaRPr/>
          </a:p>
        </p:txBody>
      </p:sp>
      <p:sp>
        <p:nvSpPr>
          <p:cNvPr id="423" name="Google Shape;423;p36"/>
          <p:cNvSpPr txBox="1"/>
          <p:nvPr/>
        </p:nvSpPr>
        <p:spPr>
          <a:xfrm>
            <a:off x="1027106" y="2024223"/>
            <a:ext cx="9102725" cy="5125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7D9FF"/>
                </a:solidFill>
                <a:latin typeface="Trebuchet MS"/>
                <a:ea typeface="Trebuchet MS"/>
                <a:cs typeface="Trebuchet MS"/>
                <a:sym typeface="Trebuchet MS"/>
              </a:rPr>
              <a:t>Alter </a:t>
            </a:r>
            <a:r>
              <a:rPr b="1" lang="en-US"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(to change the schema)</a:t>
            </a:r>
            <a:endParaRPr sz="2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895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76ABC"/>
                </a:solidFill>
                <a:latin typeface="Trebuchet MS"/>
                <a:ea typeface="Trebuchet MS"/>
                <a:cs typeface="Trebuchet MS"/>
                <a:sym typeface="Trebuchet MS"/>
              </a:rPr>
              <a:t>ADD </a:t>
            </a:r>
            <a:r>
              <a:rPr b="1" lang="en-US"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Column</a:t>
            </a:r>
            <a:endParaRPr sz="2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89535" marR="0" rtl="0" algn="l">
              <a:lnSpc>
                <a:spcPct val="100000"/>
              </a:lnSpc>
              <a:spcBef>
                <a:spcPts val="1195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A69EF1"/>
                </a:solidFill>
                <a:latin typeface="Trebuchet MS"/>
                <a:ea typeface="Trebuchet MS"/>
                <a:cs typeface="Trebuchet MS"/>
                <a:sym typeface="Trebuchet MS"/>
              </a:rPr>
              <a:t>ALTER TABLE </a:t>
            </a:r>
            <a:r>
              <a:rPr i="1" lang="en-US"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table_name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89535" marR="0" rtl="0" algn="l">
              <a:lnSpc>
                <a:spcPct val="100000"/>
              </a:lnSpc>
              <a:spcBef>
                <a:spcPts val="585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A69EF1"/>
                </a:solidFill>
                <a:latin typeface="Trebuchet MS"/>
                <a:ea typeface="Trebuchet MS"/>
                <a:cs typeface="Trebuchet MS"/>
                <a:sym typeface="Trebuchet MS"/>
              </a:rPr>
              <a:t>ADD COLUMN </a:t>
            </a:r>
            <a:r>
              <a:rPr i="1" lang="en-US"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column_name datatype constraint</a:t>
            </a:r>
            <a:r>
              <a:rPr b="1" i="1" lang="en-US"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895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76ABC"/>
                </a:solidFill>
                <a:latin typeface="Trebuchet MS"/>
                <a:ea typeface="Trebuchet MS"/>
                <a:cs typeface="Trebuchet MS"/>
                <a:sym typeface="Trebuchet MS"/>
              </a:rPr>
              <a:t>DROP </a:t>
            </a:r>
            <a:r>
              <a:rPr b="1" lang="en-US"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Column</a:t>
            </a:r>
            <a:endParaRPr sz="2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89535" marR="0" rtl="0" algn="l">
              <a:lnSpc>
                <a:spcPct val="100000"/>
              </a:lnSpc>
              <a:spcBef>
                <a:spcPts val="119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A69EF1"/>
                </a:solidFill>
                <a:latin typeface="Trebuchet MS"/>
                <a:ea typeface="Trebuchet MS"/>
                <a:cs typeface="Trebuchet MS"/>
                <a:sym typeface="Trebuchet MS"/>
              </a:rPr>
              <a:t>ALTER TABLE </a:t>
            </a:r>
            <a:r>
              <a:rPr i="1" lang="en-US"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table_name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89535" marR="0" rtl="0" algn="l">
              <a:lnSpc>
                <a:spcPct val="100000"/>
              </a:lnSpc>
              <a:spcBef>
                <a:spcPts val="585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A69EF1"/>
                </a:solidFill>
                <a:latin typeface="Trebuchet MS"/>
                <a:ea typeface="Trebuchet MS"/>
                <a:cs typeface="Trebuchet MS"/>
                <a:sym typeface="Trebuchet MS"/>
              </a:rPr>
              <a:t>DROP COLUMN </a:t>
            </a:r>
            <a:r>
              <a:rPr i="1" lang="en-US"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column_name</a:t>
            </a:r>
            <a:r>
              <a:rPr b="1" i="1" lang="en-US"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36"/>
          <p:cNvSpPr txBox="1"/>
          <p:nvPr/>
        </p:nvSpPr>
        <p:spPr>
          <a:xfrm>
            <a:off x="1104561" y="7704846"/>
            <a:ext cx="5648325" cy="1769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77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76ABC"/>
                </a:solidFill>
                <a:latin typeface="Trebuchet MS"/>
                <a:ea typeface="Trebuchet MS"/>
                <a:cs typeface="Trebuchet MS"/>
                <a:sym typeface="Trebuchet MS"/>
              </a:rPr>
              <a:t>RENAME </a:t>
            </a:r>
            <a:r>
              <a:rPr b="1" lang="en-US"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Table</a:t>
            </a:r>
            <a:endParaRPr sz="2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125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A69EF1"/>
                </a:solidFill>
                <a:latin typeface="Trebuchet MS"/>
                <a:ea typeface="Trebuchet MS"/>
                <a:cs typeface="Trebuchet MS"/>
                <a:sym typeface="Trebuchet MS"/>
              </a:rPr>
              <a:t>ALTER TABLE </a:t>
            </a:r>
            <a:r>
              <a:rPr i="1" lang="en-US"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table_name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585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A69EF1"/>
                </a:solidFill>
                <a:latin typeface="Trebuchet MS"/>
                <a:ea typeface="Trebuchet MS"/>
                <a:cs typeface="Trebuchet MS"/>
                <a:sym typeface="Trebuchet MS"/>
              </a:rPr>
              <a:t>RENAME TO </a:t>
            </a:r>
            <a:r>
              <a:rPr i="1" lang="en-US"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new_table_name</a:t>
            </a:r>
            <a:r>
              <a:rPr b="1" i="1" lang="en-US"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37"/>
          <p:cNvSpPr txBox="1"/>
          <p:nvPr>
            <p:ph type="title"/>
          </p:nvPr>
        </p:nvSpPr>
        <p:spPr>
          <a:xfrm>
            <a:off x="1027106" y="1059179"/>
            <a:ext cx="5151120" cy="665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Table </a:t>
            </a:r>
            <a:r>
              <a:rPr lang="en-US">
                <a:solidFill>
                  <a:srgbClr val="FFFFFF"/>
                </a:solidFill>
              </a:rPr>
              <a:t>related Queries</a:t>
            </a:r>
            <a:endParaRPr/>
          </a:p>
        </p:txBody>
      </p:sp>
      <p:sp>
        <p:nvSpPr>
          <p:cNvPr id="430" name="Google Shape;430;p37"/>
          <p:cNvSpPr txBox="1"/>
          <p:nvPr/>
        </p:nvSpPr>
        <p:spPr>
          <a:xfrm>
            <a:off x="1027106" y="5633117"/>
            <a:ext cx="9291320" cy="19088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025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76ABC"/>
                </a:solidFill>
                <a:latin typeface="Trebuchet MS"/>
                <a:ea typeface="Trebuchet MS"/>
                <a:cs typeface="Trebuchet MS"/>
                <a:sym typeface="Trebuchet MS"/>
              </a:rPr>
              <a:t>MODIFY </a:t>
            </a:r>
            <a:r>
              <a:rPr b="1" lang="en-US"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Column (modify datatype/ constraint)</a:t>
            </a:r>
            <a:endParaRPr sz="2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705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A69EF1"/>
                </a:solidFill>
                <a:latin typeface="Trebuchet MS"/>
                <a:ea typeface="Trebuchet MS"/>
                <a:cs typeface="Trebuchet MS"/>
                <a:sym typeface="Trebuchet MS"/>
              </a:rPr>
              <a:t>ALTER TABLE </a:t>
            </a:r>
            <a:r>
              <a:rPr i="1" lang="en-US"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table_name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585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A69EF1"/>
                </a:solidFill>
                <a:latin typeface="Trebuchet MS"/>
                <a:ea typeface="Trebuchet MS"/>
                <a:cs typeface="Trebuchet MS"/>
                <a:sym typeface="Trebuchet MS"/>
              </a:rPr>
              <a:t>MODIFY </a:t>
            </a:r>
            <a:r>
              <a:rPr i="1" lang="en-US"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col_name </a:t>
            </a:r>
            <a:r>
              <a:rPr b="1" i="1" lang="en-US"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new_datatype new_constraint;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37"/>
          <p:cNvSpPr txBox="1"/>
          <p:nvPr/>
        </p:nvSpPr>
        <p:spPr>
          <a:xfrm>
            <a:off x="1027106" y="2412946"/>
            <a:ext cx="13354050" cy="19107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032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76ABC"/>
                </a:solidFill>
                <a:latin typeface="Trebuchet MS"/>
                <a:ea typeface="Trebuchet MS"/>
                <a:cs typeface="Trebuchet MS"/>
                <a:sym typeface="Trebuchet MS"/>
              </a:rPr>
              <a:t>CHANGE </a:t>
            </a:r>
            <a:r>
              <a:rPr b="1" lang="en-US"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Column (rename)</a:t>
            </a:r>
            <a:endParaRPr sz="2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714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A69EF1"/>
                </a:solidFill>
                <a:latin typeface="Trebuchet MS"/>
                <a:ea typeface="Trebuchet MS"/>
                <a:cs typeface="Trebuchet MS"/>
                <a:sym typeface="Trebuchet MS"/>
              </a:rPr>
              <a:t>ALTER TABLE </a:t>
            </a:r>
            <a:r>
              <a:rPr i="1" lang="en-US"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table_name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585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A69EF1"/>
                </a:solidFill>
                <a:latin typeface="Trebuchet MS"/>
                <a:ea typeface="Trebuchet MS"/>
                <a:cs typeface="Trebuchet MS"/>
                <a:sym typeface="Trebuchet MS"/>
              </a:rPr>
              <a:t>CHANGE COLUMN </a:t>
            </a:r>
            <a:r>
              <a:rPr i="1" lang="en-US"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old_name </a:t>
            </a:r>
            <a:r>
              <a:rPr b="1" i="1" lang="en-US"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new_name new_datatype new_constraint;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6" name="Google Shape;436;p38"/>
          <p:cNvGrpSpPr/>
          <p:nvPr/>
        </p:nvGrpSpPr>
        <p:grpSpPr>
          <a:xfrm>
            <a:off x="1028700" y="1400865"/>
            <a:ext cx="8213725" cy="1275715"/>
            <a:chOff x="1028700" y="1400865"/>
            <a:chExt cx="8213725" cy="1275715"/>
          </a:xfrm>
        </p:grpSpPr>
        <p:sp>
          <p:nvSpPr>
            <p:cNvPr id="437" name="Google Shape;437;p38"/>
            <p:cNvSpPr/>
            <p:nvPr/>
          </p:nvSpPr>
          <p:spPr>
            <a:xfrm>
              <a:off x="1028700" y="1400865"/>
              <a:ext cx="8213725" cy="1275715"/>
            </a:xfrm>
            <a:custGeom>
              <a:rect b="b" l="l" r="r" t="t"/>
              <a:pathLst>
                <a:path extrusionOk="0" h="1275714" w="8213725">
                  <a:moveTo>
                    <a:pt x="7727885" y="1275709"/>
                  </a:moveTo>
                  <a:lnTo>
                    <a:pt x="485774" y="1275709"/>
                  </a:lnTo>
                  <a:lnTo>
                    <a:pt x="437761" y="1273332"/>
                  </a:lnTo>
                  <a:lnTo>
                    <a:pt x="390561" y="1266289"/>
                  </a:lnTo>
                  <a:lnTo>
                    <a:pt x="344493" y="1254711"/>
                  </a:lnTo>
                  <a:lnTo>
                    <a:pt x="299876" y="1238731"/>
                  </a:lnTo>
                  <a:lnTo>
                    <a:pt x="257027" y="1218481"/>
                  </a:lnTo>
                  <a:lnTo>
                    <a:pt x="216265" y="1194093"/>
                  </a:lnTo>
                  <a:lnTo>
                    <a:pt x="177910" y="1165698"/>
                  </a:lnTo>
                  <a:lnTo>
                    <a:pt x="142279" y="1133429"/>
                  </a:lnTo>
                  <a:lnTo>
                    <a:pt x="110009" y="1097798"/>
                  </a:lnTo>
                  <a:lnTo>
                    <a:pt x="81615" y="1059442"/>
                  </a:lnTo>
                  <a:lnTo>
                    <a:pt x="57226" y="1018681"/>
                  </a:lnTo>
                  <a:lnTo>
                    <a:pt x="36976" y="975832"/>
                  </a:lnTo>
                  <a:lnTo>
                    <a:pt x="20996" y="931214"/>
                  </a:lnTo>
                  <a:lnTo>
                    <a:pt x="9419" y="885146"/>
                  </a:lnTo>
                  <a:lnTo>
                    <a:pt x="2376" y="837947"/>
                  </a:lnTo>
                  <a:lnTo>
                    <a:pt x="0" y="789952"/>
                  </a:lnTo>
                  <a:lnTo>
                    <a:pt x="0" y="485756"/>
                  </a:lnTo>
                  <a:lnTo>
                    <a:pt x="2376" y="437761"/>
                  </a:lnTo>
                  <a:lnTo>
                    <a:pt x="9419" y="390562"/>
                  </a:lnTo>
                  <a:lnTo>
                    <a:pt x="20996" y="344494"/>
                  </a:lnTo>
                  <a:lnTo>
                    <a:pt x="36976" y="299876"/>
                  </a:lnTo>
                  <a:lnTo>
                    <a:pt x="57226" y="257027"/>
                  </a:lnTo>
                  <a:lnTo>
                    <a:pt x="81615" y="216266"/>
                  </a:lnTo>
                  <a:lnTo>
                    <a:pt x="110009" y="177910"/>
                  </a:lnTo>
                  <a:lnTo>
                    <a:pt x="142279" y="142279"/>
                  </a:lnTo>
                  <a:lnTo>
                    <a:pt x="177910" y="110010"/>
                  </a:lnTo>
                  <a:lnTo>
                    <a:pt x="216265" y="81615"/>
                  </a:lnTo>
                  <a:lnTo>
                    <a:pt x="257027" y="57227"/>
                  </a:lnTo>
                  <a:lnTo>
                    <a:pt x="299876" y="36977"/>
                  </a:lnTo>
                  <a:lnTo>
                    <a:pt x="344493" y="20997"/>
                  </a:lnTo>
                  <a:lnTo>
                    <a:pt x="390561" y="9419"/>
                  </a:lnTo>
                  <a:lnTo>
                    <a:pt x="437761" y="2376"/>
                  </a:lnTo>
                  <a:lnTo>
                    <a:pt x="485767" y="0"/>
                  </a:lnTo>
                  <a:lnTo>
                    <a:pt x="7727892" y="0"/>
                  </a:lnTo>
                  <a:lnTo>
                    <a:pt x="7775898" y="2376"/>
                  </a:lnTo>
                  <a:lnTo>
                    <a:pt x="7823097" y="9419"/>
                  </a:lnTo>
                  <a:lnTo>
                    <a:pt x="7869165" y="20997"/>
                  </a:lnTo>
                  <a:lnTo>
                    <a:pt x="7913783" y="36977"/>
                  </a:lnTo>
                  <a:lnTo>
                    <a:pt x="7956632" y="57227"/>
                  </a:lnTo>
                  <a:lnTo>
                    <a:pt x="7997393" y="81615"/>
                  </a:lnTo>
                  <a:lnTo>
                    <a:pt x="8035749" y="110010"/>
                  </a:lnTo>
                  <a:lnTo>
                    <a:pt x="8071380" y="142279"/>
                  </a:lnTo>
                  <a:lnTo>
                    <a:pt x="8103649" y="177910"/>
                  </a:lnTo>
                  <a:lnTo>
                    <a:pt x="8132044" y="216266"/>
                  </a:lnTo>
                  <a:lnTo>
                    <a:pt x="8156432" y="257027"/>
                  </a:lnTo>
                  <a:lnTo>
                    <a:pt x="8176682" y="299876"/>
                  </a:lnTo>
                  <a:lnTo>
                    <a:pt x="8192662" y="344494"/>
                  </a:lnTo>
                  <a:lnTo>
                    <a:pt x="8204240" y="390562"/>
                  </a:lnTo>
                  <a:lnTo>
                    <a:pt x="8211283" y="437761"/>
                  </a:lnTo>
                  <a:lnTo>
                    <a:pt x="8213659" y="485756"/>
                  </a:lnTo>
                  <a:lnTo>
                    <a:pt x="8213659" y="789952"/>
                  </a:lnTo>
                  <a:lnTo>
                    <a:pt x="8211283" y="837947"/>
                  </a:lnTo>
                  <a:lnTo>
                    <a:pt x="8204240" y="885146"/>
                  </a:lnTo>
                  <a:lnTo>
                    <a:pt x="8192662" y="931214"/>
                  </a:lnTo>
                  <a:lnTo>
                    <a:pt x="8176682" y="975832"/>
                  </a:lnTo>
                  <a:lnTo>
                    <a:pt x="8156432" y="1018681"/>
                  </a:lnTo>
                  <a:lnTo>
                    <a:pt x="8132044" y="1059442"/>
                  </a:lnTo>
                  <a:lnTo>
                    <a:pt x="8103649" y="1097798"/>
                  </a:lnTo>
                  <a:lnTo>
                    <a:pt x="8071380" y="1133429"/>
                  </a:lnTo>
                  <a:lnTo>
                    <a:pt x="8035749" y="1165698"/>
                  </a:lnTo>
                  <a:lnTo>
                    <a:pt x="7997393" y="1194093"/>
                  </a:lnTo>
                  <a:lnTo>
                    <a:pt x="7956632" y="1218481"/>
                  </a:lnTo>
                  <a:lnTo>
                    <a:pt x="7913783" y="1238731"/>
                  </a:lnTo>
                  <a:lnTo>
                    <a:pt x="7869165" y="1254711"/>
                  </a:lnTo>
                  <a:lnTo>
                    <a:pt x="7823097" y="1266289"/>
                  </a:lnTo>
                  <a:lnTo>
                    <a:pt x="7775898" y="1273332"/>
                  </a:lnTo>
                  <a:lnTo>
                    <a:pt x="7727885" y="127570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438" name="Google Shape;438;p3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397404" y="1505536"/>
              <a:ext cx="7428714" cy="106679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39" name="Google Shape;439;p38"/>
          <p:cNvGrpSpPr/>
          <p:nvPr/>
        </p:nvGrpSpPr>
        <p:grpSpPr>
          <a:xfrm>
            <a:off x="11957427" y="4080801"/>
            <a:ext cx="4559935" cy="1275715"/>
            <a:chOff x="11957427" y="4080801"/>
            <a:chExt cx="4559935" cy="1275715"/>
          </a:xfrm>
        </p:grpSpPr>
        <p:sp>
          <p:nvSpPr>
            <p:cNvPr id="440" name="Google Shape;440;p38"/>
            <p:cNvSpPr/>
            <p:nvPr/>
          </p:nvSpPr>
          <p:spPr>
            <a:xfrm>
              <a:off x="11957427" y="4080801"/>
              <a:ext cx="4559935" cy="1275715"/>
            </a:xfrm>
            <a:custGeom>
              <a:rect b="b" l="l" r="r" t="t"/>
              <a:pathLst>
                <a:path extrusionOk="0" h="1275714" w="4559934">
                  <a:moveTo>
                    <a:pt x="4073989" y="1275709"/>
                  </a:moveTo>
                  <a:lnTo>
                    <a:pt x="485774" y="1275709"/>
                  </a:lnTo>
                  <a:lnTo>
                    <a:pt x="437761" y="1273332"/>
                  </a:lnTo>
                  <a:lnTo>
                    <a:pt x="390562" y="1266289"/>
                  </a:lnTo>
                  <a:lnTo>
                    <a:pt x="344494" y="1254711"/>
                  </a:lnTo>
                  <a:lnTo>
                    <a:pt x="299876" y="1238732"/>
                  </a:lnTo>
                  <a:lnTo>
                    <a:pt x="257027" y="1218482"/>
                  </a:lnTo>
                  <a:lnTo>
                    <a:pt x="216266" y="1194093"/>
                  </a:lnTo>
                  <a:lnTo>
                    <a:pt x="177910" y="1165698"/>
                  </a:lnTo>
                  <a:lnTo>
                    <a:pt x="142280" y="1133429"/>
                  </a:lnTo>
                  <a:lnTo>
                    <a:pt x="110010" y="1097798"/>
                  </a:lnTo>
                  <a:lnTo>
                    <a:pt x="81615" y="1059442"/>
                  </a:lnTo>
                  <a:lnTo>
                    <a:pt x="57227" y="1018681"/>
                  </a:lnTo>
                  <a:lnTo>
                    <a:pt x="36977" y="975832"/>
                  </a:lnTo>
                  <a:lnTo>
                    <a:pt x="20997" y="931215"/>
                  </a:lnTo>
                  <a:lnTo>
                    <a:pt x="9419" y="885147"/>
                  </a:lnTo>
                  <a:lnTo>
                    <a:pt x="2376" y="837947"/>
                  </a:lnTo>
                  <a:lnTo>
                    <a:pt x="0" y="789939"/>
                  </a:lnTo>
                  <a:lnTo>
                    <a:pt x="0" y="485769"/>
                  </a:lnTo>
                  <a:lnTo>
                    <a:pt x="2376" y="437761"/>
                  </a:lnTo>
                  <a:lnTo>
                    <a:pt x="9419" y="390562"/>
                  </a:lnTo>
                  <a:lnTo>
                    <a:pt x="20997" y="344494"/>
                  </a:lnTo>
                  <a:lnTo>
                    <a:pt x="36977" y="299876"/>
                  </a:lnTo>
                  <a:lnTo>
                    <a:pt x="57227" y="257028"/>
                  </a:lnTo>
                  <a:lnTo>
                    <a:pt x="81615" y="216266"/>
                  </a:lnTo>
                  <a:lnTo>
                    <a:pt x="110010" y="177911"/>
                  </a:lnTo>
                  <a:lnTo>
                    <a:pt x="142280" y="142279"/>
                  </a:lnTo>
                  <a:lnTo>
                    <a:pt x="177910" y="110010"/>
                  </a:lnTo>
                  <a:lnTo>
                    <a:pt x="216266" y="81615"/>
                  </a:lnTo>
                  <a:lnTo>
                    <a:pt x="257027" y="57227"/>
                  </a:lnTo>
                  <a:lnTo>
                    <a:pt x="299876" y="36977"/>
                  </a:lnTo>
                  <a:lnTo>
                    <a:pt x="344494" y="20997"/>
                  </a:lnTo>
                  <a:lnTo>
                    <a:pt x="390562" y="9420"/>
                  </a:lnTo>
                  <a:lnTo>
                    <a:pt x="437761" y="2377"/>
                  </a:lnTo>
                  <a:lnTo>
                    <a:pt x="485773" y="0"/>
                  </a:lnTo>
                  <a:lnTo>
                    <a:pt x="4073991" y="0"/>
                  </a:lnTo>
                  <a:lnTo>
                    <a:pt x="4122002" y="2377"/>
                  </a:lnTo>
                  <a:lnTo>
                    <a:pt x="4169202" y="9420"/>
                  </a:lnTo>
                  <a:lnTo>
                    <a:pt x="4215270" y="20997"/>
                  </a:lnTo>
                  <a:lnTo>
                    <a:pt x="4259887" y="36977"/>
                  </a:lnTo>
                  <a:lnTo>
                    <a:pt x="4302736" y="57227"/>
                  </a:lnTo>
                  <a:lnTo>
                    <a:pt x="4343497" y="81615"/>
                  </a:lnTo>
                  <a:lnTo>
                    <a:pt x="4381852" y="110010"/>
                  </a:lnTo>
                  <a:lnTo>
                    <a:pt x="4417483" y="142279"/>
                  </a:lnTo>
                  <a:lnTo>
                    <a:pt x="4449753" y="177911"/>
                  </a:lnTo>
                  <a:lnTo>
                    <a:pt x="4478148" y="216266"/>
                  </a:lnTo>
                  <a:lnTo>
                    <a:pt x="4502536" y="257028"/>
                  </a:lnTo>
                  <a:lnTo>
                    <a:pt x="4522787" y="299876"/>
                  </a:lnTo>
                  <a:lnTo>
                    <a:pt x="4538766" y="344494"/>
                  </a:lnTo>
                  <a:lnTo>
                    <a:pt x="4550344" y="390562"/>
                  </a:lnTo>
                  <a:lnTo>
                    <a:pt x="4557387" y="437761"/>
                  </a:lnTo>
                  <a:lnTo>
                    <a:pt x="4559764" y="485769"/>
                  </a:lnTo>
                  <a:lnTo>
                    <a:pt x="4559764" y="789939"/>
                  </a:lnTo>
                  <a:lnTo>
                    <a:pt x="4557387" y="837947"/>
                  </a:lnTo>
                  <a:lnTo>
                    <a:pt x="4550344" y="885147"/>
                  </a:lnTo>
                  <a:lnTo>
                    <a:pt x="4538766" y="931215"/>
                  </a:lnTo>
                  <a:lnTo>
                    <a:pt x="4522787" y="975832"/>
                  </a:lnTo>
                  <a:lnTo>
                    <a:pt x="4502536" y="1018681"/>
                  </a:lnTo>
                  <a:lnTo>
                    <a:pt x="4478148" y="1059442"/>
                  </a:lnTo>
                  <a:lnTo>
                    <a:pt x="4449753" y="1097798"/>
                  </a:lnTo>
                  <a:lnTo>
                    <a:pt x="4417483" y="1133429"/>
                  </a:lnTo>
                  <a:lnTo>
                    <a:pt x="4381852" y="1165698"/>
                  </a:lnTo>
                  <a:lnTo>
                    <a:pt x="4343497" y="1194093"/>
                  </a:lnTo>
                  <a:lnTo>
                    <a:pt x="4302736" y="1218482"/>
                  </a:lnTo>
                  <a:lnTo>
                    <a:pt x="4259887" y="1238732"/>
                  </a:lnTo>
                  <a:lnTo>
                    <a:pt x="4215270" y="1254711"/>
                  </a:lnTo>
                  <a:lnTo>
                    <a:pt x="4169202" y="1266289"/>
                  </a:lnTo>
                  <a:lnTo>
                    <a:pt x="4122002" y="1273332"/>
                  </a:lnTo>
                  <a:lnTo>
                    <a:pt x="4073989" y="127570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441" name="Google Shape;441;p3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228798" y="4218235"/>
              <a:ext cx="3924299" cy="100012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42" name="Google Shape;442;p38"/>
          <p:cNvSpPr/>
          <p:nvPr/>
        </p:nvSpPr>
        <p:spPr>
          <a:xfrm>
            <a:off x="1160760" y="4337509"/>
            <a:ext cx="5904230" cy="1275715"/>
          </a:xfrm>
          <a:custGeom>
            <a:rect b="b" l="l" r="r" t="t"/>
            <a:pathLst>
              <a:path extrusionOk="0" h="1275714" w="5904230">
                <a:moveTo>
                  <a:pt x="5418268" y="1275709"/>
                </a:moveTo>
                <a:lnTo>
                  <a:pt x="485770" y="1275709"/>
                </a:lnTo>
                <a:lnTo>
                  <a:pt x="437761" y="1273332"/>
                </a:lnTo>
                <a:lnTo>
                  <a:pt x="390562" y="1266289"/>
                </a:lnTo>
                <a:lnTo>
                  <a:pt x="344494" y="1254711"/>
                </a:lnTo>
                <a:lnTo>
                  <a:pt x="299876" y="1238732"/>
                </a:lnTo>
                <a:lnTo>
                  <a:pt x="257027" y="1218482"/>
                </a:lnTo>
                <a:lnTo>
                  <a:pt x="216266" y="1194093"/>
                </a:lnTo>
                <a:lnTo>
                  <a:pt x="177910" y="1165698"/>
                </a:lnTo>
                <a:lnTo>
                  <a:pt x="142279" y="1133429"/>
                </a:lnTo>
                <a:lnTo>
                  <a:pt x="110010" y="1097798"/>
                </a:lnTo>
                <a:lnTo>
                  <a:pt x="81615" y="1059442"/>
                </a:lnTo>
                <a:lnTo>
                  <a:pt x="57227" y="1018681"/>
                </a:lnTo>
                <a:lnTo>
                  <a:pt x="36977" y="975832"/>
                </a:lnTo>
                <a:lnTo>
                  <a:pt x="20997" y="931215"/>
                </a:lnTo>
                <a:lnTo>
                  <a:pt x="9419" y="885147"/>
                </a:lnTo>
                <a:lnTo>
                  <a:pt x="2376" y="837947"/>
                </a:lnTo>
                <a:lnTo>
                  <a:pt x="0" y="789941"/>
                </a:lnTo>
                <a:lnTo>
                  <a:pt x="0" y="485767"/>
                </a:lnTo>
                <a:lnTo>
                  <a:pt x="2376" y="437762"/>
                </a:lnTo>
                <a:lnTo>
                  <a:pt x="9419" y="390562"/>
                </a:lnTo>
                <a:lnTo>
                  <a:pt x="20997" y="344494"/>
                </a:lnTo>
                <a:lnTo>
                  <a:pt x="36977" y="299876"/>
                </a:lnTo>
                <a:lnTo>
                  <a:pt x="57227" y="257028"/>
                </a:lnTo>
                <a:lnTo>
                  <a:pt x="81615" y="216266"/>
                </a:lnTo>
                <a:lnTo>
                  <a:pt x="110010" y="177911"/>
                </a:lnTo>
                <a:lnTo>
                  <a:pt x="142279" y="142280"/>
                </a:lnTo>
                <a:lnTo>
                  <a:pt x="177910" y="110010"/>
                </a:lnTo>
                <a:lnTo>
                  <a:pt x="216266" y="81615"/>
                </a:lnTo>
                <a:lnTo>
                  <a:pt x="257027" y="57227"/>
                </a:lnTo>
                <a:lnTo>
                  <a:pt x="299876" y="36977"/>
                </a:lnTo>
                <a:lnTo>
                  <a:pt x="344494" y="20997"/>
                </a:lnTo>
                <a:lnTo>
                  <a:pt x="390562" y="9420"/>
                </a:lnTo>
                <a:lnTo>
                  <a:pt x="437761" y="2377"/>
                </a:lnTo>
                <a:lnTo>
                  <a:pt x="485774" y="0"/>
                </a:lnTo>
                <a:lnTo>
                  <a:pt x="5418265" y="0"/>
                </a:lnTo>
                <a:lnTo>
                  <a:pt x="5466277" y="2377"/>
                </a:lnTo>
                <a:lnTo>
                  <a:pt x="5513477" y="9420"/>
                </a:lnTo>
                <a:lnTo>
                  <a:pt x="5559545" y="20997"/>
                </a:lnTo>
                <a:lnTo>
                  <a:pt x="5604162" y="36977"/>
                </a:lnTo>
                <a:lnTo>
                  <a:pt x="5647011" y="57227"/>
                </a:lnTo>
                <a:lnTo>
                  <a:pt x="5687773" y="81615"/>
                </a:lnTo>
                <a:lnTo>
                  <a:pt x="5726128" y="110010"/>
                </a:lnTo>
                <a:lnTo>
                  <a:pt x="5761759" y="142280"/>
                </a:lnTo>
                <a:lnTo>
                  <a:pt x="5794029" y="177911"/>
                </a:lnTo>
                <a:lnTo>
                  <a:pt x="5822424" y="216266"/>
                </a:lnTo>
                <a:lnTo>
                  <a:pt x="5846812" y="257028"/>
                </a:lnTo>
                <a:lnTo>
                  <a:pt x="5867062" y="299876"/>
                </a:lnTo>
                <a:lnTo>
                  <a:pt x="5883042" y="344494"/>
                </a:lnTo>
                <a:lnTo>
                  <a:pt x="5894619" y="390562"/>
                </a:lnTo>
                <a:lnTo>
                  <a:pt x="5901662" y="437762"/>
                </a:lnTo>
                <a:lnTo>
                  <a:pt x="5904039" y="485767"/>
                </a:lnTo>
                <a:lnTo>
                  <a:pt x="5904039" y="789941"/>
                </a:lnTo>
                <a:lnTo>
                  <a:pt x="5901662" y="837947"/>
                </a:lnTo>
                <a:lnTo>
                  <a:pt x="5894619" y="885147"/>
                </a:lnTo>
                <a:lnTo>
                  <a:pt x="5883042" y="931215"/>
                </a:lnTo>
                <a:lnTo>
                  <a:pt x="5867062" y="975832"/>
                </a:lnTo>
                <a:lnTo>
                  <a:pt x="5846812" y="1018681"/>
                </a:lnTo>
                <a:lnTo>
                  <a:pt x="5822424" y="1059442"/>
                </a:lnTo>
                <a:lnTo>
                  <a:pt x="5794029" y="1097798"/>
                </a:lnTo>
                <a:lnTo>
                  <a:pt x="5761759" y="1133429"/>
                </a:lnTo>
                <a:lnTo>
                  <a:pt x="5726128" y="1165698"/>
                </a:lnTo>
                <a:lnTo>
                  <a:pt x="5687773" y="1194093"/>
                </a:lnTo>
                <a:lnTo>
                  <a:pt x="5647011" y="1218482"/>
                </a:lnTo>
                <a:lnTo>
                  <a:pt x="5604162" y="1238732"/>
                </a:lnTo>
                <a:lnTo>
                  <a:pt x="5559545" y="1254711"/>
                </a:lnTo>
                <a:lnTo>
                  <a:pt x="5513477" y="1266289"/>
                </a:lnTo>
                <a:lnTo>
                  <a:pt x="5466277" y="1273332"/>
                </a:lnTo>
                <a:lnTo>
                  <a:pt x="5418268" y="127570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38"/>
          <p:cNvSpPr/>
          <p:nvPr/>
        </p:nvSpPr>
        <p:spPr>
          <a:xfrm>
            <a:off x="1160760" y="7388813"/>
            <a:ext cx="5442585" cy="1275715"/>
          </a:xfrm>
          <a:custGeom>
            <a:rect b="b" l="l" r="r" t="t"/>
            <a:pathLst>
              <a:path extrusionOk="0" h="1275715" w="5442584">
                <a:moveTo>
                  <a:pt x="4956349" y="1275709"/>
                </a:moveTo>
                <a:lnTo>
                  <a:pt x="485766" y="1275709"/>
                </a:lnTo>
                <a:lnTo>
                  <a:pt x="437762" y="1273332"/>
                </a:lnTo>
                <a:lnTo>
                  <a:pt x="390562" y="1266289"/>
                </a:lnTo>
                <a:lnTo>
                  <a:pt x="344494" y="1254711"/>
                </a:lnTo>
                <a:lnTo>
                  <a:pt x="299876" y="1238732"/>
                </a:lnTo>
                <a:lnTo>
                  <a:pt x="257028" y="1218481"/>
                </a:lnTo>
                <a:lnTo>
                  <a:pt x="216266" y="1194093"/>
                </a:lnTo>
                <a:lnTo>
                  <a:pt x="177911" y="1165698"/>
                </a:lnTo>
                <a:lnTo>
                  <a:pt x="142280" y="1133429"/>
                </a:lnTo>
                <a:lnTo>
                  <a:pt x="110010" y="1097798"/>
                </a:lnTo>
                <a:lnTo>
                  <a:pt x="81615" y="1059442"/>
                </a:lnTo>
                <a:lnTo>
                  <a:pt x="57227" y="1018681"/>
                </a:lnTo>
                <a:lnTo>
                  <a:pt x="36977" y="975832"/>
                </a:lnTo>
                <a:lnTo>
                  <a:pt x="20997" y="931215"/>
                </a:lnTo>
                <a:lnTo>
                  <a:pt x="9420" y="885147"/>
                </a:lnTo>
                <a:lnTo>
                  <a:pt x="2376" y="837947"/>
                </a:lnTo>
                <a:lnTo>
                  <a:pt x="0" y="789936"/>
                </a:lnTo>
                <a:lnTo>
                  <a:pt x="0" y="485773"/>
                </a:lnTo>
                <a:lnTo>
                  <a:pt x="2376" y="437762"/>
                </a:lnTo>
                <a:lnTo>
                  <a:pt x="9420" y="390562"/>
                </a:lnTo>
                <a:lnTo>
                  <a:pt x="20997" y="344494"/>
                </a:lnTo>
                <a:lnTo>
                  <a:pt x="36977" y="299876"/>
                </a:lnTo>
                <a:lnTo>
                  <a:pt x="57227" y="257028"/>
                </a:lnTo>
                <a:lnTo>
                  <a:pt x="81615" y="216266"/>
                </a:lnTo>
                <a:lnTo>
                  <a:pt x="110010" y="177911"/>
                </a:lnTo>
                <a:lnTo>
                  <a:pt x="142280" y="142280"/>
                </a:lnTo>
                <a:lnTo>
                  <a:pt x="177911" y="110010"/>
                </a:lnTo>
                <a:lnTo>
                  <a:pt x="216266" y="81615"/>
                </a:lnTo>
                <a:lnTo>
                  <a:pt x="257028" y="57227"/>
                </a:lnTo>
                <a:lnTo>
                  <a:pt x="299876" y="36977"/>
                </a:lnTo>
                <a:lnTo>
                  <a:pt x="344494" y="20997"/>
                </a:lnTo>
                <a:lnTo>
                  <a:pt x="390562" y="9420"/>
                </a:lnTo>
                <a:lnTo>
                  <a:pt x="437762" y="2377"/>
                </a:lnTo>
                <a:lnTo>
                  <a:pt x="485774" y="0"/>
                </a:lnTo>
                <a:lnTo>
                  <a:pt x="4956340" y="0"/>
                </a:lnTo>
                <a:lnTo>
                  <a:pt x="5004353" y="2377"/>
                </a:lnTo>
                <a:lnTo>
                  <a:pt x="5051553" y="9420"/>
                </a:lnTo>
                <a:lnTo>
                  <a:pt x="5097621" y="20997"/>
                </a:lnTo>
                <a:lnTo>
                  <a:pt x="5142238" y="36977"/>
                </a:lnTo>
                <a:lnTo>
                  <a:pt x="5185087" y="57227"/>
                </a:lnTo>
                <a:lnTo>
                  <a:pt x="5225848" y="81615"/>
                </a:lnTo>
                <a:lnTo>
                  <a:pt x="5264204" y="110010"/>
                </a:lnTo>
                <a:lnTo>
                  <a:pt x="5299835" y="142280"/>
                </a:lnTo>
                <a:lnTo>
                  <a:pt x="5332105" y="177911"/>
                </a:lnTo>
                <a:lnTo>
                  <a:pt x="5360499" y="216266"/>
                </a:lnTo>
                <a:lnTo>
                  <a:pt x="5384888" y="257028"/>
                </a:lnTo>
                <a:lnTo>
                  <a:pt x="5405138" y="299876"/>
                </a:lnTo>
                <a:lnTo>
                  <a:pt x="5421117" y="344494"/>
                </a:lnTo>
                <a:lnTo>
                  <a:pt x="5432695" y="390562"/>
                </a:lnTo>
                <a:lnTo>
                  <a:pt x="5439738" y="437762"/>
                </a:lnTo>
                <a:lnTo>
                  <a:pt x="5442115" y="485773"/>
                </a:lnTo>
                <a:lnTo>
                  <a:pt x="5442115" y="789936"/>
                </a:lnTo>
                <a:lnTo>
                  <a:pt x="5439738" y="837947"/>
                </a:lnTo>
                <a:lnTo>
                  <a:pt x="5432695" y="885147"/>
                </a:lnTo>
                <a:lnTo>
                  <a:pt x="5421117" y="931215"/>
                </a:lnTo>
                <a:lnTo>
                  <a:pt x="5405138" y="975832"/>
                </a:lnTo>
                <a:lnTo>
                  <a:pt x="5384888" y="1018681"/>
                </a:lnTo>
                <a:lnTo>
                  <a:pt x="5360499" y="1059442"/>
                </a:lnTo>
                <a:lnTo>
                  <a:pt x="5332105" y="1097798"/>
                </a:lnTo>
                <a:lnTo>
                  <a:pt x="5299835" y="1133429"/>
                </a:lnTo>
                <a:lnTo>
                  <a:pt x="5264204" y="1165698"/>
                </a:lnTo>
                <a:lnTo>
                  <a:pt x="5225848" y="1194093"/>
                </a:lnTo>
                <a:lnTo>
                  <a:pt x="5185087" y="1218481"/>
                </a:lnTo>
                <a:lnTo>
                  <a:pt x="5142238" y="1238732"/>
                </a:lnTo>
                <a:lnTo>
                  <a:pt x="5097621" y="1254711"/>
                </a:lnTo>
                <a:lnTo>
                  <a:pt x="5051553" y="1266289"/>
                </a:lnTo>
                <a:lnTo>
                  <a:pt x="5004353" y="1273332"/>
                </a:lnTo>
                <a:lnTo>
                  <a:pt x="4956349" y="127570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38"/>
          <p:cNvSpPr/>
          <p:nvPr/>
        </p:nvSpPr>
        <p:spPr>
          <a:xfrm>
            <a:off x="11957427" y="1505536"/>
            <a:ext cx="4559935" cy="1275715"/>
          </a:xfrm>
          <a:custGeom>
            <a:rect b="b" l="l" r="r" t="t"/>
            <a:pathLst>
              <a:path extrusionOk="0" h="1275714" w="4559934">
                <a:moveTo>
                  <a:pt x="4074000" y="1275709"/>
                </a:moveTo>
                <a:lnTo>
                  <a:pt x="485763" y="1275709"/>
                </a:lnTo>
                <a:lnTo>
                  <a:pt x="437761" y="1273332"/>
                </a:lnTo>
                <a:lnTo>
                  <a:pt x="390562" y="1266289"/>
                </a:lnTo>
                <a:lnTo>
                  <a:pt x="344494" y="1254711"/>
                </a:lnTo>
                <a:lnTo>
                  <a:pt x="299876" y="1238732"/>
                </a:lnTo>
                <a:lnTo>
                  <a:pt x="257027" y="1218482"/>
                </a:lnTo>
                <a:lnTo>
                  <a:pt x="216266" y="1194093"/>
                </a:lnTo>
                <a:lnTo>
                  <a:pt x="177910" y="1165698"/>
                </a:lnTo>
                <a:lnTo>
                  <a:pt x="142280" y="1133429"/>
                </a:lnTo>
                <a:lnTo>
                  <a:pt x="110010" y="1097798"/>
                </a:lnTo>
                <a:lnTo>
                  <a:pt x="81615" y="1059442"/>
                </a:lnTo>
                <a:lnTo>
                  <a:pt x="57227" y="1018681"/>
                </a:lnTo>
                <a:lnTo>
                  <a:pt x="36977" y="975832"/>
                </a:lnTo>
                <a:lnTo>
                  <a:pt x="20997" y="931215"/>
                </a:lnTo>
                <a:lnTo>
                  <a:pt x="9419" y="885147"/>
                </a:lnTo>
                <a:lnTo>
                  <a:pt x="2376" y="837947"/>
                </a:lnTo>
                <a:lnTo>
                  <a:pt x="0" y="789939"/>
                </a:lnTo>
                <a:lnTo>
                  <a:pt x="0" y="485769"/>
                </a:lnTo>
                <a:lnTo>
                  <a:pt x="2376" y="437762"/>
                </a:lnTo>
                <a:lnTo>
                  <a:pt x="9419" y="390562"/>
                </a:lnTo>
                <a:lnTo>
                  <a:pt x="20997" y="344494"/>
                </a:lnTo>
                <a:lnTo>
                  <a:pt x="36977" y="299876"/>
                </a:lnTo>
                <a:lnTo>
                  <a:pt x="57227" y="257028"/>
                </a:lnTo>
                <a:lnTo>
                  <a:pt x="81615" y="216266"/>
                </a:lnTo>
                <a:lnTo>
                  <a:pt x="110010" y="177911"/>
                </a:lnTo>
                <a:lnTo>
                  <a:pt x="142280" y="142280"/>
                </a:lnTo>
                <a:lnTo>
                  <a:pt x="177910" y="110010"/>
                </a:lnTo>
                <a:lnTo>
                  <a:pt x="216266" y="81615"/>
                </a:lnTo>
                <a:lnTo>
                  <a:pt x="257027" y="57227"/>
                </a:lnTo>
                <a:lnTo>
                  <a:pt x="299876" y="36977"/>
                </a:lnTo>
                <a:lnTo>
                  <a:pt x="344494" y="20997"/>
                </a:lnTo>
                <a:lnTo>
                  <a:pt x="390562" y="9420"/>
                </a:lnTo>
                <a:lnTo>
                  <a:pt x="437761" y="2377"/>
                </a:lnTo>
                <a:lnTo>
                  <a:pt x="485774" y="0"/>
                </a:lnTo>
                <a:lnTo>
                  <a:pt x="4073989" y="0"/>
                </a:lnTo>
                <a:lnTo>
                  <a:pt x="4122002" y="2377"/>
                </a:lnTo>
                <a:lnTo>
                  <a:pt x="4169202" y="9420"/>
                </a:lnTo>
                <a:lnTo>
                  <a:pt x="4215270" y="20997"/>
                </a:lnTo>
                <a:lnTo>
                  <a:pt x="4259887" y="36977"/>
                </a:lnTo>
                <a:lnTo>
                  <a:pt x="4302736" y="57227"/>
                </a:lnTo>
                <a:lnTo>
                  <a:pt x="4343497" y="81615"/>
                </a:lnTo>
                <a:lnTo>
                  <a:pt x="4381852" y="110010"/>
                </a:lnTo>
                <a:lnTo>
                  <a:pt x="4417483" y="142280"/>
                </a:lnTo>
                <a:lnTo>
                  <a:pt x="4449753" y="177911"/>
                </a:lnTo>
                <a:lnTo>
                  <a:pt x="4478148" y="216266"/>
                </a:lnTo>
                <a:lnTo>
                  <a:pt x="4502536" y="257028"/>
                </a:lnTo>
                <a:lnTo>
                  <a:pt x="4522787" y="299876"/>
                </a:lnTo>
                <a:lnTo>
                  <a:pt x="4538766" y="344494"/>
                </a:lnTo>
                <a:lnTo>
                  <a:pt x="4550344" y="390562"/>
                </a:lnTo>
                <a:lnTo>
                  <a:pt x="4557387" y="437762"/>
                </a:lnTo>
                <a:lnTo>
                  <a:pt x="4559764" y="485769"/>
                </a:lnTo>
                <a:lnTo>
                  <a:pt x="4559764" y="789939"/>
                </a:lnTo>
                <a:lnTo>
                  <a:pt x="4557387" y="837947"/>
                </a:lnTo>
                <a:lnTo>
                  <a:pt x="4550344" y="885147"/>
                </a:lnTo>
                <a:lnTo>
                  <a:pt x="4538766" y="931215"/>
                </a:lnTo>
                <a:lnTo>
                  <a:pt x="4522787" y="975832"/>
                </a:lnTo>
                <a:lnTo>
                  <a:pt x="4502536" y="1018681"/>
                </a:lnTo>
                <a:lnTo>
                  <a:pt x="4478148" y="1059442"/>
                </a:lnTo>
                <a:lnTo>
                  <a:pt x="4449753" y="1097798"/>
                </a:lnTo>
                <a:lnTo>
                  <a:pt x="4417483" y="1133429"/>
                </a:lnTo>
                <a:lnTo>
                  <a:pt x="4381852" y="1165698"/>
                </a:lnTo>
                <a:lnTo>
                  <a:pt x="4343497" y="1194093"/>
                </a:lnTo>
                <a:lnTo>
                  <a:pt x="4302736" y="1218482"/>
                </a:lnTo>
                <a:lnTo>
                  <a:pt x="4259887" y="1238732"/>
                </a:lnTo>
                <a:lnTo>
                  <a:pt x="4215270" y="1254711"/>
                </a:lnTo>
                <a:lnTo>
                  <a:pt x="4169202" y="1266289"/>
                </a:lnTo>
                <a:lnTo>
                  <a:pt x="4122002" y="1273332"/>
                </a:lnTo>
                <a:lnTo>
                  <a:pt x="4074000" y="127570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5" name="Google Shape;445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60193" y="4423118"/>
            <a:ext cx="5305424" cy="1104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46" name="Google Shape;446;p3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60159" y="7522502"/>
            <a:ext cx="4838699" cy="1009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47" name="Google Shape;447;p3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2228798" y="1666895"/>
            <a:ext cx="3924299" cy="952499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38"/>
          <p:cNvSpPr txBox="1"/>
          <p:nvPr>
            <p:ph type="title"/>
          </p:nvPr>
        </p:nvSpPr>
        <p:spPr>
          <a:xfrm>
            <a:off x="1148059" y="755681"/>
            <a:ext cx="2084070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u="none">
                <a:solidFill>
                  <a:srgbClr val="F76ABC"/>
                </a:solidFill>
              </a:rPr>
              <a:t>ADD </a:t>
            </a:r>
            <a:r>
              <a:rPr lang="en-US" sz="2800" u="none">
                <a:solidFill>
                  <a:srgbClr val="FFFFFF"/>
                </a:solidFill>
              </a:rPr>
              <a:t>Column</a:t>
            </a:r>
            <a:endParaRPr sz="2800"/>
          </a:p>
        </p:txBody>
      </p:sp>
      <p:sp>
        <p:nvSpPr>
          <p:cNvPr id="449" name="Google Shape;449;p38"/>
          <p:cNvSpPr txBox="1"/>
          <p:nvPr/>
        </p:nvSpPr>
        <p:spPr>
          <a:xfrm>
            <a:off x="12327240" y="3595691"/>
            <a:ext cx="2439035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76ABC"/>
                </a:solidFill>
                <a:latin typeface="Trebuchet MS"/>
                <a:ea typeface="Trebuchet MS"/>
                <a:cs typeface="Trebuchet MS"/>
                <a:sym typeface="Trebuchet MS"/>
              </a:rPr>
              <a:t>RENAME </a:t>
            </a:r>
            <a:r>
              <a:rPr b="1" lang="en-US"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Table</a:t>
            </a:r>
            <a:endParaRPr sz="2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50" name="Google Shape;450;p38"/>
          <p:cNvSpPr txBox="1"/>
          <p:nvPr/>
        </p:nvSpPr>
        <p:spPr>
          <a:xfrm>
            <a:off x="12327240" y="755681"/>
            <a:ext cx="2294255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76ABC"/>
                </a:solidFill>
                <a:latin typeface="Trebuchet MS"/>
                <a:ea typeface="Trebuchet MS"/>
                <a:cs typeface="Trebuchet MS"/>
                <a:sym typeface="Trebuchet MS"/>
              </a:rPr>
              <a:t>DROP </a:t>
            </a:r>
            <a:r>
              <a:rPr b="1" lang="en-US"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Column</a:t>
            </a:r>
            <a:endParaRPr sz="2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51" name="Google Shape;451;p38"/>
          <p:cNvSpPr txBox="1"/>
          <p:nvPr/>
        </p:nvSpPr>
        <p:spPr>
          <a:xfrm>
            <a:off x="1148059" y="3595691"/>
            <a:ext cx="2734310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76ABC"/>
                </a:solidFill>
                <a:latin typeface="Trebuchet MS"/>
                <a:ea typeface="Trebuchet MS"/>
                <a:cs typeface="Trebuchet MS"/>
                <a:sym typeface="Trebuchet MS"/>
              </a:rPr>
              <a:t>MODIFY </a:t>
            </a:r>
            <a:r>
              <a:rPr b="1" lang="en-US"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Column</a:t>
            </a:r>
            <a:endParaRPr sz="2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52" name="Google Shape;452;p38"/>
          <p:cNvSpPr txBox="1"/>
          <p:nvPr/>
        </p:nvSpPr>
        <p:spPr>
          <a:xfrm>
            <a:off x="1148059" y="6638139"/>
            <a:ext cx="4321810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76ABC"/>
                </a:solidFill>
                <a:latin typeface="Trebuchet MS"/>
                <a:ea typeface="Trebuchet MS"/>
                <a:cs typeface="Trebuchet MS"/>
                <a:sym typeface="Trebuchet MS"/>
              </a:rPr>
              <a:t>CHANGE </a:t>
            </a:r>
            <a:r>
              <a:rPr b="1" lang="en-US"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Column (rename)</a:t>
            </a:r>
            <a:endParaRPr sz="2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39"/>
          <p:cNvSpPr txBox="1"/>
          <p:nvPr>
            <p:ph type="title"/>
          </p:nvPr>
        </p:nvSpPr>
        <p:spPr>
          <a:xfrm>
            <a:off x="1027106" y="1059181"/>
            <a:ext cx="5151120" cy="665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Table </a:t>
            </a:r>
            <a:r>
              <a:rPr lang="en-US">
                <a:solidFill>
                  <a:srgbClr val="FFFFFF"/>
                </a:solidFill>
              </a:rPr>
              <a:t>related Queries</a:t>
            </a:r>
            <a:endParaRPr/>
          </a:p>
        </p:txBody>
      </p:sp>
      <p:grpSp>
        <p:nvGrpSpPr>
          <p:cNvPr id="458" name="Google Shape;458;p39"/>
          <p:cNvGrpSpPr/>
          <p:nvPr/>
        </p:nvGrpSpPr>
        <p:grpSpPr>
          <a:xfrm>
            <a:off x="1039806" y="5365590"/>
            <a:ext cx="5031740" cy="2136140"/>
            <a:chOff x="1039806" y="5365590"/>
            <a:chExt cx="5031740" cy="2136140"/>
          </a:xfrm>
        </p:grpSpPr>
        <p:sp>
          <p:nvSpPr>
            <p:cNvPr id="459" name="Google Shape;459;p39"/>
            <p:cNvSpPr/>
            <p:nvPr/>
          </p:nvSpPr>
          <p:spPr>
            <a:xfrm>
              <a:off x="1039806" y="5365590"/>
              <a:ext cx="5031740" cy="2136140"/>
            </a:xfrm>
            <a:custGeom>
              <a:rect b="b" l="l" r="r" t="t"/>
              <a:pathLst>
                <a:path extrusionOk="0" h="2136140" w="5031740">
                  <a:moveTo>
                    <a:pt x="4545360" y="2135944"/>
                  </a:moveTo>
                  <a:lnTo>
                    <a:pt x="485774" y="2135944"/>
                  </a:lnTo>
                  <a:lnTo>
                    <a:pt x="437761" y="2133567"/>
                  </a:lnTo>
                  <a:lnTo>
                    <a:pt x="390561" y="2126524"/>
                  </a:lnTo>
                  <a:lnTo>
                    <a:pt x="344494" y="2114946"/>
                  </a:lnTo>
                  <a:lnTo>
                    <a:pt x="299876" y="2098966"/>
                  </a:lnTo>
                  <a:lnTo>
                    <a:pt x="257027" y="2078716"/>
                  </a:lnTo>
                  <a:lnTo>
                    <a:pt x="216266" y="2054328"/>
                  </a:lnTo>
                  <a:lnTo>
                    <a:pt x="177910" y="2025933"/>
                  </a:lnTo>
                  <a:lnTo>
                    <a:pt x="142279" y="1993663"/>
                  </a:lnTo>
                  <a:lnTo>
                    <a:pt x="110010" y="1958033"/>
                  </a:lnTo>
                  <a:lnTo>
                    <a:pt x="81615" y="1919677"/>
                  </a:lnTo>
                  <a:lnTo>
                    <a:pt x="57227" y="1878916"/>
                  </a:lnTo>
                  <a:lnTo>
                    <a:pt x="36977" y="1836067"/>
                  </a:lnTo>
                  <a:lnTo>
                    <a:pt x="20997" y="1791449"/>
                  </a:lnTo>
                  <a:lnTo>
                    <a:pt x="9419" y="1745381"/>
                  </a:lnTo>
                  <a:lnTo>
                    <a:pt x="2376" y="1698182"/>
                  </a:lnTo>
                  <a:lnTo>
                    <a:pt x="0" y="1650177"/>
                  </a:lnTo>
                  <a:lnTo>
                    <a:pt x="0" y="485766"/>
                  </a:lnTo>
                  <a:lnTo>
                    <a:pt x="2376" y="437761"/>
                  </a:lnTo>
                  <a:lnTo>
                    <a:pt x="9419" y="390562"/>
                  </a:lnTo>
                  <a:lnTo>
                    <a:pt x="20997" y="344494"/>
                  </a:lnTo>
                  <a:lnTo>
                    <a:pt x="36977" y="299876"/>
                  </a:lnTo>
                  <a:lnTo>
                    <a:pt x="57227" y="257027"/>
                  </a:lnTo>
                  <a:lnTo>
                    <a:pt x="81615" y="216266"/>
                  </a:lnTo>
                  <a:lnTo>
                    <a:pt x="110010" y="177911"/>
                  </a:lnTo>
                  <a:lnTo>
                    <a:pt x="142279" y="142280"/>
                  </a:lnTo>
                  <a:lnTo>
                    <a:pt x="177910" y="110010"/>
                  </a:lnTo>
                  <a:lnTo>
                    <a:pt x="216266" y="81615"/>
                  </a:lnTo>
                  <a:lnTo>
                    <a:pt x="257027" y="57227"/>
                  </a:lnTo>
                  <a:lnTo>
                    <a:pt x="299876" y="36977"/>
                  </a:lnTo>
                  <a:lnTo>
                    <a:pt x="344494" y="20997"/>
                  </a:lnTo>
                  <a:lnTo>
                    <a:pt x="390561" y="9420"/>
                  </a:lnTo>
                  <a:lnTo>
                    <a:pt x="437761" y="2377"/>
                  </a:lnTo>
                  <a:lnTo>
                    <a:pt x="485774" y="0"/>
                  </a:lnTo>
                  <a:lnTo>
                    <a:pt x="4545360" y="0"/>
                  </a:lnTo>
                  <a:lnTo>
                    <a:pt x="4593373" y="2377"/>
                  </a:lnTo>
                  <a:lnTo>
                    <a:pt x="4640572" y="9420"/>
                  </a:lnTo>
                  <a:lnTo>
                    <a:pt x="4686640" y="20997"/>
                  </a:lnTo>
                  <a:lnTo>
                    <a:pt x="4731257" y="36977"/>
                  </a:lnTo>
                  <a:lnTo>
                    <a:pt x="4774106" y="57227"/>
                  </a:lnTo>
                  <a:lnTo>
                    <a:pt x="4814867" y="81615"/>
                  </a:lnTo>
                  <a:lnTo>
                    <a:pt x="4853223" y="110010"/>
                  </a:lnTo>
                  <a:lnTo>
                    <a:pt x="4888854" y="142280"/>
                  </a:lnTo>
                  <a:lnTo>
                    <a:pt x="4921124" y="177911"/>
                  </a:lnTo>
                  <a:lnTo>
                    <a:pt x="4949519" y="216266"/>
                  </a:lnTo>
                  <a:lnTo>
                    <a:pt x="4973907" y="257027"/>
                  </a:lnTo>
                  <a:lnTo>
                    <a:pt x="4994157" y="299876"/>
                  </a:lnTo>
                  <a:lnTo>
                    <a:pt x="5010137" y="344494"/>
                  </a:lnTo>
                  <a:lnTo>
                    <a:pt x="5021714" y="390562"/>
                  </a:lnTo>
                  <a:lnTo>
                    <a:pt x="5028758" y="437761"/>
                  </a:lnTo>
                  <a:lnTo>
                    <a:pt x="5031134" y="485766"/>
                  </a:lnTo>
                  <a:lnTo>
                    <a:pt x="5031134" y="1650177"/>
                  </a:lnTo>
                  <a:lnTo>
                    <a:pt x="5028758" y="1698182"/>
                  </a:lnTo>
                  <a:lnTo>
                    <a:pt x="5021714" y="1745381"/>
                  </a:lnTo>
                  <a:lnTo>
                    <a:pt x="5010137" y="1791449"/>
                  </a:lnTo>
                  <a:lnTo>
                    <a:pt x="4994157" y="1836067"/>
                  </a:lnTo>
                  <a:lnTo>
                    <a:pt x="4973907" y="1878916"/>
                  </a:lnTo>
                  <a:lnTo>
                    <a:pt x="4949519" y="1919677"/>
                  </a:lnTo>
                  <a:lnTo>
                    <a:pt x="4921124" y="1958033"/>
                  </a:lnTo>
                  <a:lnTo>
                    <a:pt x="4888854" y="1993663"/>
                  </a:lnTo>
                  <a:lnTo>
                    <a:pt x="4853223" y="2025933"/>
                  </a:lnTo>
                  <a:lnTo>
                    <a:pt x="4814867" y="2054328"/>
                  </a:lnTo>
                  <a:lnTo>
                    <a:pt x="4774106" y="2078716"/>
                  </a:lnTo>
                  <a:lnTo>
                    <a:pt x="4731257" y="2098966"/>
                  </a:lnTo>
                  <a:lnTo>
                    <a:pt x="4686640" y="2114946"/>
                  </a:lnTo>
                  <a:lnTo>
                    <a:pt x="4640572" y="2126524"/>
                  </a:lnTo>
                  <a:lnTo>
                    <a:pt x="4593373" y="2133567"/>
                  </a:lnTo>
                  <a:lnTo>
                    <a:pt x="4545360" y="213594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460" name="Google Shape;460;p3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5054" y="5521689"/>
              <a:ext cx="4562474" cy="183832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61" name="Google Shape;461;p39"/>
          <p:cNvSpPr txBox="1"/>
          <p:nvPr/>
        </p:nvSpPr>
        <p:spPr>
          <a:xfrm>
            <a:off x="1027106" y="2024226"/>
            <a:ext cx="5883275" cy="1933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7D9FF"/>
                </a:solidFill>
                <a:latin typeface="Trebuchet MS"/>
                <a:ea typeface="Trebuchet MS"/>
                <a:cs typeface="Trebuchet MS"/>
                <a:sym typeface="Trebuchet MS"/>
              </a:rPr>
              <a:t>Truncate </a:t>
            </a:r>
            <a:r>
              <a:rPr b="1" lang="en-US"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(to delete table's data)</a:t>
            </a:r>
            <a:endParaRPr sz="2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3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None/>
            </a:pPr>
            <a:r>
              <a:t/>
            </a:r>
            <a:endParaRPr sz="34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A69EF1"/>
                </a:solidFill>
                <a:latin typeface="Trebuchet MS"/>
                <a:ea typeface="Trebuchet MS"/>
                <a:cs typeface="Trebuchet MS"/>
                <a:sym typeface="Trebuchet MS"/>
              </a:rPr>
              <a:t>TRUNCATE TABLE </a:t>
            </a:r>
            <a:r>
              <a:rPr i="1" lang="en-US"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table_name ;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40"/>
          <p:cNvSpPr txBox="1"/>
          <p:nvPr/>
        </p:nvSpPr>
        <p:spPr>
          <a:xfrm>
            <a:off x="1027106" y="1059180"/>
            <a:ext cx="15274925" cy="1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00" u="sng">
                <a:solidFill>
                  <a:srgbClr val="FFA511"/>
                </a:solidFill>
                <a:latin typeface="Trebuchet MS"/>
                <a:ea typeface="Trebuchet MS"/>
                <a:cs typeface="Trebuchet MS"/>
                <a:sym typeface="Trebuchet MS"/>
              </a:rPr>
              <a:t>Joins in SQL</a:t>
            </a:r>
            <a:endParaRPr sz="42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995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Join is used to combine rows from two or more tables, based on a related column between them.</a:t>
            </a:r>
            <a:endParaRPr sz="2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41"/>
          <p:cNvSpPr txBox="1"/>
          <p:nvPr>
            <p:ph type="title"/>
          </p:nvPr>
        </p:nvSpPr>
        <p:spPr>
          <a:xfrm>
            <a:off x="1027106" y="1059181"/>
            <a:ext cx="3418840" cy="665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rgbClr val="2E79F4"/>
                </a:solidFill>
              </a:rPr>
              <a:t>Types of Joins</a:t>
            </a:r>
            <a:endParaRPr/>
          </a:p>
        </p:txBody>
      </p:sp>
      <p:pic>
        <p:nvPicPr>
          <p:cNvPr id="472" name="Google Shape;472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88726" y="2399419"/>
            <a:ext cx="3752256" cy="235086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3" name="Google Shape;473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1866" y="2317525"/>
            <a:ext cx="3823895" cy="2378012"/>
          </a:xfrm>
          <a:prstGeom prst="rect">
            <a:avLst/>
          </a:prstGeom>
          <a:noFill/>
          <a:ln>
            <a:noFill/>
          </a:ln>
        </p:spPr>
      </p:pic>
      <p:pic>
        <p:nvPicPr>
          <p:cNvPr id="474" name="Google Shape;474;p4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08397" y="2399184"/>
            <a:ext cx="3766646" cy="2331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475" name="Google Shape;475;p4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826136" y="2429424"/>
            <a:ext cx="3715410" cy="2303491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41"/>
          <p:cNvSpPr/>
          <p:nvPr/>
        </p:nvSpPr>
        <p:spPr>
          <a:xfrm>
            <a:off x="7324700" y="5789193"/>
            <a:ext cx="8399145" cy="1144270"/>
          </a:xfrm>
          <a:custGeom>
            <a:rect b="b" l="l" r="r" t="t"/>
            <a:pathLst>
              <a:path extrusionOk="0" h="1144270" w="8399144">
                <a:moveTo>
                  <a:pt x="8398954" y="11722"/>
                </a:moveTo>
                <a:lnTo>
                  <a:pt x="8398764" y="0"/>
                </a:lnTo>
                <a:lnTo>
                  <a:pt x="8162963" y="5130"/>
                </a:lnTo>
                <a:lnTo>
                  <a:pt x="8160867" y="73190"/>
                </a:lnTo>
                <a:lnTo>
                  <a:pt x="8154454" y="146761"/>
                </a:lnTo>
                <a:lnTo>
                  <a:pt x="8148828" y="190792"/>
                </a:lnTo>
                <a:lnTo>
                  <a:pt x="8141182" y="238633"/>
                </a:lnTo>
                <a:lnTo>
                  <a:pt x="8131213" y="289547"/>
                </a:lnTo>
                <a:lnTo>
                  <a:pt x="8118589" y="342747"/>
                </a:lnTo>
                <a:lnTo>
                  <a:pt x="8103032" y="397510"/>
                </a:lnTo>
                <a:lnTo>
                  <a:pt x="8084210" y="453059"/>
                </a:lnTo>
                <a:lnTo>
                  <a:pt x="8061820" y="508647"/>
                </a:lnTo>
                <a:lnTo>
                  <a:pt x="8035569" y="563511"/>
                </a:lnTo>
                <a:lnTo>
                  <a:pt x="8005127" y="616902"/>
                </a:lnTo>
                <a:lnTo>
                  <a:pt x="7970202" y="668058"/>
                </a:lnTo>
                <a:lnTo>
                  <a:pt x="7930477" y="716229"/>
                </a:lnTo>
                <a:lnTo>
                  <a:pt x="7885646" y="760653"/>
                </a:lnTo>
                <a:lnTo>
                  <a:pt x="7835405" y="800569"/>
                </a:lnTo>
                <a:lnTo>
                  <a:pt x="7801940" y="822401"/>
                </a:lnTo>
                <a:lnTo>
                  <a:pt x="7766863" y="841781"/>
                </a:lnTo>
                <a:lnTo>
                  <a:pt x="7730172" y="858723"/>
                </a:lnTo>
                <a:lnTo>
                  <a:pt x="7691882" y="873213"/>
                </a:lnTo>
                <a:lnTo>
                  <a:pt x="7651991" y="885253"/>
                </a:lnTo>
                <a:lnTo>
                  <a:pt x="7610526" y="894842"/>
                </a:lnTo>
                <a:lnTo>
                  <a:pt x="7567473" y="901992"/>
                </a:lnTo>
                <a:lnTo>
                  <a:pt x="7522858" y="906703"/>
                </a:lnTo>
                <a:lnTo>
                  <a:pt x="7476668" y="908951"/>
                </a:lnTo>
                <a:lnTo>
                  <a:pt x="7428928" y="908773"/>
                </a:lnTo>
                <a:lnTo>
                  <a:pt x="7379640" y="906132"/>
                </a:lnTo>
                <a:lnTo>
                  <a:pt x="7328802" y="901052"/>
                </a:lnTo>
                <a:lnTo>
                  <a:pt x="7276427" y="893533"/>
                </a:lnTo>
                <a:lnTo>
                  <a:pt x="7222528" y="883564"/>
                </a:lnTo>
                <a:lnTo>
                  <a:pt x="7167105" y="871156"/>
                </a:lnTo>
                <a:lnTo>
                  <a:pt x="7110171" y="856310"/>
                </a:lnTo>
                <a:lnTo>
                  <a:pt x="7051726" y="839012"/>
                </a:lnTo>
                <a:lnTo>
                  <a:pt x="6991782" y="819277"/>
                </a:lnTo>
                <a:lnTo>
                  <a:pt x="6930339" y="797090"/>
                </a:lnTo>
                <a:lnTo>
                  <a:pt x="6785508" y="741070"/>
                </a:lnTo>
                <a:lnTo>
                  <a:pt x="6552717" y="645706"/>
                </a:lnTo>
                <a:lnTo>
                  <a:pt x="5768048" y="305409"/>
                </a:lnTo>
                <a:lnTo>
                  <a:pt x="5613146" y="243179"/>
                </a:lnTo>
                <a:lnTo>
                  <a:pt x="5513311" y="205905"/>
                </a:lnTo>
                <a:lnTo>
                  <a:pt x="5416207" y="172504"/>
                </a:lnTo>
                <a:lnTo>
                  <a:pt x="5321820" y="143433"/>
                </a:lnTo>
                <a:lnTo>
                  <a:pt x="5275631" y="130657"/>
                </a:lnTo>
                <a:lnTo>
                  <a:pt x="5230114" y="119126"/>
                </a:lnTo>
                <a:lnTo>
                  <a:pt x="5185270" y="108889"/>
                </a:lnTo>
                <a:lnTo>
                  <a:pt x="5141087" y="99999"/>
                </a:lnTo>
                <a:lnTo>
                  <a:pt x="5097564" y="92532"/>
                </a:lnTo>
                <a:lnTo>
                  <a:pt x="5054701" y="86525"/>
                </a:lnTo>
                <a:lnTo>
                  <a:pt x="5012499" y="82029"/>
                </a:lnTo>
                <a:lnTo>
                  <a:pt x="4970945" y="79108"/>
                </a:lnTo>
                <a:lnTo>
                  <a:pt x="4930051" y="77812"/>
                </a:lnTo>
                <a:lnTo>
                  <a:pt x="4889817" y="78193"/>
                </a:lnTo>
                <a:lnTo>
                  <a:pt x="4850219" y="80327"/>
                </a:lnTo>
                <a:lnTo>
                  <a:pt x="4811268" y="84239"/>
                </a:lnTo>
                <a:lnTo>
                  <a:pt x="4772965" y="90004"/>
                </a:lnTo>
                <a:lnTo>
                  <a:pt x="4735296" y="97663"/>
                </a:lnTo>
                <a:lnTo>
                  <a:pt x="4698263" y="107276"/>
                </a:lnTo>
                <a:lnTo>
                  <a:pt x="4661878" y="118910"/>
                </a:lnTo>
                <a:lnTo>
                  <a:pt x="4626114" y="132600"/>
                </a:lnTo>
                <a:lnTo>
                  <a:pt x="4590986" y="148412"/>
                </a:lnTo>
                <a:lnTo>
                  <a:pt x="4556201" y="166598"/>
                </a:lnTo>
                <a:lnTo>
                  <a:pt x="4522444" y="186931"/>
                </a:lnTo>
                <a:lnTo>
                  <a:pt x="4489729" y="209410"/>
                </a:lnTo>
                <a:lnTo>
                  <a:pt x="4458043" y="234048"/>
                </a:lnTo>
                <a:lnTo>
                  <a:pt x="4427372" y="260858"/>
                </a:lnTo>
                <a:lnTo>
                  <a:pt x="4397718" y="289852"/>
                </a:lnTo>
                <a:lnTo>
                  <a:pt x="4369066" y="321030"/>
                </a:lnTo>
                <a:lnTo>
                  <a:pt x="4341419" y="354406"/>
                </a:lnTo>
                <a:lnTo>
                  <a:pt x="4314761" y="390004"/>
                </a:lnTo>
                <a:lnTo>
                  <a:pt x="4289095" y="427824"/>
                </a:lnTo>
                <a:lnTo>
                  <a:pt x="4264406" y="467880"/>
                </a:lnTo>
                <a:lnTo>
                  <a:pt x="4240682" y="510171"/>
                </a:lnTo>
                <a:lnTo>
                  <a:pt x="4217924" y="554736"/>
                </a:lnTo>
                <a:lnTo>
                  <a:pt x="4199382" y="594575"/>
                </a:lnTo>
                <a:lnTo>
                  <a:pt x="4180840" y="554736"/>
                </a:lnTo>
                <a:lnTo>
                  <a:pt x="4158081" y="510171"/>
                </a:lnTo>
                <a:lnTo>
                  <a:pt x="4134358" y="467880"/>
                </a:lnTo>
                <a:lnTo>
                  <a:pt x="4109669" y="427824"/>
                </a:lnTo>
                <a:lnTo>
                  <a:pt x="4084002" y="390004"/>
                </a:lnTo>
                <a:lnTo>
                  <a:pt x="4057345" y="354406"/>
                </a:lnTo>
                <a:lnTo>
                  <a:pt x="4029697" y="321030"/>
                </a:lnTo>
                <a:lnTo>
                  <a:pt x="4001046" y="289852"/>
                </a:lnTo>
                <a:lnTo>
                  <a:pt x="3971391" y="260858"/>
                </a:lnTo>
                <a:lnTo>
                  <a:pt x="3940733" y="234048"/>
                </a:lnTo>
                <a:lnTo>
                  <a:pt x="3909034" y="209410"/>
                </a:lnTo>
                <a:lnTo>
                  <a:pt x="3876319" y="186931"/>
                </a:lnTo>
                <a:lnTo>
                  <a:pt x="3842575" y="166598"/>
                </a:lnTo>
                <a:lnTo>
                  <a:pt x="3807777" y="148412"/>
                </a:lnTo>
                <a:lnTo>
                  <a:pt x="3772649" y="132600"/>
                </a:lnTo>
                <a:lnTo>
                  <a:pt x="3736898" y="118910"/>
                </a:lnTo>
                <a:lnTo>
                  <a:pt x="3700500" y="107276"/>
                </a:lnTo>
                <a:lnTo>
                  <a:pt x="3663480" y="97663"/>
                </a:lnTo>
                <a:lnTo>
                  <a:pt x="3625824" y="90004"/>
                </a:lnTo>
                <a:lnTo>
                  <a:pt x="3587521" y="84239"/>
                </a:lnTo>
                <a:lnTo>
                  <a:pt x="3548570" y="80327"/>
                </a:lnTo>
                <a:lnTo>
                  <a:pt x="3508984" y="78193"/>
                </a:lnTo>
                <a:lnTo>
                  <a:pt x="3468738" y="77812"/>
                </a:lnTo>
                <a:lnTo>
                  <a:pt x="3427857" y="79108"/>
                </a:lnTo>
                <a:lnTo>
                  <a:pt x="3386315" y="82029"/>
                </a:lnTo>
                <a:lnTo>
                  <a:pt x="3344113" y="86525"/>
                </a:lnTo>
                <a:lnTo>
                  <a:pt x="3301263" y="92532"/>
                </a:lnTo>
                <a:lnTo>
                  <a:pt x="3257753" y="99999"/>
                </a:lnTo>
                <a:lnTo>
                  <a:pt x="3213570" y="108889"/>
                </a:lnTo>
                <a:lnTo>
                  <a:pt x="3168739" y="119126"/>
                </a:lnTo>
                <a:lnTo>
                  <a:pt x="3123222" y="130657"/>
                </a:lnTo>
                <a:lnTo>
                  <a:pt x="3077045" y="143433"/>
                </a:lnTo>
                <a:lnTo>
                  <a:pt x="2982671" y="172504"/>
                </a:lnTo>
                <a:lnTo>
                  <a:pt x="2885579" y="205905"/>
                </a:lnTo>
                <a:lnTo>
                  <a:pt x="2785770" y="243179"/>
                </a:lnTo>
                <a:lnTo>
                  <a:pt x="2683192" y="283895"/>
                </a:lnTo>
                <a:lnTo>
                  <a:pt x="2524150" y="350469"/>
                </a:lnTo>
                <a:lnTo>
                  <a:pt x="1936648" y="607174"/>
                </a:lnTo>
                <a:lnTo>
                  <a:pt x="1660626" y="722160"/>
                </a:lnTo>
                <a:lnTo>
                  <a:pt x="1468424" y="797090"/>
                </a:lnTo>
                <a:lnTo>
                  <a:pt x="1407071" y="819251"/>
                </a:lnTo>
                <a:lnTo>
                  <a:pt x="1347203" y="838962"/>
                </a:lnTo>
                <a:lnTo>
                  <a:pt x="1288834" y="856246"/>
                </a:lnTo>
                <a:lnTo>
                  <a:pt x="1231963" y="871093"/>
                </a:lnTo>
                <a:lnTo>
                  <a:pt x="1176604" y="883500"/>
                </a:lnTo>
                <a:lnTo>
                  <a:pt x="1122756" y="893470"/>
                </a:lnTo>
                <a:lnTo>
                  <a:pt x="1070432" y="901001"/>
                </a:lnTo>
                <a:lnTo>
                  <a:pt x="1019644" y="906094"/>
                </a:lnTo>
                <a:lnTo>
                  <a:pt x="970394" y="908761"/>
                </a:lnTo>
                <a:lnTo>
                  <a:pt x="922680" y="908977"/>
                </a:lnTo>
                <a:lnTo>
                  <a:pt x="876528" y="906754"/>
                </a:lnTo>
                <a:lnTo>
                  <a:pt x="831938" y="902081"/>
                </a:lnTo>
                <a:lnTo>
                  <a:pt x="788911" y="894981"/>
                </a:lnTo>
                <a:lnTo>
                  <a:pt x="747458" y="885444"/>
                </a:lnTo>
                <a:lnTo>
                  <a:pt x="707593" y="873455"/>
                </a:lnTo>
                <a:lnTo>
                  <a:pt x="669315" y="859040"/>
                </a:lnTo>
                <a:lnTo>
                  <a:pt x="632637" y="842175"/>
                </a:lnTo>
                <a:lnTo>
                  <a:pt x="597560" y="822858"/>
                </a:lnTo>
                <a:lnTo>
                  <a:pt x="564095" y="801116"/>
                </a:lnTo>
                <a:lnTo>
                  <a:pt x="514032" y="761453"/>
                </a:lnTo>
                <a:lnTo>
                  <a:pt x="469341" y="717245"/>
                </a:lnTo>
                <a:lnTo>
                  <a:pt x="429704" y="669226"/>
                </a:lnTo>
                <a:lnTo>
                  <a:pt x="394830" y="618185"/>
                </a:lnTo>
                <a:lnTo>
                  <a:pt x="364413" y="564857"/>
                </a:lnTo>
                <a:lnTo>
                  <a:pt x="338150" y="510019"/>
                </a:lnTo>
                <a:lnTo>
                  <a:pt x="315722" y="454431"/>
                </a:lnTo>
                <a:lnTo>
                  <a:pt x="296849" y="398830"/>
                </a:lnTo>
                <a:lnTo>
                  <a:pt x="281203" y="344004"/>
                </a:lnTo>
                <a:lnTo>
                  <a:pt x="268490" y="290703"/>
                </a:lnTo>
                <a:lnTo>
                  <a:pt x="258406" y="239687"/>
                </a:lnTo>
                <a:lnTo>
                  <a:pt x="250647" y="191706"/>
                </a:lnTo>
                <a:lnTo>
                  <a:pt x="244906" y="147535"/>
                </a:lnTo>
                <a:lnTo>
                  <a:pt x="240880" y="107924"/>
                </a:lnTo>
                <a:lnTo>
                  <a:pt x="236753" y="45440"/>
                </a:lnTo>
                <a:lnTo>
                  <a:pt x="235800" y="4940"/>
                </a:lnTo>
                <a:lnTo>
                  <a:pt x="0" y="0"/>
                </a:lnTo>
                <a:lnTo>
                  <a:pt x="1092" y="61976"/>
                </a:lnTo>
                <a:lnTo>
                  <a:pt x="5041" y="123723"/>
                </a:lnTo>
                <a:lnTo>
                  <a:pt x="13373" y="201460"/>
                </a:lnTo>
                <a:lnTo>
                  <a:pt x="19672" y="245262"/>
                </a:lnTo>
                <a:lnTo>
                  <a:pt x="27660" y="291807"/>
                </a:lnTo>
                <a:lnTo>
                  <a:pt x="37528" y="340639"/>
                </a:lnTo>
                <a:lnTo>
                  <a:pt x="49479" y="391363"/>
                </a:lnTo>
                <a:lnTo>
                  <a:pt x="63703" y="443547"/>
                </a:lnTo>
                <a:lnTo>
                  <a:pt x="80416" y="496760"/>
                </a:lnTo>
                <a:lnTo>
                  <a:pt x="99796" y="550583"/>
                </a:lnTo>
                <a:lnTo>
                  <a:pt x="122047" y="604608"/>
                </a:lnTo>
                <a:lnTo>
                  <a:pt x="147370" y="658380"/>
                </a:lnTo>
                <a:lnTo>
                  <a:pt x="175971" y="711504"/>
                </a:lnTo>
                <a:lnTo>
                  <a:pt x="208026" y="763549"/>
                </a:lnTo>
                <a:lnTo>
                  <a:pt x="243738" y="814082"/>
                </a:lnTo>
                <a:lnTo>
                  <a:pt x="283324" y="862685"/>
                </a:lnTo>
                <a:lnTo>
                  <a:pt x="326961" y="908939"/>
                </a:lnTo>
                <a:lnTo>
                  <a:pt x="374853" y="952423"/>
                </a:lnTo>
                <a:lnTo>
                  <a:pt x="427202" y="992695"/>
                </a:lnTo>
                <a:lnTo>
                  <a:pt x="462076" y="1015961"/>
                </a:lnTo>
                <a:lnTo>
                  <a:pt x="498030" y="1037285"/>
                </a:lnTo>
                <a:lnTo>
                  <a:pt x="535063" y="1056665"/>
                </a:lnTo>
                <a:lnTo>
                  <a:pt x="573151" y="1074127"/>
                </a:lnTo>
                <a:lnTo>
                  <a:pt x="612305" y="1089647"/>
                </a:lnTo>
                <a:lnTo>
                  <a:pt x="652513" y="1103236"/>
                </a:lnTo>
                <a:lnTo>
                  <a:pt x="693775" y="1114894"/>
                </a:lnTo>
                <a:lnTo>
                  <a:pt x="736079" y="1124623"/>
                </a:lnTo>
                <a:lnTo>
                  <a:pt x="779437" y="1132408"/>
                </a:lnTo>
                <a:lnTo>
                  <a:pt x="823823" y="1138262"/>
                </a:lnTo>
                <a:lnTo>
                  <a:pt x="869251" y="1142187"/>
                </a:lnTo>
                <a:lnTo>
                  <a:pt x="915695" y="1144168"/>
                </a:lnTo>
                <a:lnTo>
                  <a:pt x="963180" y="1144219"/>
                </a:lnTo>
                <a:lnTo>
                  <a:pt x="1011682" y="1142339"/>
                </a:lnTo>
                <a:lnTo>
                  <a:pt x="1061186" y="1138516"/>
                </a:lnTo>
                <a:lnTo>
                  <a:pt x="1111707" y="1132763"/>
                </a:lnTo>
                <a:lnTo>
                  <a:pt x="1163243" y="1125067"/>
                </a:lnTo>
                <a:lnTo>
                  <a:pt x="1215771" y="1115441"/>
                </a:lnTo>
                <a:lnTo>
                  <a:pt x="1269301" y="1103884"/>
                </a:lnTo>
                <a:lnTo>
                  <a:pt x="1323822" y="1090383"/>
                </a:lnTo>
                <a:lnTo>
                  <a:pt x="1379334" y="1074953"/>
                </a:lnTo>
                <a:lnTo>
                  <a:pt x="1435823" y="1057579"/>
                </a:lnTo>
                <a:lnTo>
                  <a:pt x="1493291" y="1038275"/>
                </a:lnTo>
                <a:lnTo>
                  <a:pt x="1551736" y="1017041"/>
                </a:lnTo>
                <a:lnTo>
                  <a:pt x="1749221" y="940028"/>
                </a:lnTo>
                <a:lnTo>
                  <a:pt x="1986965" y="841425"/>
                </a:lnTo>
                <a:lnTo>
                  <a:pt x="2521572" y="607860"/>
                </a:lnTo>
                <a:lnTo>
                  <a:pt x="2749981" y="510628"/>
                </a:lnTo>
                <a:lnTo>
                  <a:pt x="2858351" y="467156"/>
                </a:lnTo>
                <a:lnTo>
                  <a:pt x="2962694" y="427875"/>
                </a:lnTo>
                <a:lnTo>
                  <a:pt x="3062922" y="393382"/>
                </a:lnTo>
                <a:lnTo>
                  <a:pt x="3111462" y="378117"/>
                </a:lnTo>
                <a:lnTo>
                  <a:pt x="3158934" y="364261"/>
                </a:lnTo>
                <a:lnTo>
                  <a:pt x="3205327" y="351891"/>
                </a:lnTo>
                <a:lnTo>
                  <a:pt x="3250641" y="341096"/>
                </a:lnTo>
                <a:lnTo>
                  <a:pt x="3294837" y="331927"/>
                </a:lnTo>
                <a:lnTo>
                  <a:pt x="3337915" y="324459"/>
                </a:lnTo>
                <a:lnTo>
                  <a:pt x="3379876" y="318782"/>
                </a:lnTo>
                <a:lnTo>
                  <a:pt x="3420681" y="314947"/>
                </a:lnTo>
                <a:lnTo>
                  <a:pt x="3460343" y="313042"/>
                </a:lnTo>
                <a:lnTo>
                  <a:pt x="3498837" y="313131"/>
                </a:lnTo>
                <a:lnTo>
                  <a:pt x="3572281" y="319608"/>
                </a:lnTo>
                <a:lnTo>
                  <a:pt x="3640925" y="334962"/>
                </a:lnTo>
                <a:lnTo>
                  <a:pt x="3704653" y="359752"/>
                </a:lnTo>
                <a:lnTo>
                  <a:pt x="3769957" y="399237"/>
                </a:lnTo>
                <a:lnTo>
                  <a:pt x="3800843" y="423964"/>
                </a:lnTo>
                <a:lnTo>
                  <a:pt x="3830586" y="452056"/>
                </a:lnTo>
                <a:lnTo>
                  <a:pt x="3859187" y="483514"/>
                </a:lnTo>
                <a:lnTo>
                  <a:pt x="3886644" y="518388"/>
                </a:lnTo>
                <a:lnTo>
                  <a:pt x="3912997" y="556666"/>
                </a:lnTo>
                <a:lnTo>
                  <a:pt x="3938232" y="598385"/>
                </a:lnTo>
                <a:lnTo>
                  <a:pt x="3962387" y="643572"/>
                </a:lnTo>
                <a:lnTo>
                  <a:pt x="3985450" y="692226"/>
                </a:lnTo>
                <a:lnTo>
                  <a:pt x="4007459" y="744397"/>
                </a:lnTo>
                <a:lnTo>
                  <a:pt x="4028402" y="800087"/>
                </a:lnTo>
                <a:lnTo>
                  <a:pt x="4048315" y="859320"/>
                </a:lnTo>
                <a:lnTo>
                  <a:pt x="4067200" y="922108"/>
                </a:lnTo>
                <a:lnTo>
                  <a:pt x="4085056" y="988491"/>
                </a:lnTo>
                <a:lnTo>
                  <a:pt x="4199382" y="959586"/>
                </a:lnTo>
                <a:lnTo>
                  <a:pt x="4313707" y="988491"/>
                </a:lnTo>
                <a:lnTo>
                  <a:pt x="4331576" y="922108"/>
                </a:lnTo>
                <a:lnTo>
                  <a:pt x="4350448" y="859320"/>
                </a:lnTo>
                <a:lnTo>
                  <a:pt x="4370362" y="800087"/>
                </a:lnTo>
                <a:lnTo>
                  <a:pt x="4391304" y="744397"/>
                </a:lnTo>
                <a:lnTo>
                  <a:pt x="4413313" y="692226"/>
                </a:lnTo>
                <a:lnTo>
                  <a:pt x="4436376" y="643572"/>
                </a:lnTo>
                <a:lnTo>
                  <a:pt x="4460532" y="598385"/>
                </a:lnTo>
                <a:lnTo>
                  <a:pt x="4485779" y="556666"/>
                </a:lnTo>
                <a:lnTo>
                  <a:pt x="4512119" y="518388"/>
                </a:lnTo>
                <a:lnTo>
                  <a:pt x="4539589" y="483514"/>
                </a:lnTo>
                <a:lnTo>
                  <a:pt x="4568177" y="452056"/>
                </a:lnTo>
                <a:lnTo>
                  <a:pt x="4597920" y="423964"/>
                </a:lnTo>
                <a:lnTo>
                  <a:pt x="4628807" y="399237"/>
                </a:lnTo>
                <a:lnTo>
                  <a:pt x="4660874" y="377837"/>
                </a:lnTo>
                <a:lnTo>
                  <a:pt x="4725378" y="346138"/>
                </a:lnTo>
                <a:lnTo>
                  <a:pt x="4791608" y="326136"/>
                </a:lnTo>
                <a:lnTo>
                  <a:pt x="4862690" y="315302"/>
                </a:lnTo>
                <a:lnTo>
                  <a:pt x="4938522" y="313042"/>
                </a:lnTo>
                <a:lnTo>
                  <a:pt x="4978197" y="314947"/>
                </a:lnTo>
                <a:lnTo>
                  <a:pt x="5019014" y="318782"/>
                </a:lnTo>
                <a:lnTo>
                  <a:pt x="5060988" y="324459"/>
                </a:lnTo>
                <a:lnTo>
                  <a:pt x="5104066" y="331927"/>
                </a:lnTo>
                <a:lnTo>
                  <a:pt x="5148275" y="341096"/>
                </a:lnTo>
                <a:lnTo>
                  <a:pt x="5193589" y="351891"/>
                </a:lnTo>
                <a:lnTo>
                  <a:pt x="5239982" y="364261"/>
                </a:lnTo>
                <a:lnTo>
                  <a:pt x="5287467" y="378117"/>
                </a:lnTo>
                <a:lnTo>
                  <a:pt x="5336006" y="393382"/>
                </a:lnTo>
                <a:lnTo>
                  <a:pt x="5385600" y="409994"/>
                </a:lnTo>
                <a:lnTo>
                  <a:pt x="5487911" y="446951"/>
                </a:lnTo>
                <a:lnTo>
                  <a:pt x="5594286" y="488403"/>
                </a:lnTo>
                <a:lnTo>
                  <a:pt x="5761253" y="557733"/>
                </a:lnTo>
                <a:lnTo>
                  <a:pt x="6275032" y="782523"/>
                </a:lnTo>
                <a:lnTo>
                  <a:pt x="6601117" y="920407"/>
                </a:lnTo>
                <a:lnTo>
                  <a:pt x="6797129" y="998067"/>
                </a:lnTo>
                <a:lnTo>
                  <a:pt x="6905498" y="1038275"/>
                </a:lnTo>
                <a:lnTo>
                  <a:pt x="6962978" y="1057579"/>
                </a:lnTo>
                <a:lnTo>
                  <a:pt x="7019493" y="1074953"/>
                </a:lnTo>
                <a:lnTo>
                  <a:pt x="7075005" y="1090383"/>
                </a:lnTo>
                <a:lnTo>
                  <a:pt x="7129539" y="1103884"/>
                </a:lnTo>
                <a:lnTo>
                  <a:pt x="7183069" y="1115441"/>
                </a:lnTo>
                <a:lnTo>
                  <a:pt x="7235609" y="1125067"/>
                </a:lnTo>
                <a:lnTo>
                  <a:pt x="7287146" y="1132763"/>
                </a:lnTo>
                <a:lnTo>
                  <a:pt x="7337666" y="1138516"/>
                </a:lnTo>
                <a:lnTo>
                  <a:pt x="7387183" y="1142339"/>
                </a:lnTo>
                <a:lnTo>
                  <a:pt x="7435685" y="1144219"/>
                </a:lnTo>
                <a:lnTo>
                  <a:pt x="7483157" y="1144168"/>
                </a:lnTo>
                <a:lnTo>
                  <a:pt x="7529614" y="1142187"/>
                </a:lnTo>
                <a:lnTo>
                  <a:pt x="7575042" y="1138262"/>
                </a:lnTo>
                <a:lnTo>
                  <a:pt x="7619428" y="1132408"/>
                </a:lnTo>
                <a:lnTo>
                  <a:pt x="7662786" y="1124623"/>
                </a:lnTo>
                <a:lnTo>
                  <a:pt x="7705090" y="1114894"/>
                </a:lnTo>
                <a:lnTo>
                  <a:pt x="7746365" y="1103236"/>
                </a:lnTo>
                <a:lnTo>
                  <a:pt x="7786573" y="1089647"/>
                </a:lnTo>
                <a:lnTo>
                  <a:pt x="7825740" y="1074127"/>
                </a:lnTo>
                <a:lnTo>
                  <a:pt x="7863840" y="1056665"/>
                </a:lnTo>
                <a:lnTo>
                  <a:pt x="7900873" y="1037285"/>
                </a:lnTo>
                <a:lnTo>
                  <a:pt x="7936852" y="1015961"/>
                </a:lnTo>
                <a:lnTo>
                  <a:pt x="7971752" y="992695"/>
                </a:lnTo>
                <a:lnTo>
                  <a:pt x="8021040" y="954925"/>
                </a:lnTo>
                <a:lnTo>
                  <a:pt x="8066392" y="914311"/>
                </a:lnTo>
                <a:lnTo>
                  <a:pt x="8107959" y="871194"/>
                </a:lnTo>
                <a:lnTo>
                  <a:pt x="8145932" y="825931"/>
                </a:lnTo>
                <a:lnTo>
                  <a:pt x="8180451" y="778891"/>
                </a:lnTo>
                <a:lnTo>
                  <a:pt x="8211680" y="730389"/>
                </a:lnTo>
                <a:lnTo>
                  <a:pt x="8239798" y="680808"/>
                </a:lnTo>
                <a:lnTo>
                  <a:pt x="8264957" y="630491"/>
                </a:lnTo>
                <a:lnTo>
                  <a:pt x="8287321" y="579780"/>
                </a:lnTo>
                <a:lnTo>
                  <a:pt x="8307057" y="529043"/>
                </a:lnTo>
                <a:lnTo>
                  <a:pt x="8324316" y="478612"/>
                </a:lnTo>
                <a:lnTo>
                  <a:pt x="8339290" y="428853"/>
                </a:lnTo>
                <a:lnTo>
                  <a:pt x="8352117" y="380111"/>
                </a:lnTo>
                <a:lnTo>
                  <a:pt x="8362975" y="332740"/>
                </a:lnTo>
                <a:lnTo>
                  <a:pt x="8372018" y="287096"/>
                </a:lnTo>
                <a:lnTo>
                  <a:pt x="8379422" y="243522"/>
                </a:lnTo>
                <a:lnTo>
                  <a:pt x="8385340" y="202361"/>
                </a:lnTo>
                <a:lnTo>
                  <a:pt x="8393366" y="128739"/>
                </a:lnTo>
                <a:lnTo>
                  <a:pt x="8397430" y="69037"/>
                </a:lnTo>
                <a:lnTo>
                  <a:pt x="8398954" y="11722"/>
                </a:lnTo>
                <a:close/>
              </a:path>
            </a:pathLst>
          </a:custGeom>
          <a:solidFill>
            <a:srgbClr val="BED0D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41"/>
          <p:cNvSpPr txBox="1"/>
          <p:nvPr/>
        </p:nvSpPr>
        <p:spPr>
          <a:xfrm>
            <a:off x="1970925" y="5082572"/>
            <a:ext cx="1635760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4172F"/>
                </a:solidFill>
                <a:latin typeface="Trebuchet MS"/>
                <a:ea typeface="Trebuchet MS"/>
                <a:cs typeface="Trebuchet MS"/>
                <a:sym typeface="Trebuchet MS"/>
              </a:rPr>
              <a:t>Inner Join</a:t>
            </a:r>
            <a:endParaRPr sz="2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78" name="Google Shape;478;p41"/>
          <p:cNvSpPr txBox="1"/>
          <p:nvPr/>
        </p:nvSpPr>
        <p:spPr>
          <a:xfrm>
            <a:off x="6675834" y="5149822"/>
            <a:ext cx="1418590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4172F"/>
                </a:solidFill>
                <a:latin typeface="Trebuchet MS"/>
                <a:ea typeface="Trebuchet MS"/>
                <a:cs typeface="Trebuchet MS"/>
                <a:sym typeface="Trebuchet MS"/>
              </a:rPr>
              <a:t>Left Join</a:t>
            </a:r>
            <a:endParaRPr sz="2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79" name="Google Shape;479;p41"/>
          <p:cNvSpPr txBox="1"/>
          <p:nvPr/>
        </p:nvSpPr>
        <p:spPr>
          <a:xfrm>
            <a:off x="10870496" y="5149822"/>
            <a:ext cx="1626870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4172F"/>
                </a:solidFill>
                <a:latin typeface="Trebuchet MS"/>
                <a:ea typeface="Trebuchet MS"/>
                <a:cs typeface="Trebuchet MS"/>
                <a:sym typeface="Trebuchet MS"/>
              </a:rPr>
              <a:t>Right Join</a:t>
            </a:r>
            <a:endParaRPr sz="2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80" name="Google Shape;480;p41"/>
          <p:cNvSpPr txBox="1"/>
          <p:nvPr/>
        </p:nvSpPr>
        <p:spPr>
          <a:xfrm>
            <a:off x="15279152" y="5149822"/>
            <a:ext cx="1414780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4172F"/>
                </a:solidFill>
                <a:latin typeface="Trebuchet MS"/>
                <a:ea typeface="Trebuchet MS"/>
                <a:cs typeface="Trebuchet MS"/>
                <a:sym typeface="Trebuchet MS"/>
              </a:rPr>
              <a:t>Full Join</a:t>
            </a:r>
            <a:endParaRPr sz="2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81" name="Google Shape;481;p41"/>
          <p:cNvSpPr txBox="1"/>
          <p:nvPr/>
        </p:nvSpPr>
        <p:spPr>
          <a:xfrm>
            <a:off x="10585610" y="7025103"/>
            <a:ext cx="1882139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4172F"/>
                </a:solidFill>
                <a:latin typeface="Trebuchet MS"/>
                <a:ea typeface="Trebuchet MS"/>
                <a:cs typeface="Trebuchet MS"/>
                <a:sym typeface="Trebuchet MS"/>
              </a:rPr>
              <a:t>Outer Joins</a:t>
            </a:r>
            <a:endParaRPr sz="2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42"/>
          <p:cNvSpPr txBox="1"/>
          <p:nvPr>
            <p:ph type="title"/>
          </p:nvPr>
        </p:nvSpPr>
        <p:spPr>
          <a:xfrm>
            <a:off x="1027106" y="1059179"/>
            <a:ext cx="2440940" cy="665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rgbClr val="2E79F4"/>
                </a:solidFill>
              </a:rPr>
              <a:t>Inner Join</a:t>
            </a:r>
            <a:endParaRPr/>
          </a:p>
        </p:txBody>
      </p:sp>
      <p:sp>
        <p:nvSpPr>
          <p:cNvPr id="487" name="Google Shape;487;p42"/>
          <p:cNvSpPr txBox="1"/>
          <p:nvPr/>
        </p:nvSpPr>
        <p:spPr>
          <a:xfrm>
            <a:off x="1016148" y="2001505"/>
            <a:ext cx="9006205" cy="4372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Returns records that have matching values in both tables</a:t>
            </a:r>
            <a:endParaRPr sz="2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3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None/>
            </a:pPr>
            <a:r>
              <a:t/>
            </a:r>
            <a:endParaRPr sz="415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349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800">
                <a:solidFill>
                  <a:srgbClr val="04172F"/>
                </a:solidFill>
                <a:latin typeface="Arial"/>
                <a:ea typeface="Arial"/>
                <a:cs typeface="Arial"/>
                <a:sym typeface="Arial"/>
              </a:rPr>
              <a:t>Syntax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3495" marR="5447665" rtl="0" algn="l">
              <a:lnSpc>
                <a:spcPct val="115199"/>
              </a:lnSpc>
              <a:spcBef>
                <a:spcPts val="113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76ABC"/>
                </a:solidFill>
                <a:latin typeface="Trebuchet MS"/>
                <a:ea typeface="Trebuchet MS"/>
                <a:cs typeface="Trebuchet MS"/>
                <a:sym typeface="Trebuchet MS"/>
              </a:rPr>
              <a:t>SELECT </a:t>
            </a:r>
            <a:r>
              <a:rPr i="1"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column(s)  </a:t>
            </a:r>
            <a:r>
              <a:rPr b="1" lang="en-US" sz="3200">
                <a:solidFill>
                  <a:srgbClr val="F76ABC"/>
                </a:solidFill>
                <a:latin typeface="Trebuchet MS"/>
                <a:ea typeface="Trebuchet MS"/>
                <a:cs typeface="Trebuchet MS"/>
                <a:sym typeface="Trebuchet MS"/>
              </a:rPr>
              <a:t>FROM </a:t>
            </a:r>
            <a:r>
              <a:rPr b="1" i="1"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tableA  </a:t>
            </a:r>
            <a:r>
              <a:rPr b="1" lang="en-US" sz="3200">
                <a:solidFill>
                  <a:srgbClr val="F76ABC"/>
                </a:solidFill>
                <a:latin typeface="Trebuchet MS"/>
                <a:ea typeface="Trebuchet MS"/>
                <a:cs typeface="Trebuchet MS"/>
                <a:sym typeface="Trebuchet MS"/>
              </a:rPr>
              <a:t>INNER JOIN </a:t>
            </a:r>
            <a:r>
              <a:rPr b="1" i="1"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tableB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3495" marR="0" rtl="0" algn="l">
              <a:lnSpc>
                <a:spcPct val="100000"/>
              </a:lnSpc>
              <a:spcBef>
                <a:spcPts val="585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76ABC"/>
                </a:solidFill>
                <a:latin typeface="Trebuchet MS"/>
                <a:ea typeface="Trebuchet MS"/>
                <a:cs typeface="Trebuchet MS"/>
                <a:sym typeface="Trebuchet MS"/>
              </a:rPr>
              <a:t>ON </a:t>
            </a:r>
            <a:r>
              <a:rPr i="1"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tableA.col_name = tableB.col_name</a:t>
            </a:r>
            <a:r>
              <a:rPr b="1" i="1"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8" name="Google Shape;488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697136" y="1530652"/>
            <a:ext cx="3823895" cy="23780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3" name="Google Shape;493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68666" y="3313457"/>
            <a:ext cx="4648024" cy="3034406"/>
          </a:xfrm>
          <a:prstGeom prst="rect">
            <a:avLst/>
          </a:prstGeom>
          <a:noFill/>
          <a:ln>
            <a:noFill/>
          </a:ln>
        </p:spPr>
      </p:pic>
      <p:pic>
        <p:nvPicPr>
          <p:cNvPr id="494" name="Google Shape;494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6759" y="3309568"/>
            <a:ext cx="3717868" cy="2509916"/>
          </a:xfrm>
          <a:prstGeom prst="rect">
            <a:avLst/>
          </a:prstGeom>
          <a:noFill/>
          <a:ln>
            <a:noFill/>
          </a:ln>
        </p:spPr>
      </p:pic>
      <p:pic>
        <p:nvPicPr>
          <p:cNvPr id="495" name="Google Shape;495;p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66524" y="7850160"/>
            <a:ext cx="6500615" cy="1681426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p43"/>
          <p:cNvSpPr txBox="1"/>
          <p:nvPr>
            <p:ph type="title"/>
          </p:nvPr>
        </p:nvSpPr>
        <p:spPr>
          <a:xfrm>
            <a:off x="1027106" y="776635"/>
            <a:ext cx="2440940" cy="1563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952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rgbClr val="2E79F4"/>
                </a:solidFill>
              </a:rPr>
              <a:t>Inner Join</a:t>
            </a:r>
            <a:endParaRPr/>
          </a:p>
          <a:p>
            <a:pPr indent="0" lvl="0" marL="78105" rtl="0" algn="l">
              <a:lnSpc>
                <a:spcPct val="100000"/>
              </a:lnSpc>
              <a:spcBef>
                <a:spcPts val="1480"/>
              </a:spcBef>
              <a:spcAft>
                <a:spcPts val="0"/>
              </a:spcAft>
              <a:buNone/>
            </a:pPr>
            <a:r>
              <a:rPr i="1" lang="en-US" sz="2800" u="none">
                <a:solidFill>
                  <a:srgbClr val="04172F"/>
                </a:solidFill>
                <a:latin typeface="Arial"/>
                <a:ea typeface="Arial"/>
                <a:cs typeface="Arial"/>
                <a:sym typeface="Arial"/>
              </a:rPr>
              <a:t>Example</a:t>
            </a: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43"/>
          <p:cNvSpPr txBox="1"/>
          <p:nvPr/>
        </p:nvSpPr>
        <p:spPr>
          <a:xfrm>
            <a:off x="11303787" y="796440"/>
            <a:ext cx="6409690" cy="18561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36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F76ABC"/>
                </a:solidFill>
                <a:latin typeface="Trebuchet MS"/>
                <a:ea typeface="Trebuchet MS"/>
                <a:cs typeface="Trebuchet MS"/>
                <a:sym typeface="Trebuchet MS"/>
              </a:rPr>
              <a:t>SELECT </a:t>
            </a:r>
            <a:r>
              <a:rPr i="1" lang="en-US" sz="2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484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F76ABC"/>
                </a:solidFill>
                <a:latin typeface="Trebuchet MS"/>
                <a:ea typeface="Trebuchet MS"/>
                <a:cs typeface="Trebuchet MS"/>
                <a:sym typeface="Trebuchet MS"/>
              </a:rPr>
              <a:t>FROM </a:t>
            </a:r>
            <a:r>
              <a:rPr b="1" i="1" lang="en-US" sz="2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student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F76ABC"/>
                </a:solidFill>
                <a:latin typeface="Trebuchet MS"/>
                <a:ea typeface="Trebuchet MS"/>
                <a:cs typeface="Trebuchet MS"/>
                <a:sym typeface="Trebuchet MS"/>
              </a:rPr>
              <a:t>INNER JOIN </a:t>
            </a:r>
            <a:r>
              <a:rPr b="1" i="1" lang="en-US" sz="2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course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484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F76ABC"/>
                </a:solidFill>
                <a:latin typeface="Trebuchet MS"/>
                <a:ea typeface="Trebuchet MS"/>
                <a:cs typeface="Trebuchet MS"/>
                <a:sym typeface="Trebuchet MS"/>
              </a:rPr>
              <a:t>ON </a:t>
            </a:r>
            <a:r>
              <a:rPr i="1" lang="en-US" sz="2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student.student_id = course.student_id</a:t>
            </a:r>
            <a:r>
              <a:rPr b="1" i="1" lang="en-US" sz="2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43"/>
          <p:cNvSpPr txBox="1"/>
          <p:nvPr/>
        </p:nvSpPr>
        <p:spPr>
          <a:xfrm>
            <a:off x="1092953" y="2780684"/>
            <a:ext cx="1179195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rgbClr val="04172F"/>
                </a:solidFill>
                <a:latin typeface="Arial"/>
                <a:ea typeface="Arial"/>
                <a:cs typeface="Arial"/>
                <a:sym typeface="Arial"/>
              </a:rPr>
              <a:t>student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43"/>
          <p:cNvSpPr txBox="1"/>
          <p:nvPr/>
        </p:nvSpPr>
        <p:spPr>
          <a:xfrm>
            <a:off x="5654629" y="2780684"/>
            <a:ext cx="1057275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rgbClr val="04172F"/>
                </a:solidFill>
                <a:latin typeface="Arial"/>
                <a:ea typeface="Arial"/>
                <a:cs typeface="Arial"/>
                <a:sym typeface="Arial"/>
              </a:rPr>
              <a:t>course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43"/>
          <p:cNvSpPr txBox="1"/>
          <p:nvPr/>
        </p:nvSpPr>
        <p:spPr>
          <a:xfrm>
            <a:off x="1092953" y="7234877"/>
            <a:ext cx="1022350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800">
                <a:solidFill>
                  <a:srgbClr val="04172F"/>
                </a:solidFill>
                <a:latin typeface="Arial"/>
                <a:ea typeface="Arial"/>
                <a:cs typeface="Arial"/>
                <a:sym typeface="Arial"/>
              </a:rPr>
              <a:t>Result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44"/>
          <p:cNvSpPr txBox="1"/>
          <p:nvPr>
            <p:ph type="title"/>
          </p:nvPr>
        </p:nvSpPr>
        <p:spPr>
          <a:xfrm>
            <a:off x="1016000" y="731763"/>
            <a:ext cx="10965815" cy="21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39725">
            <a:spAutoFit/>
          </a:bodyPr>
          <a:lstStyle/>
          <a:p>
            <a:pPr indent="0" lvl="0" marL="234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rgbClr val="2E79F4"/>
                </a:solidFill>
              </a:rPr>
              <a:t>Left Join</a:t>
            </a:r>
            <a:endParaRPr/>
          </a:p>
          <a:p>
            <a:pPr indent="0" lvl="0" marL="12700" marR="5080" rtl="0" algn="l">
              <a:lnSpc>
                <a:spcPct val="116100"/>
              </a:lnSpc>
              <a:spcBef>
                <a:spcPts val="1180"/>
              </a:spcBef>
              <a:spcAft>
                <a:spcPts val="0"/>
              </a:spcAft>
              <a:buNone/>
            </a:pPr>
            <a:r>
              <a:rPr lang="en-US" sz="2800" u="none">
                <a:solidFill>
                  <a:srgbClr val="000000"/>
                </a:solidFill>
              </a:rPr>
              <a:t>Returns all records from the left table, and the matched records from  the right table</a:t>
            </a:r>
            <a:endParaRPr sz="2800"/>
          </a:p>
        </p:txBody>
      </p:sp>
      <p:sp>
        <p:nvSpPr>
          <p:cNvPr id="506" name="Google Shape;506;p44"/>
          <p:cNvSpPr txBox="1"/>
          <p:nvPr/>
        </p:nvSpPr>
        <p:spPr>
          <a:xfrm>
            <a:off x="1027106" y="3486982"/>
            <a:ext cx="7407909" cy="3034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032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800">
                <a:solidFill>
                  <a:srgbClr val="04172F"/>
                </a:solidFill>
                <a:latin typeface="Arial"/>
                <a:ea typeface="Arial"/>
                <a:cs typeface="Arial"/>
                <a:sym typeface="Arial"/>
              </a:rPr>
              <a:t>Syntax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4119879" rtl="0" algn="l">
              <a:lnSpc>
                <a:spcPct val="115199"/>
              </a:lnSpc>
              <a:spcBef>
                <a:spcPts val="113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76ABC"/>
                </a:solidFill>
                <a:latin typeface="Trebuchet MS"/>
                <a:ea typeface="Trebuchet MS"/>
                <a:cs typeface="Trebuchet MS"/>
                <a:sym typeface="Trebuchet MS"/>
              </a:rPr>
              <a:t>SELECT </a:t>
            </a:r>
            <a:r>
              <a:rPr i="1"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column(s)  </a:t>
            </a:r>
            <a:r>
              <a:rPr b="1" lang="en-US" sz="3200">
                <a:solidFill>
                  <a:srgbClr val="F76ABC"/>
                </a:solidFill>
                <a:latin typeface="Trebuchet MS"/>
                <a:ea typeface="Trebuchet MS"/>
                <a:cs typeface="Trebuchet MS"/>
                <a:sym typeface="Trebuchet MS"/>
              </a:rPr>
              <a:t>FROM </a:t>
            </a:r>
            <a:r>
              <a:rPr b="1" i="1"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tableA  </a:t>
            </a:r>
            <a:r>
              <a:rPr b="1" lang="en-US" sz="3200">
                <a:solidFill>
                  <a:srgbClr val="F76ABC"/>
                </a:solidFill>
                <a:latin typeface="Trebuchet MS"/>
                <a:ea typeface="Trebuchet MS"/>
                <a:cs typeface="Trebuchet MS"/>
                <a:sym typeface="Trebuchet MS"/>
              </a:rPr>
              <a:t>LEFT JOIN </a:t>
            </a:r>
            <a:r>
              <a:rPr b="1" i="1"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tableB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585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76ABC"/>
                </a:solidFill>
                <a:latin typeface="Trebuchet MS"/>
                <a:ea typeface="Trebuchet MS"/>
                <a:cs typeface="Trebuchet MS"/>
                <a:sym typeface="Trebuchet MS"/>
              </a:rPr>
              <a:t>ON </a:t>
            </a:r>
            <a:r>
              <a:rPr i="1"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tableA.col_name = tableB.col_name</a:t>
            </a:r>
            <a:r>
              <a:rPr b="1" i="1"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7" name="Google Shape;507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30145" y="1567290"/>
            <a:ext cx="3766646" cy="2331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" name="Google Shape;512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68666" y="3313457"/>
            <a:ext cx="4648024" cy="3034406"/>
          </a:xfrm>
          <a:prstGeom prst="rect">
            <a:avLst/>
          </a:prstGeom>
          <a:noFill/>
          <a:ln>
            <a:noFill/>
          </a:ln>
        </p:spPr>
      </p:pic>
      <p:pic>
        <p:nvPicPr>
          <p:cNvPr id="513" name="Google Shape;513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6759" y="3309568"/>
            <a:ext cx="3717868" cy="2509916"/>
          </a:xfrm>
          <a:prstGeom prst="rect">
            <a:avLst/>
          </a:prstGeom>
          <a:noFill/>
          <a:ln>
            <a:noFill/>
          </a:ln>
        </p:spPr>
      </p:pic>
      <p:sp>
        <p:nvSpPr>
          <p:cNvPr id="514" name="Google Shape;514;p45"/>
          <p:cNvSpPr txBox="1"/>
          <p:nvPr>
            <p:ph type="title"/>
          </p:nvPr>
        </p:nvSpPr>
        <p:spPr>
          <a:xfrm>
            <a:off x="1027106" y="776640"/>
            <a:ext cx="2115820" cy="1563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952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rgbClr val="2E79F4"/>
                </a:solidFill>
              </a:rPr>
              <a:t>Left Join</a:t>
            </a:r>
            <a:endParaRPr/>
          </a:p>
          <a:p>
            <a:pPr indent="0" lvl="0" marL="78105" rtl="0" algn="l">
              <a:lnSpc>
                <a:spcPct val="100000"/>
              </a:lnSpc>
              <a:spcBef>
                <a:spcPts val="1480"/>
              </a:spcBef>
              <a:spcAft>
                <a:spcPts val="0"/>
              </a:spcAft>
              <a:buNone/>
            </a:pPr>
            <a:r>
              <a:rPr i="1" lang="en-US" sz="2800" u="none">
                <a:solidFill>
                  <a:srgbClr val="04172F"/>
                </a:solidFill>
                <a:latin typeface="Arial"/>
                <a:ea typeface="Arial"/>
                <a:cs typeface="Arial"/>
                <a:sym typeface="Arial"/>
              </a:rPr>
              <a:t>Example</a:t>
            </a: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5" name="Google Shape;515;p4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38281" y="7562331"/>
            <a:ext cx="4951923" cy="2326797"/>
          </a:xfrm>
          <a:prstGeom prst="rect">
            <a:avLst/>
          </a:prstGeom>
          <a:noFill/>
          <a:ln>
            <a:noFill/>
          </a:ln>
        </p:spPr>
      </p:pic>
      <p:sp>
        <p:nvSpPr>
          <p:cNvPr id="516" name="Google Shape;516;p45"/>
          <p:cNvSpPr txBox="1"/>
          <p:nvPr/>
        </p:nvSpPr>
        <p:spPr>
          <a:xfrm>
            <a:off x="12164645" y="956511"/>
            <a:ext cx="4675505" cy="18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30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F76ABC"/>
                </a:solidFill>
                <a:latin typeface="Trebuchet MS"/>
                <a:ea typeface="Trebuchet MS"/>
                <a:cs typeface="Trebuchet MS"/>
                <a:sym typeface="Trebuchet MS"/>
              </a:rPr>
              <a:t>SELECT </a:t>
            </a:r>
            <a:r>
              <a:rPr i="1" lang="en-US" sz="2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F76ABC"/>
                </a:solidFill>
                <a:latin typeface="Trebuchet MS"/>
                <a:ea typeface="Trebuchet MS"/>
                <a:cs typeface="Trebuchet MS"/>
                <a:sym typeface="Trebuchet MS"/>
              </a:rPr>
              <a:t>FROM </a:t>
            </a:r>
            <a:r>
              <a:rPr b="1" i="1" lang="en-US" sz="2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student </a:t>
            </a:r>
            <a:r>
              <a:rPr i="1" lang="en-US" sz="2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 s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F76ABC"/>
                </a:solidFill>
                <a:latin typeface="Trebuchet MS"/>
                <a:ea typeface="Trebuchet MS"/>
                <a:cs typeface="Trebuchet MS"/>
                <a:sym typeface="Trebuchet MS"/>
              </a:rPr>
              <a:t>LEFT JOIN </a:t>
            </a:r>
            <a:r>
              <a:rPr b="1" i="1" lang="en-US" sz="2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course </a:t>
            </a:r>
            <a:r>
              <a:rPr i="1" lang="en-US" sz="2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 c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F76ABC"/>
                </a:solidFill>
                <a:latin typeface="Trebuchet MS"/>
                <a:ea typeface="Trebuchet MS"/>
                <a:cs typeface="Trebuchet MS"/>
                <a:sym typeface="Trebuchet MS"/>
              </a:rPr>
              <a:t>ON </a:t>
            </a:r>
            <a:r>
              <a:rPr i="1" lang="en-US" sz="2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s.student_id = c.student_id</a:t>
            </a:r>
            <a:r>
              <a:rPr b="1" i="1" lang="en-US" sz="2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45"/>
          <p:cNvSpPr txBox="1"/>
          <p:nvPr/>
        </p:nvSpPr>
        <p:spPr>
          <a:xfrm>
            <a:off x="1092953" y="2780684"/>
            <a:ext cx="1179195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rgbClr val="04172F"/>
                </a:solidFill>
                <a:latin typeface="Arial"/>
                <a:ea typeface="Arial"/>
                <a:cs typeface="Arial"/>
                <a:sym typeface="Arial"/>
              </a:rPr>
              <a:t>student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45"/>
          <p:cNvSpPr txBox="1"/>
          <p:nvPr/>
        </p:nvSpPr>
        <p:spPr>
          <a:xfrm>
            <a:off x="5654629" y="2780684"/>
            <a:ext cx="1057275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rgbClr val="04172F"/>
                </a:solidFill>
                <a:latin typeface="Arial"/>
                <a:ea typeface="Arial"/>
                <a:cs typeface="Arial"/>
                <a:sym typeface="Arial"/>
              </a:rPr>
              <a:t>course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45"/>
          <p:cNvSpPr txBox="1"/>
          <p:nvPr/>
        </p:nvSpPr>
        <p:spPr>
          <a:xfrm>
            <a:off x="1092953" y="6983321"/>
            <a:ext cx="1022350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800">
                <a:solidFill>
                  <a:srgbClr val="04172F"/>
                </a:solidFill>
                <a:latin typeface="Arial"/>
                <a:ea typeface="Arial"/>
                <a:cs typeface="Arial"/>
                <a:sym typeface="Arial"/>
              </a:rPr>
              <a:t>Result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46"/>
          <p:cNvSpPr txBox="1"/>
          <p:nvPr>
            <p:ph type="title"/>
          </p:nvPr>
        </p:nvSpPr>
        <p:spPr>
          <a:xfrm>
            <a:off x="1016000" y="731767"/>
            <a:ext cx="10335260" cy="21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39725">
            <a:spAutoFit/>
          </a:bodyPr>
          <a:lstStyle/>
          <a:p>
            <a:pPr indent="0" lvl="0" marL="234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rgbClr val="2E79F4"/>
                </a:solidFill>
              </a:rPr>
              <a:t>Right Join</a:t>
            </a:r>
            <a:endParaRPr/>
          </a:p>
          <a:p>
            <a:pPr indent="0" lvl="0" marL="12700" marR="5080" rtl="0" algn="l">
              <a:lnSpc>
                <a:spcPct val="116100"/>
              </a:lnSpc>
              <a:spcBef>
                <a:spcPts val="1180"/>
              </a:spcBef>
              <a:spcAft>
                <a:spcPts val="0"/>
              </a:spcAft>
              <a:buNone/>
            </a:pPr>
            <a:r>
              <a:rPr lang="en-US" sz="2800" u="none">
                <a:solidFill>
                  <a:srgbClr val="000000"/>
                </a:solidFill>
              </a:rPr>
              <a:t>Returns all records from the right table, and the matched records  from the left table</a:t>
            </a:r>
            <a:endParaRPr sz="2800"/>
          </a:p>
        </p:txBody>
      </p:sp>
      <p:sp>
        <p:nvSpPr>
          <p:cNvPr id="525" name="Google Shape;525;p46"/>
          <p:cNvSpPr txBox="1"/>
          <p:nvPr/>
        </p:nvSpPr>
        <p:spPr>
          <a:xfrm>
            <a:off x="1027106" y="3486982"/>
            <a:ext cx="7407909" cy="3034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032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800">
                <a:solidFill>
                  <a:srgbClr val="04172F"/>
                </a:solidFill>
                <a:latin typeface="Arial"/>
                <a:ea typeface="Arial"/>
                <a:cs typeface="Arial"/>
                <a:sym typeface="Arial"/>
              </a:rPr>
              <a:t>Syntax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3848734" rtl="0" algn="l">
              <a:lnSpc>
                <a:spcPct val="115199"/>
              </a:lnSpc>
              <a:spcBef>
                <a:spcPts val="113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76ABC"/>
                </a:solidFill>
                <a:latin typeface="Trebuchet MS"/>
                <a:ea typeface="Trebuchet MS"/>
                <a:cs typeface="Trebuchet MS"/>
                <a:sym typeface="Trebuchet MS"/>
              </a:rPr>
              <a:t>SELECT </a:t>
            </a:r>
            <a:r>
              <a:rPr i="1"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column(s)  </a:t>
            </a:r>
            <a:r>
              <a:rPr b="1" lang="en-US" sz="3200">
                <a:solidFill>
                  <a:srgbClr val="F76ABC"/>
                </a:solidFill>
                <a:latin typeface="Trebuchet MS"/>
                <a:ea typeface="Trebuchet MS"/>
                <a:cs typeface="Trebuchet MS"/>
                <a:sym typeface="Trebuchet MS"/>
              </a:rPr>
              <a:t>FROM </a:t>
            </a:r>
            <a:r>
              <a:rPr b="1" i="1"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tableA  </a:t>
            </a:r>
            <a:r>
              <a:rPr b="1" lang="en-US" sz="3200">
                <a:solidFill>
                  <a:srgbClr val="F76ABC"/>
                </a:solidFill>
                <a:latin typeface="Trebuchet MS"/>
                <a:ea typeface="Trebuchet MS"/>
                <a:cs typeface="Trebuchet MS"/>
                <a:sym typeface="Trebuchet MS"/>
              </a:rPr>
              <a:t>RIGHT JOIN </a:t>
            </a:r>
            <a:r>
              <a:rPr b="1" i="1"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tableB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585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76ABC"/>
                </a:solidFill>
                <a:latin typeface="Trebuchet MS"/>
                <a:ea typeface="Trebuchet MS"/>
                <a:cs typeface="Trebuchet MS"/>
                <a:sym typeface="Trebuchet MS"/>
              </a:rPr>
              <a:t>ON </a:t>
            </a:r>
            <a:r>
              <a:rPr i="1"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tableA.col_name = tableB.col_name</a:t>
            </a:r>
            <a:r>
              <a:rPr b="1" i="1"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6" name="Google Shape;526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579109" y="1677741"/>
            <a:ext cx="3715410" cy="23034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1" name="Google Shape;531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68666" y="3313457"/>
            <a:ext cx="4648024" cy="3034406"/>
          </a:xfrm>
          <a:prstGeom prst="rect">
            <a:avLst/>
          </a:prstGeom>
          <a:noFill/>
          <a:ln>
            <a:noFill/>
          </a:ln>
        </p:spPr>
      </p:pic>
      <p:pic>
        <p:nvPicPr>
          <p:cNvPr id="532" name="Google Shape;532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6759" y="3309568"/>
            <a:ext cx="3717868" cy="2509916"/>
          </a:xfrm>
          <a:prstGeom prst="rect">
            <a:avLst/>
          </a:prstGeom>
          <a:noFill/>
          <a:ln>
            <a:noFill/>
          </a:ln>
        </p:spPr>
      </p:pic>
      <p:sp>
        <p:nvSpPr>
          <p:cNvPr id="533" name="Google Shape;533;p47"/>
          <p:cNvSpPr txBox="1"/>
          <p:nvPr>
            <p:ph type="title"/>
          </p:nvPr>
        </p:nvSpPr>
        <p:spPr>
          <a:xfrm>
            <a:off x="1027106" y="776637"/>
            <a:ext cx="2428240" cy="1563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952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rgbClr val="2E79F4"/>
                </a:solidFill>
              </a:rPr>
              <a:t>Right Join</a:t>
            </a:r>
            <a:endParaRPr/>
          </a:p>
          <a:p>
            <a:pPr indent="0" lvl="0" marL="78105" rtl="0" algn="l">
              <a:lnSpc>
                <a:spcPct val="100000"/>
              </a:lnSpc>
              <a:spcBef>
                <a:spcPts val="1480"/>
              </a:spcBef>
              <a:spcAft>
                <a:spcPts val="0"/>
              </a:spcAft>
              <a:buNone/>
            </a:pPr>
            <a:r>
              <a:rPr i="1" lang="en-US" sz="2800" u="none">
                <a:solidFill>
                  <a:srgbClr val="04172F"/>
                </a:solidFill>
                <a:latin typeface="Arial"/>
                <a:ea typeface="Arial"/>
                <a:cs typeface="Arial"/>
                <a:sym typeface="Arial"/>
              </a:rPr>
              <a:t>Example</a:t>
            </a: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34" name="Google Shape;534;p4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70099" y="7130207"/>
            <a:ext cx="6666380" cy="2688266"/>
          </a:xfrm>
          <a:prstGeom prst="rect">
            <a:avLst/>
          </a:prstGeom>
          <a:noFill/>
          <a:ln>
            <a:noFill/>
          </a:ln>
        </p:spPr>
      </p:pic>
      <p:sp>
        <p:nvSpPr>
          <p:cNvPr id="535" name="Google Shape;535;p47"/>
          <p:cNvSpPr txBox="1"/>
          <p:nvPr/>
        </p:nvSpPr>
        <p:spPr>
          <a:xfrm>
            <a:off x="12164645" y="956512"/>
            <a:ext cx="4675505" cy="18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30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F76ABC"/>
                </a:solidFill>
                <a:latin typeface="Trebuchet MS"/>
                <a:ea typeface="Trebuchet MS"/>
                <a:cs typeface="Trebuchet MS"/>
                <a:sym typeface="Trebuchet MS"/>
              </a:rPr>
              <a:t>SELECT </a:t>
            </a:r>
            <a:r>
              <a:rPr i="1" lang="en-US" sz="2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F76ABC"/>
                </a:solidFill>
                <a:latin typeface="Trebuchet MS"/>
                <a:ea typeface="Trebuchet MS"/>
                <a:cs typeface="Trebuchet MS"/>
                <a:sym typeface="Trebuchet MS"/>
              </a:rPr>
              <a:t>FROM </a:t>
            </a:r>
            <a:r>
              <a:rPr b="1" i="1" lang="en-US" sz="2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student </a:t>
            </a:r>
            <a:r>
              <a:rPr i="1" lang="en-US" sz="2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 s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F76ABC"/>
                </a:solidFill>
                <a:latin typeface="Trebuchet MS"/>
                <a:ea typeface="Trebuchet MS"/>
                <a:cs typeface="Trebuchet MS"/>
                <a:sym typeface="Trebuchet MS"/>
              </a:rPr>
              <a:t>RIGHT JOIN </a:t>
            </a:r>
            <a:r>
              <a:rPr b="1" i="1" lang="en-US" sz="2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course </a:t>
            </a:r>
            <a:r>
              <a:rPr i="1" lang="en-US" sz="2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 c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F76ABC"/>
                </a:solidFill>
                <a:latin typeface="Trebuchet MS"/>
                <a:ea typeface="Trebuchet MS"/>
                <a:cs typeface="Trebuchet MS"/>
                <a:sym typeface="Trebuchet MS"/>
              </a:rPr>
              <a:t>ON </a:t>
            </a:r>
            <a:r>
              <a:rPr i="1" lang="en-US" sz="2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s.student_id = c.student_id</a:t>
            </a:r>
            <a:r>
              <a:rPr b="1" i="1" lang="en-US" sz="2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47"/>
          <p:cNvSpPr txBox="1"/>
          <p:nvPr/>
        </p:nvSpPr>
        <p:spPr>
          <a:xfrm>
            <a:off x="1092953" y="2780684"/>
            <a:ext cx="1179195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rgbClr val="04172F"/>
                </a:solidFill>
                <a:latin typeface="Arial"/>
                <a:ea typeface="Arial"/>
                <a:cs typeface="Arial"/>
                <a:sym typeface="Arial"/>
              </a:rPr>
              <a:t>student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47"/>
          <p:cNvSpPr txBox="1"/>
          <p:nvPr/>
        </p:nvSpPr>
        <p:spPr>
          <a:xfrm>
            <a:off x="5654629" y="2780684"/>
            <a:ext cx="1057275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rgbClr val="04172F"/>
                </a:solidFill>
                <a:latin typeface="Arial"/>
                <a:ea typeface="Arial"/>
                <a:cs typeface="Arial"/>
                <a:sym typeface="Arial"/>
              </a:rPr>
              <a:t>course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47"/>
          <p:cNvSpPr txBox="1"/>
          <p:nvPr/>
        </p:nvSpPr>
        <p:spPr>
          <a:xfrm>
            <a:off x="1232628" y="6592796"/>
            <a:ext cx="1022350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800">
                <a:solidFill>
                  <a:srgbClr val="04172F"/>
                </a:solidFill>
                <a:latin typeface="Arial"/>
                <a:ea typeface="Arial"/>
                <a:cs typeface="Arial"/>
                <a:sym typeface="Arial"/>
              </a:rPr>
              <a:t>Result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48"/>
          <p:cNvSpPr txBox="1"/>
          <p:nvPr>
            <p:ph type="title"/>
          </p:nvPr>
        </p:nvSpPr>
        <p:spPr>
          <a:xfrm>
            <a:off x="1016000" y="731763"/>
            <a:ext cx="10735945" cy="16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39725">
            <a:spAutoFit/>
          </a:bodyPr>
          <a:lstStyle/>
          <a:p>
            <a:pPr indent="0" lvl="0" marL="234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rgbClr val="2E79F4"/>
                </a:solidFill>
              </a:rPr>
              <a:t>Full Join</a:t>
            </a:r>
            <a:endParaRPr/>
          </a:p>
          <a:p>
            <a:pPr indent="0" lvl="0" marL="12700" rtl="0" algn="l">
              <a:lnSpc>
                <a:spcPct val="100000"/>
              </a:lnSpc>
              <a:spcBef>
                <a:spcPts val="1720"/>
              </a:spcBef>
              <a:spcAft>
                <a:spcPts val="0"/>
              </a:spcAft>
              <a:buNone/>
            </a:pPr>
            <a:r>
              <a:rPr lang="en-US" sz="2800" u="none">
                <a:solidFill>
                  <a:srgbClr val="000000"/>
                </a:solidFill>
              </a:rPr>
              <a:t>Returns all records when there is a match in either left or right table</a:t>
            </a:r>
            <a:endParaRPr sz="2800"/>
          </a:p>
        </p:txBody>
      </p:sp>
      <p:pic>
        <p:nvPicPr>
          <p:cNvPr id="544" name="Google Shape;544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395971" y="1131751"/>
            <a:ext cx="3752256" cy="235086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5" name="Google Shape;545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32212" y="3940442"/>
            <a:ext cx="6144887" cy="4105274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48"/>
          <p:cNvSpPr txBox="1"/>
          <p:nvPr/>
        </p:nvSpPr>
        <p:spPr>
          <a:xfrm>
            <a:off x="1174082" y="3245784"/>
            <a:ext cx="2752090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800">
                <a:solidFill>
                  <a:srgbClr val="04172F"/>
                </a:solidFill>
                <a:latin typeface="Arial"/>
                <a:ea typeface="Arial"/>
                <a:cs typeface="Arial"/>
                <a:sym typeface="Arial"/>
              </a:rPr>
              <a:t>Syntax in MySQL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48"/>
          <p:cNvSpPr txBox="1"/>
          <p:nvPr/>
        </p:nvSpPr>
        <p:spPr>
          <a:xfrm>
            <a:off x="9365926" y="3806444"/>
            <a:ext cx="2284095" cy="1711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15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3200">
                <a:solidFill>
                  <a:srgbClr val="A69EF1"/>
                </a:solidFill>
                <a:latin typeface="Arial"/>
                <a:ea typeface="Arial"/>
                <a:cs typeface="Arial"/>
                <a:sym typeface="Arial"/>
              </a:rPr>
              <a:t>LEFT JOIN  </a:t>
            </a:r>
            <a:r>
              <a:rPr b="1" lang="en-US" sz="3200">
                <a:solidFill>
                  <a:srgbClr val="F76ABC"/>
                </a:solidFill>
                <a:latin typeface="Trebuchet MS"/>
                <a:ea typeface="Trebuchet MS"/>
                <a:cs typeface="Trebuchet MS"/>
                <a:sym typeface="Trebuchet MS"/>
              </a:rPr>
              <a:t>UNION  </a:t>
            </a:r>
            <a:r>
              <a:rPr b="1" i="1" lang="en-US" sz="3200">
                <a:solidFill>
                  <a:srgbClr val="A69EF1"/>
                </a:solidFill>
                <a:latin typeface="Arial"/>
                <a:ea typeface="Arial"/>
                <a:cs typeface="Arial"/>
                <a:sym typeface="Arial"/>
              </a:rPr>
              <a:t>RIGHT JOIN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" name="Google Shape;552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75435" y="2632467"/>
            <a:ext cx="4648024" cy="3034406"/>
          </a:xfrm>
          <a:prstGeom prst="rect">
            <a:avLst/>
          </a:prstGeom>
          <a:noFill/>
          <a:ln>
            <a:noFill/>
          </a:ln>
        </p:spPr>
      </p:pic>
      <p:pic>
        <p:nvPicPr>
          <p:cNvPr id="553" name="Google Shape;553;p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6759" y="3021642"/>
            <a:ext cx="3717868" cy="2509916"/>
          </a:xfrm>
          <a:prstGeom prst="rect">
            <a:avLst/>
          </a:prstGeom>
          <a:noFill/>
          <a:ln>
            <a:noFill/>
          </a:ln>
        </p:spPr>
      </p:pic>
      <p:sp>
        <p:nvSpPr>
          <p:cNvPr id="554" name="Google Shape;554;p49"/>
          <p:cNvSpPr txBox="1"/>
          <p:nvPr>
            <p:ph type="title"/>
          </p:nvPr>
        </p:nvSpPr>
        <p:spPr>
          <a:xfrm>
            <a:off x="1027106" y="1059181"/>
            <a:ext cx="2109470" cy="665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rgbClr val="2E79F4"/>
                </a:solidFill>
              </a:rPr>
              <a:t>Full Join</a:t>
            </a:r>
            <a:endParaRPr/>
          </a:p>
        </p:txBody>
      </p:sp>
      <p:pic>
        <p:nvPicPr>
          <p:cNvPr id="555" name="Google Shape;555;p4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11658" y="6717889"/>
            <a:ext cx="6507704" cy="3166249"/>
          </a:xfrm>
          <a:prstGeom prst="rect">
            <a:avLst/>
          </a:prstGeom>
          <a:noFill/>
          <a:ln>
            <a:noFill/>
          </a:ln>
        </p:spPr>
      </p:pic>
      <p:sp>
        <p:nvSpPr>
          <p:cNvPr id="556" name="Google Shape;556;p49"/>
          <p:cNvSpPr txBox="1"/>
          <p:nvPr/>
        </p:nvSpPr>
        <p:spPr>
          <a:xfrm>
            <a:off x="1092953" y="1709134"/>
            <a:ext cx="1414780" cy="1235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11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800">
                <a:solidFill>
                  <a:srgbClr val="04172F"/>
                </a:solidFill>
                <a:latin typeface="Arial"/>
                <a:ea typeface="Arial"/>
                <a:cs typeface="Arial"/>
                <a:sym typeface="Arial"/>
              </a:rPr>
              <a:t>Example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405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rgbClr val="04172F"/>
                </a:solidFill>
                <a:latin typeface="Arial"/>
                <a:ea typeface="Arial"/>
                <a:cs typeface="Arial"/>
                <a:sym typeface="Arial"/>
              </a:rPr>
              <a:t>student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p49"/>
          <p:cNvSpPr txBox="1"/>
          <p:nvPr/>
        </p:nvSpPr>
        <p:spPr>
          <a:xfrm>
            <a:off x="7061399" y="2099695"/>
            <a:ext cx="1057275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rgbClr val="04172F"/>
                </a:solidFill>
                <a:latin typeface="Arial"/>
                <a:ea typeface="Arial"/>
                <a:cs typeface="Arial"/>
                <a:sym typeface="Arial"/>
              </a:rPr>
              <a:t>course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49"/>
          <p:cNvSpPr txBox="1"/>
          <p:nvPr/>
        </p:nvSpPr>
        <p:spPr>
          <a:xfrm>
            <a:off x="1092953" y="6180145"/>
            <a:ext cx="1022350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800">
                <a:solidFill>
                  <a:srgbClr val="04172F"/>
                </a:solidFill>
                <a:latin typeface="Arial"/>
                <a:ea typeface="Arial"/>
                <a:cs typeface="Arial"/>
                <a:sym typeface="Arial"/>
              </a:rPr>
              <a:t>Result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3" name="Google Shape;563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13443" y="705123"/>
            <a:ext cx="1171146" cy="117094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4" name="Google Shape;564;p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79487" y="3373699"/>
            <a:ext cx="3175694" cy="196479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5" name="Google Shape;565;p5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73187" y="3466701"/>
            <a:ext cx="3133464" cy="1936048"/>
          </a:xfrm>
          <a:prstGeom prst="rect">
            <a:avLst/>
          </a:prstGeom>
          <a:noFill/>
          <a:ln>
            <a:noFill/>
          </a:ln>
        </p:spPr>
      </p:pic>
      <p:pic>
        <p:nvPicPr>
          <p:cNvPr id="566" name="Google Shape;566;p5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60127" y="6784288"/>
            <a:ext cx="4906628" cy="2857499"/>
          </a:xfrm>
          <a:prstGeom prst="rect">
            <a:avLst/>
          </a:prstGeom>
          <a:noFill/>
          <a:ln>
            <a:noFill/>
          </a:ln>
        </p:spPr>
      </p:pic>
      <p:sp>
        <p:nvSpPr>
          <p:cNvPr id="567" name="Google Shape;567;p50"/>
          <p:cNvSpPr txBox="1"/>
          <p:nvPr/>
        </p:nvSpPr>
        <p:spPr>
          <a:xfrm>
            <a:off x="1047588" y="2278634"/>
            <a:ext cx="10690225" cy="513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Qs: Write SQL commands to display the right exclusive join :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50"/>
          <p:cNvSpPr txBox="1"/>
          <p:nvPr>
            <p:ph type="title"/>
          </p:nvPr>
        </p:nvSpPr>
        <p:spPr>
          <a:xfrm>
            <a:off x="1027106" y="929068"/>
            <a:ext cx="3823970" cy="87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 u="none">
                <a:latin typeface="Arial"/>
                <a:ea typeface="Arial"/>
                <a:cs typeface="Arial"/>
                <a:sym typeface="Arial"/>
              </a:rPr>
              <a:t>Think &amp; Ans</a:t>
            </a:r>
            <a:endParaRPr sz="5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50"/>
          <p:cNvSpPr txBox="1"/>
          <p:nvPr/>
        </p:nvSpPr>
        <p:spPr>
          <a:xfrm>
            <a:off x="7260868" y="5487986"/>
            <a:ext cx="2658110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Right Exclusive Join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50"/>
          <p:cNvSpPr txBox="1"/>
          <p:nvPr/>
        </p:nvSpPr>
        <p:spPr>
          <a:xfrm>
            <a:off x="1888453" y="5487986"/>
            <a:ext cx="2493010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Left Exclusive Join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51"/>
          <p:cNvSpPr txBox="1"/>
          <p:nvPr>
            <p:ph type="title"/>
          </p:nvPr>
        </p:nvSpPr>
        <p:spPr>
          <a:xfrm>
            <a:off x="1016000" y="731767"/>
            <a:ext cx="8019415" cy="16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39725">
            <a:spAutoFit/>
          </a:bodyPr>
          <a:lstStyle/>
          <a:p>
            <a:pPr indent="0" lvl="0" marL="234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rgbClr val="2E79F4"/>
                </a:solidFill>
                <a:latin typeface="Arial"/>
                <a:ea typeface="Arial"/>
                <a:cs typeface="Arial"/>
                <a:sym typeface="Arial"/>
              </a:rPr>
              <a:t>Self Join</a:t>
            </a:r>
            <a:endParaRPr/>
          </a:p>
          <a:p>
            <a:pPr indent="0" lvl="0" marL="12700" rtl="0" algn="l">
              <a:lnSpc>
                <a:spcPct val="100000"/>
              </a:lnSpc>
              <a:spcBef>
                <a:spcPts val="1720"/>
              </a:spcBef>
              <a:spcAft>
                <a:spcPts val="0"/>
              </a:spcAft>
              <a:buNone/>
            </a:pPr>
            <a:r>
              <a:rPr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 is a regular join but the table is joined with itself.</a:t>
            </a: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51"/>
          <p:cNvSpPr txBox="1"/>
          <p:nvPr/>
        </p:nvSpPr>
        <p:spPr>
          <a:xfrm>
            <a:off x="1216075" y="3245785"/>
            <a:ext cx="5563235" cy="2954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800">
                <a:solidFill>
                  <a:srgbClr val="04172F"/>
                </a:solidFill>
                <a:latin typeface="Arial"/>
                <a:ea typeface="Arial"/>
                <a:cs typeface="Arial"/>
                <a:sym typeface="Arial"/>
              </a:rPr>
              <a:t>Syntax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2292350" rtl="0" algn="l">
              <a:lnSpc>
                <a:spcPct val="115199"/>
              </a:lnSpc>
              <a:spcBef>
                <a:spcPts val="1995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76ABC"/>
                </a:solidFill>
                <a:latin typeface="Arial"/>
                <a:ea typeface="Arial"/>
                <a:cs typeface="Arial"/>
                <a:sym typeface="Arial"/>
              </a:rPr>
              <a:t>SELECT </a:t>
            </a:r>
            <a:r>
              <a:rPr i="1"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column(s)  </a:t>
            </a:r>
            <a:r>
              <a:rPr b="1" lang="en-US" sz="3200">
                <a:solidFill>
                  <a:srgbClr val="F76ABC"/>
                </a:solidFill>
                <a:latin typeface="Arial"/>
                <a:ea typeface="Arial"/>
                <a:cs typeface="Arial"/>
                <a:sym typeface="Arial"/>
              </a:rPr>
              <a:t>FROM </a:t>
            </a:r>
            <a:r>
              <a:rPr b="1" i="1"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table as a  </a:t>
            </a:r>
            <a:r>
              <a:rPr b="1" lang="en-US" sz="3200">
                <a:solidFill>
                  <a:srgbClr val="F76ABC"/>
                </a:solidFill>
                <a:latin typeface="Arial"/>
                <a:ea typeface="Arial"/>
                <a:cs typeface="Arial"/>
                <a:sym typeface="Arial"/>
              </a:rPr>
              <a:t>JOIN </a:t>
            </a:r>
            <a:r>
              <a:rPr b="1" i="1"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table as b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585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76ABC"/>
                </a:solidFill>
                <a:latin typeface="Arial"/>
                <a:ea typeface="Arial"/>
                <a:cs typeface="Arial"/>
                <a:sym typeface="Arial"/>
              </a:rPr>
              <a:t>ON </a:t>
            </a:r>
            <a:r>
              <a:rPr i="1"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a.col_name = b.col_name</a:t>
            </a:r>
            <a:r>
              <a:rPr b="1" i="1"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52"/>
          <p:cNvSpPr txBox="1"/>
          <p:nvPr>
            <p:ph type="title"/>
          </p:nvPr>
        </p:nvSpPr>
        <p:spPr>
          <a:xfrm>
            <a:off x="1027106" y="1059179"/>
            <a:ext cx="2087880" cy="665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rgbClr val="2E79F4"/>
                </a:solidFill>
                <a:latin typeface="Arial"/>
                <a:ea typeface="Arial"/>
                <a:cs typeface="Arial"/>
                <a:sym typeface="Arial"/>
              </a:rPr>
              <a:t>Self Join</a:t>
            </a:r>
            <a:endParaRPr/>
          </a:p>
        </p:txBody>
      </p:sp>
      <p:pic>
        <p:nvPicPr>
          <p:cNvPr id="582" name="Google Shape;582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66818" y="3158844"/>
            <a:ext cx="6211059" cy="3291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3" name="Google Shape;583;p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08467" y="1452879"/>
            <a:ext cx="7804295" cy="2295524"/>
          </a:xfrm>
          <a:prstGeom prst="rect">
            <a:avLst/>
          </a:prstGeom>
          <a:noFill/>
          <a:ln>
            <a:noFill/>
          </a:ln>
        </p:spPr>
      </p:pic>
      <p:sp>
        <p:nvSpPr>
          <p:cNvPr id="584" name="Google Shape;584;p52"/>
          <p:cNvSpPr txBox="1"/>
          <p:nvPr/>
        </p:nvSpPr>
        <p:spPr>
          <a:xfrm>
            <a:off x="1092953" y="1887604"/>
            <a:ext cx="1711325" cy="1238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800">
                <a:solidFill>
                  <a:srgbClr val="04172F"/>
                </a:solidFill>
                <a:latin typeface="Arial"/>
                <a:ea typeface="Arial"/>
                <a:cs typeface="Arial"/>
                <a:sym typeface="Arial"/>
              </a:rPr>
              <a:t>Example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71450" marR="0" rtl="0" algn="l">
              <a:lnSpc>
                <a:spcPct val="100000"/>
              </a:lnSpc>
              <a:spcBef>
                <a:spcPts val="283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rgbClr val="04172F"/>
                </a:solidFill>
                <a:latin typeface="Arial"/>
                <a:ea typeface="Arial"/>
                <a:cs typeface="Arial"/>
                <a:sym typeface="Arial"/>
              </a:rPr>
              <a:t>Employee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52"/>
          <p:cNvSpPr txBox="1"/>
          <p:nvPr/>
        </p:nvSpPr>
        <p:spPr>
          <a:xfrm>
            <a:off x="1252074" y="7097811"/>
            <a:ext cx="1022350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800">
                <a:solidFill>
                  <a:srgbClr val="04172F"/>
                </a:solidFill>
                <a:latin typeface="Arial"/>
                <a:ea typeface="Arial"/>
                <a:cs typeface="Arial"/>
                <a:sym typeface="Arial"/>
              </a:rPr>
              <a:t>Result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53"/>
          <p:cNvSpPr txBox="1"/>
          <p:nvPr>
            <p:ph type="title"/>
          </p:nvPr>
        </p:nvSpPr>
        <p:spPr>
          <a:xfrm>
            <a:off x="1016000" y="731763"/>
            <a:ext cx="11237595" cy="21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39725">
            <a:spAutoFit/>
          </a:bodyPr>
          <a:lstStyle/>
          <a:p>
            <a:pPr indent="0" lvl="0" marL="234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rgbClr val="2E79F4"/>
                </a:solidFill>
                <a:latin typeface="Arial"/>
                <a:ea typeface="Arial"/>
                <a:cs typeface="Arial"/>
                <a:sym typeface="Arial"/>
              </a:rPr>
              <a:t>Union</a:t>
            </a:r>
            <a:endParaRPr/>
          </a:p>
          <a:p>
            <a:pPr indent="0" lvl="0" marL="12700" marR="5080" rtl="0" algn="l">
              <a:lnSpc>
                <a:spcPct val="116100"/>
              </a:lnSpc>
              <a:spcBef>
                <a:spcPts val="1180"/>
              </a:spcBef>
              <a:spcAft>
                <a:spcPts val="0"/>
              </a:spcAft>
              <a:buNone/>
            </a:pPr>
            <a:r>
              <a:rPr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 is used to combine the result-set of two or more SELECT statements.  Gives UNIQUE records.</a:t>
            </a: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53"/>
          <p:cNvSpPr txBox="1"/>
          <p:nvPr/>
        </p:nvSpPr>
        <p:spPr>
          <a:xfrm>
            <a:off x="1027106" y="6613783"/>
            <a:ext cx="5859780" cy="24187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8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800">
                <a:solidFill>
                  <a:srgbClr val="04172F"/>
                </a:solidFill>
                <a:latin typeface="Arial"/>
                <a:ea typeface="Arial"/>
                <a:cs typeface="Arial"/>
                <a:sym typeface="Arial"/>
              </a:rPr>
              <a:t>Syntax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49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76ABC"/>
                </a:solidFill>
                <a:latin typeface="Arial"/>
                <a:ea typeface="Arial"/>
                <a:cs typeface="Arial"/>
                <a:sym typeface="Arial"/>
              </a:rPr>
              <a:t>SELECT </a:t>
            </a:r>
            <a:r>
              <a:rPr i="1"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column(s) </a:t>
            </a:r>
            <a:r>
              <a:rPr b="1" lang="en-US" sz="3200">
                <a:solidFill>
                  <a:srgbClr val="F76ABC"/>
                </a:solidFill>
                <a:latin typeface="Arial"/>
                <a:ea typeface="Arial"/>
                <a:cs typeface="Arial"/>
                <a:sym typeface="Arial"/>
              </a:rPr>
              <a:t>FROM </a:t>
            </a:r>
            <a:r>
              <a:rPr b="1" i="1"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tableA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585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76ABC"/>
                </a:solidFill>
                <a:latin typeface="Arial"/>
                <a:ea typeface="Arial"/>
                <a:cs typeface="Arial"/>
                <a:sym typeface="Arial"/>
              </a:rPr>
              <a:t>UNION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585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76ABC"/>
                </a:solidFill>
                <a:latin typeface="Arial"/>
                <a:ea typeface="Arial"/>
                <a:cs typeface="Arial"/>
                <a:sym typeface="Arial"/>
              </a:rPr>
              <a:t>SELECT </a:t>
            </a:r>
            <a:r>
              <a:rPr i="1"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column(s) </a:t>
            </a:r>
            <a:r>
              <a:rPr b="1" lang="en-US" sz="3200">
                <a:solidFill>
                  <a:srgbClr val="F76ABC"/>
                </a:solidFill>
                <a:latin typeface="Arial"/>
                <a:ea typeface="Arial"/>
                <a:cs typeface="Arial"/>
                <a:sym typeface="Arial"/>
              </a:rPr>
              <a:t>FROM </a:t>
            </a:r>
            <a:r>
              <a:rPr b="1"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tableB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92" name="Google Shape;592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3656" y="4220321"/>
            <a:ext cx="104775" cy="104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593" name="Google Shape;59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3656" y="4715621"/>
            <a:ext cx="104775" cy="104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594" name="Google Shape;594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3656" y="5210922"/>
            <a:ext cx="104775" cy="104774"/>
          </a:xfrm>
          <a:prstGeom prst="rect">
            <a:avLst/>
          </a:prstGeom>
          <a:noFill/>
          <a:ln>
            <a:noFill/>
          </a:ln>
        </p:spPr>
      </p:pic>
      <p:sp>
        <p:nvSpPr>
          <p:cNvPr id="595" name="Google Shape;595;p53"/>
          <p:cNvSpPr txBox="1"/>
          <p:nvPr/>
        </p:nvSpPr>
        <p:spPr>
          <a:xfrm>
            <a:off x="1027106" y="3450060"/>
            <a:ext cx="8515985" cy="20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12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use it :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616585" marR="363855" rtl="0" algn="l">
              <a:lnSpc>
                <a:spcPct val="116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every SELECT should have same no. of columns  columns must have similar data types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616585" marR="0" rtl="0" algn="l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columns in every SELECT should be in same order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0" name="Google Shape;60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49734" y="2863588"/>
            <a:ext cx="6505575" cy="3258428"/>
          </a:xfrm>
          <a:prstGeom prst="rect">
            <a:avLst/>
          </a:prstGeom>
          <a:noFill/>
          <a:ln>
            <a:noFill/>
          </a:ln>
        </p:spPr>
      </p:pic>
      <p:sp>
        <p:nvSpPr>
          <p:cNvPr id="601" name="Google Shape;601;p54"/>
          <p:cNvSpPr txBox="1"/>
          <p:nvPr>
            <p:ph type="title"/>
          </p:nvPr>
        </p:nvSpPr>
        <p:spPr>
          <a:xfrm>
            <a:off x="1016000" y="690437"/>
            <a:ext cx="12931140" cy="1706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81000">
            <a:spAutoFit/>
          </a:bodyPr>
          <a:lstStyle/>
          <a:p>
            <a:pPr indent="0" lvl="0" marL="234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SQL Sub Queries</a:t>
            </a:r>
            <a:endParaRPr/>
          </a:p>
          <a:p>
            <a:pPr indent="0" lvl="0" marL="12700" rtl="0" algn="l">
              <a:lnSpc>
                <a:spcPct val="100000"/>
              </a:lnSpc>
              <a:spcBef>
                <a:spcPts val="1935"/>
              </a:spcBef>
              <a:spcAft>
                <a:spcPts val="0"/>
              </a:spcAft>
              <a:buNone/>
            </a:pPr>
            <a:r>
              <a:rPr lang="en-US" sz="2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Subquery or Inner query or a Nested query is a query within another SQL query.</a:t>
            </a: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54"/>
          <p:cNvSpPr txBox="1"/>
          <p:nvPr/>
        </p:nvSpPr>
        <p:spPr>
          <a:xfrm>
            <a:off x="13554578" y="3039248"/>
            <a:ext cx="900430" cy="4057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Query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p54"/>
          <p:cNvSpPr txBox="1"/>
          <p:nvPr/>
        </p:nvSpPr>
        <p:spPr>
          <a:xfrm>
            <a:off x="13247437" y="4250176"/>
            <a:ext cx="1514475" cy="4057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 Query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54"/>
          <p:cNvSpPr txBox="1"/>
          <p:nvPr/>
        </p:nvSpPr>
        <p:spPr>
          <a:xfrm>
            <a:off x="1016000" y="2798336"/>
            <a:ext cx="4903470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It involves 2 select statements.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54"/>
          <p:cNvSpPr txBox="1"/>
          <p:nvPr/>
        </p:nvSpPr>
        <p:spPr>
          <a:xfrm>
            <a:off x="1016000" y="3982959"/>
            <a:ext cx="5008880" cy="30880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279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Syntax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3495" marR="0" rtl="0" algn="l">
              <a:lnSpc>
                <a:spcPct val="100000"/>
              </a:lnSpc>
              <a:spcBef>
                <a:spcPts val="1939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A69EF1"/>
                </a:solidFill>
                <a:latin typeface="Arial"/>
                <a:ea typeface="Arial"/>
                <a:cs typeface="Arial"/>
                <a:sym typeface="Arial"/>
              </a:rPr>
              <a:t>SELECT </a:t>
            </a:r>
            <a:r>
              <a:rPr i="1" lang="en-US"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column(s)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3495" marR="0" rtl="0" algn="l">
              <a:lnSpc>
                <a:spcPct val="100000"/>
              </a:lnSpc>
              <a:spcBef>
                <a:spcPts val="585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A69EF1"/>
                </a:solidFill>
                <a:latin typeface="Arial"/>
                <a:ea typeface="Arial"/>
                <a:cs typeface="Arial"/>
                <a:sym typeface="Arial"/>
              </a:rPr>
              <a:t>FROM </a:t>
            </a:r>
            <a:r>
              <a:rPr i="1" lang="en-US"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table_name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3495" marR="5080" rtl="0" algn="l">
              <a:lnSpc>
                <a:spcPct val="115199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A69EF1"/>
                </a:solidFill>
                <a:latin typeface="Arial"/>
                <a:ea typeface="Arial"/>
                <a:cs typeface="Arial"/>
                <a:sym typeface="Arial"/>
              </a:rPr>
              <a:t>WHERE </a:t>
            </a:r>
            <a:r>
              <a:rPr i="1" lang="en-US"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col_name operator  ( subquery );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55"/>
          <p:cNvSpPr txBox="1"/>
          <p:nvPr>
            <p:ph type="title"/>
          </p:nvPr>
        </p:nvSpPr>
        <p:spPr>
          <a:xfrm>
            <a:off x="1027106" y="1059179"/>
            <a:ext cx="4027804" cy="665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SQL Sub Queries</a:t>
            </a:r>
            <a:endParaRPr/>
          </a:p>
        </p:txBody>
      </p:sp>
      <p:sp>
        <p:nvSpPr>
          <p:cNvPr id="611" name="Google Shape;611;p55"/>
          <p:cNvSpPr txBox="1"/>
          <p:nvPr/>
        </p:nvSpPr>
        <p:spPr>
          <a:xfrm>
            <a:off x="1016000" y="1707009"/>
            <a:ext cx="9940290" cy="29102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508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Example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87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Get names of all students who scored more than class average.</a:t>
            </a:r>
            <a:endParaRPr sz="2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t/>
            </a:r>
            <a:endParaRPr sz="425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349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Step 1. Find the avg of class</a:t>
            </a:r>
            <a:endParaRPr sz="2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3495" marR="0" rtl="0" algn="l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Step 2. Find the names of students with marks &gt; avg</a:t>
            </a:r>
            <a:endParaRPr sz="2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612" name="Google Shape;612;p55"/>
          <p:cNvGrpSpPr/>
          <p:nvPr/>
        </p:nvGrpSpPr>
        <p:grpSpPr>
          <a:xfrm>
            <a:off x="11421994" y="841155"/>
            <a:ext cx="5484495" cy="4593590"/>
            <a:chOff x="11421994" y="841155"/>
            <a:chExt cx="5484495" cy="4593590"/>
          </a:xfrm>
        </p:grpSpPr>
        <p:sp>
          <p:nvSpPr>
            <p:cNvPr id="613" name="Google Shape;613;p55"/>
            <p:cNvSpPr/>
            <p:nvPr/>
          </p:nvSpPr>
          <p:spPr>
            <a:xfrm>
              <a:off x="11421994" y="841155"/>
              <a:ext cx="5484495" cy="4593590"/>
            </a:xfrm>
            <a:custGeom>
              <a:rect b="b" l="l" r="r" t="t"/>
              <a:pathLst>
                <a:path extrusionOk="0" h="4593590" w="5484494">
                  <a:moveTo>
                    <a:pt x="4998348" y="4593165"/>
                  </a:moveTo>
                  <a:lnTo>
                    <a:pt x="485760" y="4593165"/>
                  </a:lnTo>
                  <a:lnTo>
                    <a:pt x="437761" y="4590788"/>
                  </a:lnTo>
                  <a:lnTo>
                    <a:pt x="390561" y="4583745"/>
                  </a:lnTo>
                  <a:lnTo>
                    <a:pt x="344494" y="4572167"/>
                  </a:lnTo>
                  <a:lnTo>
                    <a:pt x="299876" y="4556188"/>
                  </a:lnTo>
                  <a:lnTo>
                    <a:pt x="257027" y="4535938"/>
                  </a:lnTo>
                  <a:lnTo>
                    <a:pt x="216266" y="4511549"/>
                  </a:lnTo>
                  <a:lnTo>
                    <a:pt x="177910" y="4483154"/>
                  </a:lnTo>
                  <a:lnTo>
                    <a:pt x="142280" y="4450885"/>
                  </a:lnTo>
                  <a:lnTo>
                    <a:pt x="110010" y="4415254"/>
                  </a:lnTo>
                  <a:lnTo>
                    <a:pt x="81615" y="4376898"/>
                  </a:lnTo>
                  <a:lnTo>
                    <a:pt x="57227" y="4336137"/>
                  </a:lnTo>
                  <a:lnTo>
                    <a:pt x="36976" y="4293288"/>
                  </a:lnTo>
                  <a:lnTo>
                    <a:pt x="20997" y="4248671"/>
                  </a:lnTo>
                  <a:lnTo>
                    <a:pt x="9419" y="4202603"/>
                  </a:lnTo>
                  <a:lnTo>
                    <a:pt x="2376" y="4155403"/>
                  </a:lnTo>
                  <a:lnTo>
                    <a:pt x="0" y="4107401"/>
                  </a:lnTo>
                  <a:lnTo>
                    <a:pt x="0" y="485763"/>
                  </a:lnTo>
                  <a:lnTo>
                    <a:pt x="2376" y="437762"/>
                  </a:lnTo>
                  <a:lnTo>
                    <a:pt x="9419" y="390562"/>
                  </a:lnTo>
                  <a:lnTo>
                    <a:pt x="20997" y="344494"/>
                  </a:lnTo>
                  <a:lnTo>
                    <a:pt x="36976" y="299876"/>
                  </a:lnTo>
                  <a:lnTo>
                    <a:pt x="57227" y="257028"/>
                  </a:lnTo>
                  <a:lnTo>
                    <a:pt x="81615" y="216266"/>
                  </a:lnTo>
                  <a:lnTo>
                    <a:pt x="110010" y="177911"/>
                  </a:lnTo>
                  <a:lnTo>
                    <a:pt x="142280" y="142280"/>
                  </a:lnTo>
                  <a:lnTo>
                    <a:pt x="177910" y="110010"/>
                  </a:lnTo>
                  <a:lnTo>
                    <a:pt x="216266" y="81615"/>
                  </a:lnTo>
                  <a:lnTo>
                    <a:pt x="257027" y="57227"/>
                  </a:lnTo>
                  <a:lnTo>
                    <a:pt x="299876" y="36977"/>
                  </a:lnTo>
                  <a:lnTo>
                    <a:pt x="344494" y="20997"/>
                  </a:lnTo>
                  <a:lnTo>
                    <a:pt x="390561" y="9420"/>
                  </a:lnTo>
                  <a:lnTo>
                    <a:pt x="437761" y="2377"/>
                  </a:lnTo>
                  <a:lnTo>
                    <a:pt x="485774" y="0"/>
                  </a:lnTo>
                  <a:lnTo>
                    <a:pt x="4998334" y="0"/>
                  </a:lnTo>
                  <a:lnTo>
                    <a:pt x="5046346" y="2377"/>
                  </a:lnTo>
                  <a:lnTo>
                    <a:pt x="5093546" y="9420"/>
                  </a:lnTo>
                  <a:lnTo>
                    <a:pt x="5139613" y="20997"/>
                  </a:lnTo>
                  <a:lnTo>
                    <a:pt x="5184231" y="36977"/>
                  </a:lnTo>
                  <a:lnTo>
                    <a:pt x="5227079" y="57227"/>
                  </a:lnTo>
                  <a:lnTo>
                    <a:pt x="5267841" y="81615"/>
                  </a:lnTo>
                  <a:lnTo>
                    <a:pt x="5306196" y="110010"/>
                  </a:lnTo>
                  <a:lnTo>
                    <a:pt x="5341827" y="142280"/>
                  </a:lnTo>
                  <a:lnTo>
                    <a:pt x="5374097" y="177911"/>
                  </a:lnTo>
                  <a:lnTo>
                    <a:pt x="5402492" y="216266"/>
                  </a:lnTo>
                  <a:lnTo>
                    <a:pt x="5426881" y="257028"/>
                  </a:lnTo>
                  <a:lnTo>
                    <a:pt x="5447131" y="299876"/>
                  </a:lnTo>
                  <a:lnTo>
                    <a:pt x="5463111" y="344494"/>
                  </a:lnTo>
                  <a:lnTo>
                    <a:pt x="5474688" y="390562"/>
                  </a:lnTo>
                  <a:lnTo>
                    <a:pt x="5481732" y="437762"/>
                  </a:lnTo>
                  <a:lnTo>
                    <a:pt x="5484108" y="485763"/>
                  </a:lnTo>
                  <a:lnTo>
                    <a:pt x="5484108" y="4107401"/>
                  </a:lnTo>
                  <a:lnTo>
                    <a:pt x="5481732" y="4155403"/>
                  </a:lnTo>
                  <a:lnTo>
                    <a:pt x="5474688" y="4202603"/>
                  </a:lnTo>
                  <a:lnTo>
                    <a:pt x="5463111" y="4248671"/>
                  </a:lnTo>
                  <a:lnTo>
                    <a:pt x="5447131" y="4293288"/>
                  </a:lnTo>
                  <a:lnTo>
                    <a:pt x="5426881" y="4336137"/>
                  </a:lnTo>
                  <a:lnTo>
                    <a:pt x="5402492" y="4376898"/>
                  </a:lnTo>
                  <a:lnTo>
                    <a:pt x="5374097" y="4415254"/>
                  </a:lnTo>
                  <a:lnTo>
                    <a:pt x="5341827" y="4450885"/>
                  </a:lnTo>
                  <a:lnTo>
                    <a:pt x="5306196" y="4483154"/>
                  </a:lnTo>
                  <a:lnTo>
                    <a:pt x="5267841" y="4511549"/>
                  </a:lnTo>
                  <a:lnTo>
                    <a:pt x="5227079" y="4535938"/>
                  </a:lnTo>
                  <a:lnTo>
                    <a:pt x="5184231" y="4556188"/>
                  </a:lnTo>
                  <a:lnTo>
                    <a:pt x="5139613" y="4572167"/>
                  </a:lnTo>
                  <a:lnTo>
                    <a:pt x="5093546" y="4583745"/>
                  </a:lnTo>
                  <a:lnTo>
                    <a:pt x="5046346" y="4590788"/>
                  </a:lnTo>
                  <a:lnTo>
                    <a:pt x="4998348" y="459316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14" name="Google Shape;614;p5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703684" y="990403"/>
              <a:ext cx="4981574" cy="429577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56"/>
          <p:cNvSpPr txBox="1"/>
          <p:nvPr>
            <p:ph type="title"/>
          </p:nvPr>
        </p:nvSpPr>
        <p:spPr>
          <a:xfrm>
            <a:off x="1027106" y="1059179"/>
            <a:ext cx="4027804" cy="665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SQL Sub Queries</a:t>
            </a:r>
            <a:endParaRPr/>
          </a:p>
        </p:txBody>
      </p:sp>
      <p:sp>
        <p:nvSpPr>
          <p:cNvPr id="620" name="Google Shape;620;p56"/>
          <p:cNvSpPr txBox="1"/>
          <p:nvPr/>
        </p:nvSpPr>
        <p:spPr>
          <a:xfrm>
            <a:off x="1016000" y="1707012"/>
            <a:ext cx="8595360" cy="29102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508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Example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87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Find the names of all students with even roll numbers.</a:t>
            </a:r>
            <a:endParaRPr sz="2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t/>
            </a:r>
            <a:endParaRPr sz="425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349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Step 1. Find the even roll numbers</a:t>
            </a:r>
            <a:endParaRPr sz="2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3495" marR="0" rtl="0" algn="l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Step 2. Find the names of students with even roll no</a:t>
            </a:r>
            <a:endParaRPr sz="2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621" name="Google Shape;621;p56"/>
          <p:cNvGrpSpPr/>
          <p:nvPr/>
        </p:nvGrpSpPr>
        <p:grpSpPr>
          <a:xfrm>
            <a:off x="11421994" y="841155"/>
            <a:ext cx="5484495" cy="4593590"/>
            <a:chOff x="11421994" y="841155"/>
            <a:chExt cx="5484495" cy="4593590"/>
          </a:xfrm>
        </p:grpSpPr>
        <p:sp>
          <p:nvSpPr>
            <p:cNvPr id="622" name="Google Shape;622;p56"/>
            <p:cNvSpPr/>
            <p:nvPr/>
          </p:nvSpPr>
          <p:spPr>
            <a:xfrm>
              <a:off x="11421994" y="841155"/>
              <a:ext cx="5484495" cy="4593590"/>
            </a:xfrm>
            <a:custGeom>
              <a:rect b="b" l="l" r="r" t="t"/>
              <a:pathLst>
                <a:path extrusionOk="0" h="4593590" w="5484494">
                  <a:moveTo>
                    <a:pt x="4998348" y="4593164"/>
                  </a:moveTo>
                  <a:lnTo>
                    <a:pt x="485760" y="4593164"/>
                  </a:lnTo>
                  <a:lnTo>
                    <a:pt x="437761" y="4590788"/>
                  </a:lnTo>
                  <a:lnTo>
                    <a:pt x="390561" y="4583745"/>
                  </a:lnTo>
                  <a:lnTo>
                    <a:pt x="344494" y="4572167"/>
                  </a:lnTo>
                  <a:lnTo>
                    <a:pt x="299876" y="4556188"/>
                  </a:lnTo>
                  <a:lnTo>
                    <a:pt x="257027" y="4535938"/>
                  </a:lnTo>
                  <a:lnTo>
                    <a:pt x="216266" y="4511549"/>
                  </a:lnTo>
                  <a:lnTo>
                    <a:pt x="177910" y="4483154"/>
                  </a:lnTo>
                  <a:lnTo>
                    <a:pt x="142280" y="4450885"/>
                  </a:lnTo>
                  <a:lnTo>
                    <a:pt x="110010" y="4415254"/>
                  </a:lnTo>
                  <a:lnTo>
                    <a:pt x="81615" y="4376898"/>
                  </a:lnTo>
                  <a:lnTo>
                    <a:pt x="57227" y="4336137"/>
                  </a:lnTo>
                  <a:lnTo>
                    <a:pt x="36976" y="4293288"/>
                  </a:lnTo>
                  <a:lnTo>
                    <a:pt x="20997" y="4248671"/>
                  </a:lnTo>
                  <a:lnTo>
                    <a:pt x="9419" y="4202603"/>
                  </a:lnTo>
                  <a:lnTo>
                    <a:pt x="2376" y="4155403"/>
                  </a:lnTo>
                  <a:lnTo>
                    <a:pt x="0" y="4107401"/>
                  </a:lnTo>
                  <a:lnTo>
                    <a:pt x="0" y="485763"/>
                  </a:lnTo>
                  <a:lnTo>
                    <a:pt x="2376" y="437762"/>
                  </a:lnTo>
                  <a:lnTo>
                    <a:pt x="9419" y="390562"/>
                  </a:lnTo>
                  <a:lnTo>
                    <a:pt x="20997" y="344494"/>
                  </a:lnTo>
                  <a:lnTo>
                    <a:pt x="36976" y="299876"/>
                  </a:lnTo>
                  <a:lnTo>
                    <a:pt x="57227" y="257028"/>
                  </a:lnTo>
                  <a:lnTo>
                    <a:pt x="81615" y="216266"/>
                  </a:lnTo>
                  <a:lnTo>
                    <a:pt x="110010" y="177911"/>
                  </a:lnTo>
                  <a:lnTo>
                    <a:pt x="142280" y="142280"/>
                  </a:lnTo>
                  <a:lnTo>
                    <a:pt x="177910" y="110010"/>
                  </a:lnTo>
                  <a:lnTo>
                    <a:pt x="216266" y="81615"/>
                  </a:lnTo>
                  <a:lnTo>
                    <a:pt x="257027" y="57227"/>
                  </a:lnTo>
                  <a:lnTo>
                    <a:pt x="299876" y="36977"/>
                  </a:lnTo>
                  <a:lnTo>
                    <a:pt x="344494" y="20997"/>
                  </a:lnTo>
                  <a:lnTo>
                    <a:pt x="390561" y="9420"/>
                  </a:lnTo>
                  <a:lnTo>
                    <a:pt x="437761" y="2377"/>
                  </a:lnTo>
                  <a:lnTo>
                    <a:pt x="485774" y="0"/>
                  </a:lnTo>
                  <a:lnTo>
                    <a:pt x="4998334" y="0"/>
                  </a:lnTo>
                  <a:lnTo>
                    <a:pt x="5046346" y="2377"/>
                  </a:lnTo>
                  <a:lnTo>
                    <a:pt x="5093546" y="9420"/>
                  </a:lnTo>
                  <a:lnTo>
                    <a:pt x="5139613" y="20997"/>
                  </a:lnTo>
                  <a:lnTo>
                    <a:pt x="5184231" y="36977"/>
                  </a:lnTo>
                  <a:lnTo>
                    <a:pt x="5227079" y="57227"/>
                  </a:lnTo>
                  <a:lnTo>
                    <a:pt x="5267841" y="81615"/>
                  </a:lnTo>
                  <a:lnTo>
                    <a:pt x="5306196" y="110010"/>
                  </a:lnTo>
                  <a:lnTo>
                    <a:pt x="5341827" y="142280"/>
                  </a:lnTo>
                  <a:lnTo>
                    <a:pt x="5374097" y="177911"/>
                  </a:lnTo>
                  <a:lnTo>
                    <a:pt x="5402492" y="216266"/>
                  </a:lnTo>
                  <a:lnTo>
                    <a:pt x="5426881" y="257028"/>
                  </a:lnTo>
                  <a:lnTo>
                    <a:pt x="5447131" y="299876"/>
                  </a:lnTo>
                  <a:lnTo>
                    <a:pt x="5463111" y="344494"/>
                  </a:lnTo>
                  <a:lnTo>
                    <a:pt x="5474688" y="390562"/>
                  </a:lnTo>
                  <a:lnTo>
                    <a:pt x="5481732" y="437762"/>
                  </a:lnTo>
                  <a:lnTo>
                    <a:pt x="5484108" y="485763"/>
                  </a:lnTo>
                  <a:lnTo>
                    <a:pt x="5484108" y="4107401"/>
                  </a:lnTo>
                  <a:lnTo>
                    <a:pt x="5481732" y="4155403"/>
                  </a:lnTo>
                  <a:lnTo>
                    <a:pt x="5474688" y="4202603"/>
                  </a:lnTo>
                  <a:lnTo>
                    <a:pt x="5463111" y="4248671"/>
                  </a:lnTo>
                  <a:lnTo>
                    <a:pt x="5447131" y="4293288"/>
                  </a:lnTo>
                  <a:lnTo>
                    <a:pt x="5426881" y="4336137"/>
                  </a:lnTo>
                  <a:lnTo>
                    <a:pt x="5402492" y="4376898"/>
                  </a:lnTo>
                  <a:lnTo>
                    <a:pt x="5374097" y="4415254"/>
                  </a:lnTo>
                  <a:lnTo>
                    <a:pt x="5341827" y="4450885"/>
                  </a:lnTo>
                  <a:lnTo>
                    <a:pt x="5306196" y="4483154"/>
                  </a:lnTo>
                  <a:lnTo>
                    <a:pt x="5267841" y="4511549"/>
                  </a:lnTo>
                  <a:lnTo>
                    <a:pt x="5227079" y="4535938"/>
                  </a:lnTo>
                  <a:lnTo>
                    <a:pt x="5184231" y="4556188"/>
                  </a:lnTo>
                  <a:lnTo>
                    <a:pt x="5139613" y="4572167"/>
                  </a:lnTo>
                  <a:lnTo>
                    <a:pt x="5093546" y="4583745"/>
                  </a:lnTo>
                  <a:lnTo>
                    <a:pt x="5046346" y="4590788"/>
                  </a:lnTo>
                  <a:lnTo>
                    <a:pt x="4998348" y="459316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23" name="Google Shape;623;p5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703684" y="990404"/>
              <a:ext cx="4981574" cy="429577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57"/>
          <p:cNvSpPr txBox="1"/>
          <p:nvPr>
            <p:ph type="title"/>
          </p:nvPr>
        </p:nvSpPr>
        <p:spPr>
          <a:xfrm>
            <a:off x="1027106" y="1059179"/>
            <a:ext cx="4027804" cy="665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SQL Sub Queries</a:t>
            </a:r>
            <a:endParaRPr/>
          </a:p>
        </p:txBody>
      </p:sp>
      <p:grpSp>
        <p:nvGrpSpPr>
          <p:cNvPr id="629" name="Google Shape;629;p57"/>
          <p:cNvGrpSpPr/>
          <p:nvPr/>
        </p:nvGrpSpPr>
        <p:grpSpPr>
          <a:xfrm>
            <a:off x="10309179" y="841157"/>
            <a:ext cx="7290434" cy="4593590"/>
            <a:chOff x="10309179" y="841157"/>
            <a:chExt cx="7290434" cy="4593590"/>
          </a:xfrm>
        </p:grpSpPr>
        <p:sp>
          <p:nvSpPr>
            <p:cNvPr id="630" name="Google Shape;630;p57"/>
            <p:cNvSpPr/>
            <p:nvPr/>
          </p:nvSpPr>
          <p:spPr>
            <a:xfrm>
              <a:off x="10309179" y="841157"/>
              <a:ext cx="7290434" cy="4593590"/>
            </a:xfrm>
            <a:custGeom>
              <a:rect b="b" l="l" r="r" t="t"/>
              <a:pathLst>
                <a:path extrusionOk="0" h="4593590" w="7290434">
                  <a:moveTo>
                    <a:pt x="6804036" y="4593165"/>
                  </a:moveTo>
                  <a:lnTo>
                    <a:pt x="485773" y="4593165"/>
                  </a:lnTo>
                  <a:lnTo>
                    <a:pt x="437760" y="4590788"/>
                  </a:lnTo>
                  <a:lnTo>
                    <a:pt x="390561" y="4583745"/>
                  </a:lnTo>
                  <a:lnTo>
                    <a:pt x="344493" y="4572167"/>
                  </a:lnTo>
                  <a:lnTo>
                    <a:pt x="299875" y="4556187"/>
                  </a:lnTo>
                  <a:lnTo>
                    <a:pt x="257026" y="4535937"/>
                  </a:lnTo>
                  <a:lnTo>
                    <a:pt x="216265" y="4511549"/>
                  </a:lnTo>
                  <a:lnTo>
                    <a:pt x="177910" y="4483154"/>
                  </a:lnTo>
                  <a:lnTo>
                    <a:pt x="142279" y="4450885"/>
                  </a:lnTo>
                  <a:lnTo>
                    <a:pt x="110009" y="4415254"/>
                  </a:lnTo>
                  <a:lnTo>
                    <a:pt x="81614" y="4376898"/>
                  </a:lnTo>
                  <a:lnTo>
                    <a:pt x="57226" y="4336137"/>
                  </a:lnTo>
                  <a:lnTo>
                    <a:pt x="36976" y="4293288"/>
                  </a:lnTo>
                  <a:lnTo>
                    <a:pt x="20996" y="4248670"/>
                  </a:lnTo>
                  <a:lnTo>
                    <a:pt x="9418" y="4202602"/>
                  </a:lnTo>
                  <a:lnTo>
                    <a:pt x="2375" y="4155403"/>
                  </a:lnTo>
                  <a:lnTo>
                    <a:pt x="0" y="4107419"/>
                  </a:lnTo>
                  <a:lnTo>
                    <a:pt x="0" y="485745"/>
                  </a:lnTo>
                  <a:lnTo>
                    <a:pt x="2375" y="437761"/>
                  </a:lnTo>
                  <a:lnTo>
                    <a:pt x="9418" y="390562"/>
                  </a:lnTo>
                  <a:lnTo>
                    <a:pt x="20996" y="344494"/>
                  </a:lnTo>
                  <a:lnTo>
                    <a:pt x="36976" y="299876"/>
                  </a:lnTo>
                  <a:lnTo>
                    <a:pt x="57226" y="257028"/>
                  </a:lnTo>
                  <a:lnTo>
                    <a:pt x="81614" y="216266"/>
                  </a:lnTo>
                  <a:lnTo>
                    <a:pt x="110009" y="177911"/>
                  </a:lnTo>
                  <a:lnTo>
                    <a:pt x="142279" y="142280"/>
                  </a:lnTo>
                  <a:lnTo>
                    <a:pt x="177910" y="110010"/>
                  </a:lnTo>
                  <a:lnTo>
                    <a:pt x="216265" y="81615"/>
                  </a:lnTo>
                  <a:lnTo>
                    <a:pt x="257026" y="57227"/>
                  </a:lnTo>
                  <a:lnTo>
                    <a:pt x="299875" y="36977"/>
                  </a:lnTo>
                  <a:lnTo>
                    <a:pt x="344493" y="20997"/>
                  </a:lnTo>
                  <a:lnTo>
                    <a:pt x="390561" y="9420"/>
                  </a:lnTo>
                  <a:lnTo>
                    <a:pt x="437760" y="2376"/>
                  </a:lnTo>
                  <a:lnTo>
                    <a:pt x="485769" y="0"/>
                  </a:lnTo>
                  <a:lnTo>
                    <a:pt x="6804040" y="0"/>
                  </a:lnTo>
                  <a:lnTo>
                    <a:pt x="6852049" y="2376"/>
                  </a:lnTo>
                  <a:lnTo>
                    <a:pt x="6899248" y="9420"/>
                  </a:lnTo>
                  <a:lnTo>
                    <a:pt x="6945316" y="20997"/>
                  </a:lnTo>
                  <a:lnTo>
                    <a:pt x="6989934" y="36977"/>
                  </a:lnTo>
                  <a:lnTo>
                    <a:pt x="7032783" y="57227"/>
                  </a:lnTo>
                  <a:lnTo>
                    <a:pt x="7073544" y="81615"/>
                  </a:lnTo>
                  <a:lnTo>
                    <a:pt x="7111899" y="110010"/>
                  </a:lnTo>
                  <a:lnTo>
                    <a:pt x="7147530" y="142280"/>
                  </a:lnTo>
                  <a:lnTo>
                    <a:pt x="7179800" y="177911"/>
                  </a:lnTo>
                  <a:lnTo>
                    <a:pt x="7208195" y="216266"/>
                  </a:lnTo>
                  <a:lnTo>
                    <a:pt x="7232583" y="257028"/>
                  </a:lnTo>
                  <a:lnTo>
                    <a:pt x="7252834" y="299876"/>
                  </a:lnTo>
                  <a:lnTo>
                    <a:pt x="7268813" y="344494"/>
                  </a:lnTo>
                  <a:lnTo>
                    <a:pt x="7280391" y="390562"/>
                  </a:lnTo>
                  <a:lnTo>
                    <a:pt x="7287434" y="437761"/>
                  </a:lnTo>
                  <a:lnTo>
                    <a:pt x="7289810" y="485745"/>
                  </a:lnTo>
                  <a:lnTo>
                    <a:pt x="7289810" y="4107419"/>
                  </a:lnTo>
                  <a:lnTo>
                    <a:pt x="7287434" y="4155403"/>
                  </a:lnTo>
                  <a:lnTo>
                    <a:pt x="7280391" y="4202602"/>
                  </a:lnTo>
                  <a:lnTo>
                    <a:pt x="7268813" y="4248670"/>
                  </a:lnTo>
                  <a:lnTo>
                    <a:pt x="7252834" y="4293288"/>
                  </a:lnTo>
                  <a:lnTo>
                    <a:pt x="7232583" y="4336137"/>
                  </a:lnTo>
                  <a:lnTo>
                    <a:pt x="7208195" y="4376898"/>
                  </a:lnTo>
                  <a:lnTo>
                    <a:pt x="7179800" y="4415254"/>
                  </a:lnTo>
                  <a:lnTo>
                    <a:pt x="7147530" y="4450885"/>
                  </a:lnTo>
                  <a:lnTo>
                    <a:pt x="7111899" y="4483154"/>
                  </a:lnTo>
                  <a:lnTo>
                    <a:pt x="7073544" y="4511549"/>
                  </a:lnTo>
                  <a:lnTo>
                    <a:pt x="7032783" y="4535937"/>
                  </a:lnTo>
                  <a:lnTo>
                    <a:pt x="6989934" y="4556187"/>
                  </a:lnTo>
                  <a:lnTo>
                    <a:pt x="6945316" y="4572167"/>
                  </a:lnTo>
                  <a:lnTo>
                    <a:pt x="6899248" y="4583745"/>
                  </a:lnTo>
                  <a:lnTo>
                    <a:pt x="6852049" y="4590788"/>
                  </a:lnTo>
                  <a:lnTo>
                    <a:pt x="6804036" y="459316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31" name="Google Shape;631;p5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540714" y="947581"/>
              <a:ext cx="6829424" cy="429577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32" name="Google Shape;632;p57"/>
          <p:cNvSpPr txBox="1"/>
          <p:nvPr>
            <p:ph idx="1" type="body"/>
          </p:nvPr>
        </p:nvSpPr>
        <p:spPr>
          <a:xfrm>
            <a:off x="1016000" y="1707009"/>
            <a:ext cx="8700135" cy="29102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508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 with </a:t>
            </a:r>
            <a:r>
              <a:rPr lang="en-US">
                <a:solidFill>
                  <a:srgbClr val="A69EF1"/>
                </a:solidFill>
              </a:rPr>
              <a:t>FROM</a:t>
            </a:r>
            <a:endParaRPr/>
          </a:p>
          <a:p>
            <a:pPr indent="0" lvl="0" marL="12700" rtl="0" algn="l">
              <a:lnSpc>
                <a:spcPct val="100000"/>
              </a:lnSpc>
              <a:spcBef>
                <a:spcPts val="1870"/>
              </a:spcBef>
              <a:spcAft>
                <a:spcPts val="0"/>
              </a:spcAft>
              <a:buNone/>
            </a:pPr>
            <a:r>
              <a:rPr i="0" lang="en-US">
                <a:latin typeface="Trebuchet MS"/>
                <a:ea typeface="Trebuchet MS"/>
                <a:cs typeface="Trebuchet MS"/>
                <a:sym typeface="Trebuchet MS"/>
              </a:rPr>
              <a:t>Find the max marks from the students of Delhi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t/>
            </a:r>
            <a:endParaRPr sz="425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34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>
                <a:latin typeface="Trebuchet MS"/>
                <a:ea typeface="Trebuchet MS"/>
                <a:cs typeface="Trebuchet MS"/>
                <a:sym typeface="Trebuchet MS"/>
              </a:rPr>
              <a:t>Step 1. Find the students of Mumbai</a:t>
            </a:r>
            <a:endParaRPr/>
          </a:p>
          <a:p>
            <a:pPr indent="0" lvl="0" marL="23495" rtl="0" algn="l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None/>
            </a:pPr>
            <a:r>
              <a:rPr i="0" lang="en-US">
                <a:latin typeface="Trebuchet MS"/>
                <a:ea typeface="Trebuchet MS"/>
                <a:cs typeface="Trebuchet MS"/>
                <a:sym typeface="Trebuchet MS"/>
              </a:rPr>
              <a:t>Step 2. Find their max marks using the sublist in step 1</a:t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7" name="Google Shape;637;p58"/>
          <p:cNvGrpSpPr/>
          <p:nvPr/>
        </p:nvGrpSpPr>
        <p:grpSpPr>
          <a:xfrm>
            <a:off x="1028700" y="2877820"/>
            <a:ext cx="8087995" cy="2640965"/>
            <a:chOff x="1028700" y="2877820"/>
            <a:chExt cx="8087995" cy="2640965"/>
          </a:xfrm>
        </p:grpSpPr>
        <p:sp>
          <p:nvSpPr>
            <p:cNvPr id="638" name="Google Shape;638;p58"/>
            <p:cNvSpPr/>
            <p:nvPr/>
          </p:nvSpPr>
          <p:spPr>
            <a:xfrm>
              <a:off x="1028700" y="2877820"/>
              <a:ext cx="8087995" cy="2640965"/>
            </a:xfrm>
            <a:custGeom>
              <a:rect b="b" l="l" r="r" t="t"/>
              <a:pathLst>
                <a:path extrusionOk="0" h="2640965" w="8087995">
                  <a:moveTo>
                    <a:pt x="7601906" y="2640485"/>
                  </a:moveTo>
                  <a:lnTo>
                    <a:pt x="485774" y="2640485"/>
                  </a:lnTo>
                  <a:lnTo>
                    <a:pt x="437762" y="2638108"/>
                  </a:lnTo>
                  <a:lnTo>
                    <a:pt x="390562" y="2631065"/>
                  </a:lnTo>
                  <a:lnTo>
                    <a:pt x="344494" y="2619487"/>
                  </a:lnTo>
                  <a:lnTo>
                    <a:pt x="299876" y="2603507"/>
                  </a:lnTo>
                  <a:lnTo>
                    <a:pt x="257028" y="2583257"/>
                  </a:lnTo>
                  <a:lnTo>
                    <a:pt x="216266" y="2558869"/>
                  </a:lnTo>
                  <a:lnTo>
                    <a:pt x="177911" y="2530474"/>
                  </a:lnTo>
                  <a:lnTo>
                    <a:pt x="142280" y="2498205"/>
                  </a:lnTo>
                  <a:lnTo>
                    <a:pt x="110010" y="2462574"/>
                  </a:lnTo>
                  <a:lnTo>
                    <a:pt x="81615" y="2424218"/>
                  </a:lnTo>
                  <a:lnTo>
                    <a:pt x="57227" y="2383457"/>
                  </a:lnTo>
                  <a:lnTo>
                    <a:pt x="36977" y="2340608"/>
                  </a:lnTo>
                  <a:lnTo>
                    <a:pt x="20997" y="2295991"/>
                  </a:lnTo>
                  <a:lnTo>
                    <a:pt x="9420" y="2249923"/>
                  </a:lnTo>
                  <a:lnTo>
                    <a:pt x="2377" y="2202723"/>
                  </a:lnTo>
                  <a:lnTo>
                    <a:pt x="0" y="2154710"/>
                  </a:lnTo>
                  <a:lnTo>
                    <a:pt x="0" y="485774"/>
                  </a:lnTo>
                  <a:lnTo>
                    <a:pt x="2377" y="437761"/>
                  </a:lnTo>
                  <a:lnTo>
                    <a:pt x="9420" y="390562"/>
                  </a:lnTo>
                  <a:lnTo>
                    <a:pt x="20997" y="344494"/>
                  </a:lnTo>
                  <a:lnTo>
                    <a:pt x="36977" y="299876"/>
                  </a:lnTo>
                  <a:lnTo>
                    <a:pt x="57227" y="257027"/>
                  </a:lnTo>
                  <a:lnTo>
                    <a:pt x="81615" y="216266"/>
                  </a:lnTo>
                  <a:lnTo>
                    <a:pt x="110010" y="177911"/>
                  </a:lnTo>
                  <a:lnTo>
                    <a:pt x="142280" y="142279"/>
                  </a:lnTo>
                  <a:lnTo>
                    <a:pt x="177911" y="110010"/>
                  </a:lnTo>
                  <a:lnTo>
                    <a:pt x="216266" y="81615"/>
                  </a:lnTo>
                  <a:lnTo>
                    <a:pt x="257028" y="57227"/>
                  </a:lnTo>
                  <a:lnTo>
                    <a:pt x="299876" y="36977"/>
                  </a:lnTo>
                  <a:lnTo>
                    <a:pt x="344494" y="20997"/>
                  </a:lnTo>
                  <a:lnTo>
                    <a:pt x="390562" y="9419"/>
                  </a:lnTo>
                  <a:lnTo>
                    <a:pt x="437762" y="2376"/>
                  </a:lnTo>
                  <a:lnTo>
                    <a:pt x="485769" y="0"/>
                  </a:lnTo>
                  <a:lnTo>
                    <a:pt x="7601912" y="0"/>
                  </a:lnTo>
                  <a:lnTo>
                    <a:pt x="7649919" y="2376"/>
                  </a:lnTo>
                  <a:lnTo>
                    <a:pt x="7697118" y="9419"/>
                  </a:lnTo>
                  <a:lnTo>
                    <a:pt x="7743186" y="20997"/>
                  </a:lnTo>
                  <a:lnTo>
                    <a:pt x="7787804" y="36977"/>
                  </a:lnTo>
                  <a:lnTo>
                    <a:pt x="7830653" y="57227"/>
                  </a:lnTo>
                  <a:lnTo>
                    <a:pt x="7871414" y="81615"/>
                  </a:lnTo>
                  <a:lnTo>
                    <a:pt x="7909770" y="110010"/>
                  </a:lnTo>
                  <a:lnTo>
                    <a:pt x="7945401" y="142279"/>
                  </a:lnTo>
                  <a:lnTo>
                    <a:pt x="7977671" y="177911"/>
                  </a:lnTo>
                  <a:lnTo>
                    <a:pt x="8006065" y="216266"/>
                  </a:lnTo>
                  <a:lnTo>
                    <a:pt x="8030454" y="257027"/>
                  </a:lnTo>
                  <a:lnTo>
                    <a:pt x="8050704" y="299876"/>
                  </a:lnTo>
                  <a:lnTo>
                    <a:pt x="8066683" y="344494"/>
                  </a:lnTo>
                  <a:lnTo>
                    <a:pt x="8078261" y="390562"/>
                  </a:lnTo>
                  <a:lnTo>
                    <a:pt x="8085304" y="437761"/>
                  </a:lnTo>
                  <a:lnTo>
                    <a:pt x="8087681" y="485774"/>
                  </a:lnTo>
                  <a:lnTo>
                    <a:pt x="8087681" y="2154710"/>
                  </a:lnTo>
                  <a:lnTo>
                    <a:pt x="8085304" y="2202723"/>
                  </a:lnTo>
                  <a:lnTo>
                    <a:pt x="8078261" y="2249923"/>
                  </a:lnTo>
                  <a:lnTo>
                    <a:pt x="8066683" y="2295991"/>
                  </a:lnTo>
                  <a:lnTo>
                    <a:pt x="8050704" y="2340608"/>
                  </a:lnTo>
                  <a:lnTo>
                    <a:pt x="8030454" y="2383457"/>
                  </a:lnTo>
                  <a:lnTo>
                    <a:pt x="8006065" y="2424218"/>
                  </a:lnTo>
                  <a:lnTo>
                    <a:pt x="7977671" y="2462574"/>
                  </a:lnTo>
                  <a:lnTo>
                    <a:pt x="7945401" y="2498205"/>
                  </a:lnTo>
                  <a:lnTo>
                    <a:pt x="7909770" y="2530474"/>
                  </a:lnTo>
                  <a:lnTo>
                    <a:pt x="7871414" y="2558869"/>
                  </a:lnTo>
                  <a:lnTo>
                    <a:pt x="7830653" y="2583257"/>
                  </a:lnTo>
                  <a:lnTo>
                    <a:pt x="7787804" y="2603507"/>
                  </a:lnTo>
                  <a:lnTo>
                    <a:pt x="7743186" y="2619487"/>
                  </a:lnTo>
                  <a:lnTo>
                    <a:pt x="7697118" y="2631065"/>
                  </a:lnTo>
                  <a:lnTo>
                    <a:pt x="7649919" y="2638108"/>
                  </a:lnTo>
                  <a:lnTo>
                    <a:pt x="7601906" y="264048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39" name="Google Shape;639;p5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305471" y="3023883"/>
              <a:ext cx="7658099" cy="235267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40" name="Google Shape;640;p58"/>
          <p:cNvSpPr txBox="1"/>
          <p:nvPr>
            <p:ph type="title"/>
          </p:nvPr>
        </p:nvSpPr>
        <p:spPr>
          <a:xfrm>
            <a:off x="1016000" y="690429"/>
            <a:ext cx="10808335" cy="1706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81000">
            <a:spAutoFit/>
          </a:bodyPr>
          <a:lstStyle/>
          <a:p>
            <a:pPr indent="0" lvl="0" marL="234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MySQL Views</a:t>
            </a:r>
            <a:endParaRPr/>
          </a:p>
          <a:p>
            <a:pPr indent="0" lvl="0" marL="12700" rtl="0" algn="l">
              <a:lnSpc>
                <a:spcPct val="100000"/>
              </a:lnSpc>
              <a:spcBef>
                <a:spcPts val="1935"/>
              </a:spcBef>
              <a:spcAft>
                <a:spcPts val="0"/>
              </a:spcAft>
              <a:buNone/>
            </a:pPr>
            <a:r>
              <a:rPr lang="en-US" sz="2800" u="none">
                <a:solidFill>
                  <a:srgbClr val="FFFFFF"/>
                </a:solidFill>
              </a:rPr>
              <a:t>A view is a virtual table based on the result-set of an SQL statement.</a:t>
            </a:r>
            <a:endParaRPr sz="2800"/>
          </a:p>
        </p:txBody>
      </p:sp>
      <p:sp>
        <p:nvSpPr>
          <p:cNvPr id="641" name="Google Shape;641;p58"/>
          <p:cNvSpPr txBox="1"/>
          <p:nvPr/>
        </p:nvSpPr>
        <p:spPr>
          <a:xfrm>
            <a:off x="1027106" y="7713974"/>
            <a:ext cx="7686040" cy="15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16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*A view always shows up-to-date data. The  database engine recreates the view, every time a  user queries it.</a:t>
            </a:r>
            <a:endParaRPr sz="2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2024-01-21T13:01:33Z</dcterms:created>
  <dc:creator>Rahul Neha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2023-08-18T00:00:00Z</vt:filetime>
  </property>
  <property fmtid="{D5CDD505-2E9C-101B-9397-08002B2CF9AE}" pid="3" name="Creator">
    <vt:lpwstr>Canva</vt:lpwstr>
  </property>
  <property fmtid="{D5CDD505-2E9C-101B-9397-08002B2CF9AE}" pid="4" name="LastSaved">
    <vt:filetime>2024-01-21T00:00:00Z</vt:filetime>
  </property>
</Properties>
</file>